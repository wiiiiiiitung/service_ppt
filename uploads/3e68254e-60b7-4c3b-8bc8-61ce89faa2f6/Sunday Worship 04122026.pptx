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89" Type="http://schemas.openxmlformats.org/officeDocument/2006/relationships/notesMaster" Target="notesMasters/notesMaster1.xml"/><Relationship Id="rId90" Type="http://schemas.openxmlformats.org/officeDocument/2006/relationships/commentAuthors" Target="commentAuthors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FF"/>
                </a:solidFill>
              </a:rPr>
              <a:t>[聖詩 454: 我讃美天父]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FF"/>
                </a:solidFill>
              </a:rPr>
              <a:t>[啟應文 29: 詩篇 146]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獻詩: 耶穌 耶穌 詩班A組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經文 尼希米記 13:15~22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根據律法生活   陳信銘牧師</a:t>
            </a:r>
          </a:p>
          <a:p>
            <a:r>
              <a:t>《尼希米記13:15~22 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一. 做安息日不可做的事：</a:t>
            </a:r>
          </a:p>
          <a:p>
            <a:r>
              <a:t>1. 在安息日醡酒、搬運禾捆</a:t>
            </a:r>
          </a:p>
          <a:p>
            <a:r>
              <a:t>2. 把酒、葡萄、無花果，和各樣的擔子在安息日擔入耶路撒冷</a:t>
            </a:r>
          </a:p>
          <a:p>
            <a:r>
              <a:t>3. 泰爾人把魚和各樣貨物運進耶路撒冷，在安息日賣給猶大人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二. 尼希米對不守安息日者的警戒與措施：</a:t>
            </a:r>
          </a:p>
          <a:p>
            <a:r>
              <a:t>1. 在他們賣食物的那日警戒他們</a:t>
            </a:r>
          </a:p>
          <a:p>
            <a:r>
              <a:t>2. 責備貴胄，因他們讓人在安息日進城做買賣，使上帝的忿怒越發臨到以色列！</a:t>
            </a:r>
          </a:p>
          <a:p>
            <a:r>
              <a:t>3. 派僕人及利未人在安息日管理城門，免得有人在擔甚麼擔子進城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三. 必另有一安息日的安息，為上帝的子民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FF"/>
                </a:solidFill>
              </a:rPr>
              <a:t>[聖詩 211: 上帝設立安息聖日]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維修同工招募：設備組徵求有願意一起修繕美化教會 的弟兄姐妹, 有心服事者請向郭景光長老或是潘堅 執事報名。</a:t>
            </a:r>
          </a:p>
          <a:p>
            <a:r>
              <a:t>2. 百合花盆栽, 歡迎兄姐自行帶囘(自由奉獻, 建議金額: $3-$5 )。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  <a:p>
            <a:r>
              <a:t>2. 週三線上禱告---邀請您參加 4/15晚上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3. 週五線上查經---4/17晚 8點陳牧師帶領查考撒母耳記上, 請大家踴躍參加。zoom 連結如同主日學。</a:t>
            </a:r>
          </a:p>
          <a:p>
            <a:r>
              <a:t>4. 愛餐服事---欲參與服事者, 請與鶴齡執事登記。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6847</TotalTime>
  <Words>2997</Words>
  <Application>Microsoft Macintosh PowerPoint</Application>
  <PresentationFormat>Widescreen</PresentationFormat>
  <Paragraphs>359</Paragraphs>
  <Slides>80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69:我的心神你當唱歌(1/3)</vt:lpstr>
      <vt:lpstr>69:我的心神你當唱歌(2/3)</vt:lpstr>
      <vt:lpstr>69:我的心神你當唱歌(3/3)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PowerPoint Presentation</vt:lpstr>
      <vt:lpstr>PowerPoint Presentation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PowerPoint Presentation</vt:lpstr>
      <vt:lpstr>經文  羅馬書 4:1~12 (新約第213頁)</vt:lpstr>
      <vt:lpstr>羅馬書 4:1~12 </vt:lpstr>
      <vt:lpstr>羅馬書 4:1~12 </vt:lpstr>
      <vt:lpstr>羅馬書 4:1~12 </vt:lpstr>
      <vt:lpstr>羅馬書 4:1~12 </vt:lpstr>
      <vt:lpstr>羅馬書 4:1~12 </vt:lpstr>
      <vt:lpstr>  今日信息  </vt:lpstr>
      <vt:lpstr>PowerPoint Presentation</vt:lpstr>
      <vt:lpstr>PowerPoint Presentation</vt:lpstr>
      <vt:lpstr>PowerPoint Presentation</vt:lpstr>
      <vt:lpstr>PowerPoint Presentation</vt:lpstr>
      <vt:lpstr>464：福音鐘聲在大鳴 (1/3)</vt:lpstr>
      <vt:lpstr>464：福音鐘聲在大鳴 (1/3)</vt:lpstr>
      <vt:lpstr>464：福音鐘聲在大鳴 (1/3)</vt:lpstr>
      <vt:lpstr>464 ：福音鐘聲在大鳴 (2/3)</vt:lpstr>
      <vt:lpstr>464 ：福音鐘聲在大鳴 (2/3)</vt:lpstr>
      <vt:lpstr>464 ：福音鐘聲在大鳴 (2/3)</vt:lpstr>
      <vt:lpstr>464 ：福音鐘聲在大鳴 (3/3)</vt:lpstr>
      <vt:lpstr>464 ：福音鐘聲在大鳴 (3/3)</vt:lpstr>
      <vt:lpstr>464 ：福音鐘聲在大鳴 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2026-04-17T22:19:02Z</dcterms:modified>
</cp:coreProperties>
</file>