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21"/>
    <p:sldId id="2864" r:id="rId22"/>
    <p:sldId id="2865" r:id="rId23"/>
    <p:sldId id="2866" r:id="rId24"/>
    <p:sldId id="2867" r:id="rId25"/>
    <p:sldId id="2868" r:id="rId26"/>
    <p:sldId id="2869" r:id="rId27"/>
    <p:sldId id="2870" r:id="rId28"/>
    <p:sldId id="2871" r:id="rId29"/>
    <p:sldId id="2872" r:id="rId30"/>
    <p:sldId id="2873" r:id="rId31"/>
    <p:sldId id="2874" r:id="rId32"/>
    <p:sldId id="2875" r:id="rId33"/>
    <p:sldId id="2876" r:id="rId34"/>
    <p:sldId id="2877" r:id="rId35"/>
    <p:sldId id="2878" r:id="rId36"/>
    <p:sldId id="2879" r:id="rId37"/>
    <p:sldId id="2880" r:id="rId38"/>
    <p:sldId id="2881" r:id="rId39"/>
    <p:sldId id="2882" r:id="rId40"/>
    <p:sldId id="2883" r:id="rId41"/>
    <p:sldId id="2884" r:id="rId42"/>
    <p:sldId id="2885" r:id="rId43"/>
    <p:sldId id="2886" r:id="rId44"/>
    <p:sldId id="2887" r:id="rId45"/>
    <p:sldId id="2888" r:id="rId46"/>
    <p:sldId id="2889" r:id="rId47"/>
    <p:sldId id="2890" r:id="rId48"/>
    <p:sldId id="2891" r:id="rId49"/>
    <p:sldId id="2892" r:id="rId50"/>
    <p:sldId id="2893" r:id="rId51"/>
    <p:sldId id="2894" r:id="rId52"/>
    <p:sldId id="2895" r:id="rId53"/>
    <p:sldId id="2896" r:id="rId54"/>
    <p:sldId id="2897" r:id="rId55"/>
    <p:sldId id="2898" r:id="rId56"/>
    <p:sldId id="2899" r:id="rId57"/>
    <p:sldId id="2900" r:id="rId58"/>
    <p:sldId id="2901" r:id="rId59"/>
    <p:sldId id="2902" r:id="rId60"/>
    <p:sldId id="2903" r:id="rId61"/>
    <p:sldId id="2904" r:id="rId62"/>
    <p:sldId id="2905" r:id="rId63"/>
    <p:sldId id="2906" r:id="rId64"/>
    <p:sldId id="2907" r:id="rId65"/>
    <p:sldId id="2908" r:id="rId66"/>
    <p:sldId id="2909" r:id="rId67"/>
    <p:sldId id="2910" r:id="rId68"/>
    <p:sldId id="2911" r:id="rId69"/>
    <p:sldId id="2912" r:id="rId70"/>
    <p:sldId id="2913" r:id="rId71"/>
    <p:sldId id="2914" r:id="rId72"/>
    <p:sldId id="2915" r:id="rId73"/>
    <p:sldId id="2916" r:id="rId74"/>
    <p:sldId id="2917" r:id="rId75"/>
    <p:sldId id="2918" r:id="rId76"/>
    <p:sldId id="2919" r:id="rId77"/>
    <p:sldId id="2920" r:id="rId78"/>
    <p:sldId id="2921" r:id="rId79"/>
    <p:sldId id="2922" r:id="rId80"/>
    <p:sldId id="2923" r:id="rId81"/>
    <p:sldId id="2924" r:id="rId82"/>
    <p:sldId id="2925" r:id="rId20"/>
    <p:sldId id="2926" r:id="rId19"/>
    <p:sldId id="2927" r:id="rId18"/>
    <p:sldId id="2928" r:id="rId17"/>
    <p:sldId id="2929" r:id="rId16"/>
    <p:sldId id="2930" r:id="rId15"/>
    <p:sldId id="2931" r:id="rId89"/>
    <p:sldId id="2932" r:id="rId90"/>
    <p:sldId id="2933" r:id="rId91"/>
    <p:sldId id="2934" r:id="rId92"/>
    <p:sldId id="2935" r:id="rId93"/>
    <p:sldId id="2936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4.xml"/><Relationship Id="rId16" Type="http://schemas.openxmlformats.org/officeDocument/2006/relationships/slide" Target="slides/slide73.xml"/><Relationship Id="rId17" Type="http://schemas.openxmlformats.org/officeDocument/2006/relationships/slide" Target="slides/slide72.xml"/><Relationship Id="rId18" Type="http://schemas.openxmlformats.org/officeDocument/2006/relationships/slide" Target="slides/slide71.xml"/><Relationship Id="rId19" Type="http://schemas.openxmlformats.org/officeDocument/2006/relationships/slide" Target="slides/slide70.xml"/><Relationship Id="rId20" Type="http://schemas.openxmlformats.org/officeDocument/2006/relationships/slide" Target="slides/slide69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8EFA3D7-D5FE-06D6-025E-4489B5C0B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B4DF612-D356-93A7-6E73-B9A7C08BB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唱歌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感謝耶和華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耶和華是我的上帝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祂有創造天頂地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A952FF5-08A4-4E9C-0827-C10C764F0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7F8C826-E544-F70B-779A-916CCA7DD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至大救主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照顧人類的天父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四季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運轉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(ūn-choán)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(thiⁿ-ē)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田園出產補阮欠缺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F7EB507-FB68-5E86-4A69-E9813AEF5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4011915-3AE5-49E9-7720-2091F2CFB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我的心神我的心神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虔誠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朝覲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(tiâu-kìⁿ)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主的面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祂是全能榮光上帝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永遠治理天頂地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   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BEFE664-BB05-315B-325F-A8FCA452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05E9ED6-4EE0-0D55-07C5-A438D8909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57150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智慧豈無在叫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聰明</a:t>
            </a:r>
            <a:r>
              <a:rPr lang="zh-TW" altLang="en-US" u="sng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豈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kiám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無出聲</a:t>
            </a:r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他在路邊高地的頂面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十字路口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(the</a:t>
            </a: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13A28C1-54A6-980A-5B1A-CD3B34A4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BDE8F46-F27E-6AB4-05B6-37DB59DAF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4449764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城出入的所在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大聲叫講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眾人啊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我叫恁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ǹg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世間人出聲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363A2B7-A814-F237-0D35-BB25CF0A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A1E57C-2220-3A7B-6157-0BF53620D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講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戇直的人啊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恁當能曉得通逹的理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愚戇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gû-gōng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的人啊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恁心內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明白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1BFC4F8-9D78-1552-806F-050191F6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5C9927A-5FD1-21FB-EE21-07D0B0007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因為我要講極好的事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我要開嘴論正直的事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2D58009-0467-136C-D4E7-DCD20F2F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3386AD0-AB98-8B94-0064-F6985EC75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在耶和華造化的起頭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極起頭創造的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在先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tāi-seng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我是祂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所有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8E22FD9-0E40-049D-88DF-931AF2D7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77D25BC-55F4-E4EB-6EC7-05AB8EF5E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從永遠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從極起頭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有世界的在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我已經受設立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有深淵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有多多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choē-choē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水的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已經生我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1343A0D-9D53-933D-6F13-9F0D4E7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0C62AB9-6D84-549C-9D21-1B94199B4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大山未定着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小山未有的在先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已經生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iáu-bē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創造大地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田野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以及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-kip)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chiū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土粉的原質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6DB313C-DC02-6758-DC2A-DD078ACE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F4A7E03-8A36-D7C7-5C25-AEE60AE0D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祂建立這些天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設圓環在深淵的頂面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頂面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安置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(an-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tì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堅固深淵的水泉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4255CB5-1430-4290-48AB-C0EBBE39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6EE1EC7-DB39-4E21-B055-9B7349DE6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給海定着界限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使水無般過祂的命令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着大地的根基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在的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tī-teh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69A3916-0700-9CF3-24C0-A246B39A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FD3696D-4812-6957-919F-24ED34D5F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" y="990600"/>
            <a:ext cx="12191999" cy="59436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彼時我在彼做師傅頭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日日給祂歡喜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常常在祂的面前快樂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在可居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thang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起的地快樂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相與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D3864D4-3781-7B28-3730-C005A05F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DD6601C-1719-31DC-7C20-A1F57D54E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恁這些子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今着聽趁我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因為執守我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的道路者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就有福氣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着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聽教示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就得着智慧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(m̄-thang)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棄絕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0278F65-4888-284A-51C9-357D8973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5A0199C-9720-FFD2-4BDE-1A7F5C8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日日在我的門口在等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邊等候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號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5DFA222-910A-C637-A75A-0E4F28AF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1B2481C-41B3-A410-9CBB-E85022806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因為尋着我者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就尋着活命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必由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tùi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耶和華得着恩惠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得罪我的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是害自己的生命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怨恨我的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攏是自己取死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777" y="2786743"/>
            <a:ext cx="1050116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耶和華是我牧者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我不致到欠缺</a:t>
            </a:r>
          </a:p>
          <a:p>
            <a:r>
              <a:t>使我躺在青翠草埔</a:t>
            </a:r>
          </a:p>
          <a:p>
            <a:r>
              <a:t>在安歇的水邊</a:t>
            </a:r>
          </a:p>
          <a:p>
            <a:r>
              <a:t>祂使我靈魂精英</a:t>
            </a:r>
          </a:p>
          <a:p>
            <a:r>
              <a:t>導我行義的路</a:t>
            </a:r>
          </a:p>
          <a:p>
            <a:r>
              <a:t>行過死蔭的山谷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也不驚災害</a:t>
            </a:r>
          </a:p>
          <a:p>
            <a:r>
              <a:t>在我對敵的面前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給我擺設筵席</a:t>
            </a:r>
          </a:p>
          <a:p>
            <a:r>
              <a:t>祢用油抹我的頭殼</a:t>
            </a:r>
          </a:p>
          <a:p>
            <a:r>
              <a:t>我的杯滿出來</a:t>
            </a:r>
          </a:p>
          <a:p>
            <a:r>
              <a:t>祢的恩典和慈悲 隨我到一世人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直到永永遠遠</a:t>
            </a:r>
          </a:p>
          <a:p>
            <a:r>
              <a:t>耶和華是我牧者</a:t>
            </a:r>
          </a:p>
          <a:p>
            <a:r>
              <a:t>我不致到欠缺</a:t>
            </a:r>
          </a:p>
          <a:p>
            <a:r>
              <a:t>使我躺在青翠草埔</a:t>
            </a:r>
          </a:p>
          <a:p>
            <a:r>
              <a:t>在安歇的水邊</a:t>
            </a:r>
          </a:p>
          <a:p>
            <a:r>
              <a:t>祂使我靈魂精英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導我行義的路</a:t>
            </a:r>
          </a:p>
          <a:p>
            <a:r>
              <a:t>行過死蔭的山谷</a:t>
            </a:r>
          </a:p>
          <a:p>
            <a:r>
              <a:t>也不驚災害</a:t>
            </a:r>
          </a:p>
          <a:p>
            <a:r>
              <a:t>嘿嘿喲 嘿嘿喲</a:t>
            </a:r>
          </a:p>
          <a:p>
            <a:r>
              <a:t>主祢與我同在</a:t>
            </a:r>
          </a:p>
          <a:p>
            <a:r>
              <a:t>祢的槌和祢的柺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時常來安慰我</a:t>
            </a:r>
          </a:p>
          <a:p>
            <a:r>
              <a:t>嘿嘿喲 嘿嘿喲</a:t>
            </a:r>
          </a:p>
          <a:p>
            <a:r>
              <a:t>祢慈愛跟隨我</a:t>
            </a:r>
          </a:p>
          <a:p>
            <a:r>
              <a:t>我要居起祢的厝</a:t>
            </a:r>
          </a:p>
          <a:p>
            <a:r>
              <a:t>直到永永遠遠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直到永永遠遠</a:t>
            </a:r>
          </a:p>
          <a:p>
            <a:r>
              <a:t>直到永永遠遠</a:t>
            </a:r>
          </a:p>
          <a:p>
            <a:r>
              <a:t>直到永永遠遠</a:t>
            </a:r>
          </a:p>
          <a:p>
            <a:r>
              <a:t>到永遠 到永遠</a:t>
            </a:r>
          </a:p>
          <a:p>
            <a:r>
              <a:t>在祢的厝到永遠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直到永永遠遠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4746" y="2086708"/>
            <a:ext cx="12037254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66FFFF"/>
                </a:solidFill>
                <a:latin typeface="DFKai-SB"/>
              </a:rPr>
              <a:t>羅馬書 4:1~12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1.如此說來，我們的祖宗亞伯拉罕
  憑着肉體得了甚麼呢？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2.倘若亞伯拉罕是因行為稱義，就
  有可誇的；只是在神面前並無可誇。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3.經上說甚麼呢？說：「亞伯拉罕
  信神，這就算為他的義。」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4.作工的得工價，不算恩典，乃是
  該得的；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5.惟有不作工的，只信稱罪人為義
  的神，他的信就算為義。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6.正如大衛稱那在行為以外蒙神算
  為義的人是有福的。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7.他說：得赦免其過、遮蓋其罪的
  ，這人是有福的。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8.主不算為有罪的，這人是有福的
  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9.如此看來，這福是單加給那受割
  禮的人嗎？不也是加給那未受割禮的
  人嗎？因我們所說，亞伯拉罕的信，
  就算為他的義，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10.是怎麼算的呢？是在他受割禮
   的時候呢？是在他未受割禮的時候呢
   ？不是在受割禮的時候，乃是在未受
   割禮的時候。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11.並且他受了割禮的記號，作他
   未受割禮的時候因信稱義的印證，叫
   他作一切未受割禮而信之人的父，使
   他們也算為義；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12.又作受割禮之人的父，就是那
   些不但受割禮，並且按我們的祖宗亞
   伯拉罕未受割禮而信之蹤跡去行的人
   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00000"/>
            <a:ext cx="12192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FFFF"/>
                </a:solidFill>
              </a:rPr>
              <a:t>今日信息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800000"/>
            <a:ext cx="1119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8000"/>
              <a:t>亞伯拉罕 因信而被稱為義</a:t>
            </a:r>
            <a:r>
              <a:rPr sz="5000" b="1">
                <a:latin typeface="DFKai-SB"/>
              </a:rPr>
              <a:t>             </a:t>
            </a:r>
            <a:r>
              <a:rPr sz="4400" b="1">
                <a:latin typeface="標楷體"/>
              </a:rPr>
              <a:t>陳信銘牧師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300000"/>
            <a:ext cx="116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0FFFF"/>
                </a:solidFill>
                <a:latin typeface="標楷體"/>
              </a:rPr>
              <a:t>今日信息</a:t>
            </a:r>
          </a:p>
          <a:p>
            <a:pPr algn="l"/>
            <a:r>
              <a:t>一. 亞伯拉罕因信稱義：</a:t>
            </a:r>
          </a:p>
          <a:p>
            <a:pPr algn="l"/>
            <a:r>
              <a:t>1. 倘若亞伯拉罕是因行為稱義，就有可誇的</a:t>
            </a:r>
          </a:p>
          <a:p>
            <a:pPr algn="l"/>
            <a:r>
              <a:t>2. 做工的得工價，不算恩典，乃是該得的</a:t>
            </a:r>
          </a:p>
          <a:p>
            <a:pPr algn="l"/>
            <a:r>
              <a:t>3. 惟有不做工的，只信稱罪人為義的 神就算為義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300000"/>
            <a:ext cx="116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0FFFF"/>
                </a:solidFill>
                <a:latin typeface="標楷體"/>
              </a:rPr>
              <a:t>今日信息</a:t>
            </a:r>
          </a:p>
          <a:p>
            <a:pPr algn="l"/>
            <a:r>
              <a:t>二. 大衛在詩篇 32 篇的論述：</a:t>
            </a:r>
          </a:p>
          <a:p>
            <a:pPr algn="l"/>
            <a:r>
              <a:t>1. 得赦免其過、遮蓋其罪的，這人是有福的</a:t>
            </a:r>
          </a:p>
          <a:p>
            <a:pPr algn="l"/>
            <a:r>
              <a:t>2. 主不算為有罪的，這人是有福的</a:t>
            </a:r>
          </a:p>
          <a:p>
            <a:pPr algn="l"/>
            <a:r>
              <a:t>3. 這福是加給受割禮的人及未受割禮的人，沒有分別！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300000"/>
            <a:ext cx="116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0FFFF"/>
                </a:solidFill>
                <a:latin typeface="標楷體"/>
              </a:rPr>
              <a:t>今日信息</a:t>
            </a:r>
          </a:p>
          <a:p>
            <a:pPr algn="l"/>
            <a:r>
              <a:t>三. 亞伯拉罕是因信稱義之人的父：</a:t>
            </a:r>
          </a:p>
          <a:p>
            <a:pPr algn="l"/>
            <a:r>
              <a:t>1. 亞伯拉罕因信稱義是在未受割禮的時候</a:t>
            </a:r>
          </a:p>
          <a:p>
            <a:pPr algn="l"/>
            <a:r>
              <a:t>2. 割禮是未受割禮時候因信稱義的印證（記號）</a:t>
            </a:r>
          </a:p>
          <a:p>
            <a:pPr algn="l"/>
            <a:r>
              <a:t>3. 亞伯拉罕是未受割禮而信之人的父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8D6196-5E81-8E8D-7EDF-D36056025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BD27BE00-9261-5EDB-4A72-5C916FD11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 tōa 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報傳得救歡喜消息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白白賞賜你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39F01D0-FC8F-18C2-FCA9-F495F7523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F9FA4D8-0BF7-AB87-B5FD-F1842AF43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上帝將獨生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(kiáⁿ)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賞賜世間萬萬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信靠救主無論是誰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能得永遠活穩當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D3FBDAD-E4B2-BBC2-DC68-D92082E13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9A47278-0C43-E12F-0413-25C514E63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</a:t>
            </a:r>
            <a:r>
              <a:rPr lang="en-US" altLang="zh-TW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9DD6B42C-88DA-2AC3-98A8-2123A9621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46DD8998-4E2F-68FC-65D6-CC34D1AE0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咱人應該來就近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推辭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(the-sî)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筵席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(iân-sia̍h)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勿得看輕主的恩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6E1BD76-5762-4C8B-B14C-BE00141BF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7BE0EB5-BF59-A9CA-201E-2D2F336A5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我是活命的餅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養飼心神的欠缺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罪過色緻親像朱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我能洗到白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B63829B-BA6B-2879-70E7-8D6C10EDC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90979D6-BDD3-CBFB-B9CC-7DA252EFA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A17324B5-1246-BA14-D6EB-9521E9106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6B69ED17-55A8-6924-B827-26D8157D5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謹慎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細膩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(kín-sīn sòe-jī)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若無反悔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延緩</a:t>
            </a:r>
            <a:endParaRPr lang="nl-NL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ts val="4000"/>
              </a:lnSpc>
              <a:spcBef>
                <a:spcPct val="0"/>
              </a:spcBef>
            </a:pP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                     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 the iân-chhiân)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穩當遇着大驚惶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C2CE22A-9E5A-5953-B62B-C7812F199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0B8C65-C8BD-4BE5-1011-479828E5E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逃走保全性命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頭勿得看後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驚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遇着大災害。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48B7343-845E-D396-A732-C490456B6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1E25B34-7825-A108-6CAB-13DB1E84D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tân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 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主日早晨停車: 1）台語部兄姊請使用教會停車場入口 一排，及靠辦公室兩排車位，也請將花圃兩邊第一個 位置預留給殘障車位之需要；2）並提醒兄姊放置停車 證及電話號碼；3）主日崇拜中請勿要求移車（英語部 崇拜時間 1:30-2:30）；4) 先到車輛請儘量向裡面停， 以利後來車輛停放 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維修同工招募：設備組徵求有願意一起修繕美化教會 的弟兄姐妹 有心服事者請向郭景光長老或是潘堅執事 , 報名。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主日學---今天11:30在交誼廳, 陳牧師帶領新的課程： 「啓示錄」, 歡迎大家參加。線上: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團契組和社青聯合舉辦春季郊遊賞櫻花，今天午餐後 1:30 出發，自己先找人搭載，並自備點心和飲料， 2:00 在公園 Fort Totten park 會合，結束後有自助餐 安排，有意參加者可以自由前往共進晚餐。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3. 事工研討會---因為今天的郊遊改為下周 4/26舉行。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週三線上禱告---邀請您參加 4/22晚上 8點禱告會, 所有 事工都需要禱告求上帝扶持祝福, zoom 連結如同主日學。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5. 長島分區聚會---本週五 (24) 6:30pm在文鈴兄/慧苓姐 家舉行, 備有簡便晚餐, 歡迎兄姐大家一起來參加。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6. 愛餐服事---欲參與服事者, 請與鶴齡執事登記。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7. 請為教會守望代禱---中文學校, 兒童事工, 兄弟姐妹的健 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2616</Words>
  <Application>Microsoft Macintosh PowerPoint</Application>
  <PresentationFormat>Widescreen</PresentationFormat>
  <Paragraphs>334</Paragraphs>
  <Slides>74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PowerPoint Presentation</vt:lpstr>
      <vt:lpstr>PowerPoint Presentation</vt:lpstr>
      <vt:lpstr>耶穌 耶穌</vt:lpstr>
      <vt:lpstr>耶穌 耶穌</vt:lpstr>
      <vt:lpstr>耶穌 耶穌</vt:lpstr>
      <vt:lpstr>耶穌 耶穌</vt:lpstr>
      <vt:lpstr>耶穌 耶穌</vt:lpstr>
      <vt:lpstr>耶穌 耶穌</vt:lpstr>
      <vt:lpstr>PowerPoint Presentation</vt:lpstr>
      <vt:lpstr>經文  尼希米記 13:15~22                                           (舊約第614頁)</vt:lpstr>
      <vt:lpstr>尼希米記 13:15~22 </vt:lpstr>
      <vt:lpstr>尼希米記 13:15~22 </vt:lpstr>
      <vt:lpstr>尼希米記 13:15~22 </vt:lpstr>
      <vt:lpstr>尼希米記 13:15~22 </vt:lpstr>
      <vt:lpstr>尼希米記 13:15~22 </vt:lpstr>
      <vt:lpstr>  今日信息  </vt:lpstr>
      <vt:lpstr>PowerPoint Presentation</vt:lpstr>
      <vt:lpstr>PowerPoint Presentation</vt:lpstr>
      <vt:lpstr>PowerPoint Presentation</vt:lpstr>
      <vt:lpstr>PowerPoint Presentation</vt:lpstr>
      <vt:lpstr>211:上帝設立安息聖日 (1/4)</vt:lpstr>
      <vt:lpstr>211:上帝設立安息聖日 (1/4)</vt:lpstr>
      <vt:lpstr>211:上帝設立安息聖日 (2/4)</vt:lpstr>
      <vt:lpstr>211:上帝設立安息聖日 (2/4)</vt:lpstr>
      <vt:lpstr>211:上帝設立安息聖日 (3/4)</vt:lpstr>
      <vt:lpstr>211:上帝設立安息聖日 (3/4)</vt:lpstr>
      <vt:lpstr>211:上帝設立安息聖日 (4/4)</vt:lpstr>
      <vt:lpstr>211:上帝設立安息聖日 (4/4)</vt:lpstr>
      <vt:lpstr>211:上帝設立安息聖日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551</cp:revision>
  <dcterms:created xsi:type="dcterms:W3CDTF">2020-10-09T17:40:37Z</dcterms:created>
  <dcterms:modified xsi:type="dcterms:W3CDTF">2026-04-11T03:11:14Z</dcterms:modified>
</cp:coreProperties>
</file>