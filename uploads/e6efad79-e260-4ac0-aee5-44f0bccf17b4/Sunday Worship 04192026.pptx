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耶和華是我牧者</a:t>
            </a:r>
          </a:p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導我行義的路</a:t>
            </a:r>
          </a:p>
          <a:p>
            <a:r>
              <a:t>行過死蔭的山谷</a:t>
            </a:r>
          </a:p>
          <a:p>
            <a:r>
              <a:t>也不驚災害</a:t>
            </a:r>
          </a:p>
          <a:p>
            <a:r>
              <a:t>嘿嘿喲 嘿嘿喲</a:t>
            </a:r>
          </a:p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時常來安慰我</a:t>
            </a:r>
          </a:p>
          <a:p>
            <a:r>
              <a:t>嘿嘿喲 嘿嘿喲</a:t>
            </a:r>
          </a:p>
          <a:p>
            <a:r>
              <a:t>祢慈愛跟隨我</a:t>
            </a:r>
          </a:p>
          <a:p>
            <a:r>
              <a:t>我要居起祢的厝</a:t>
            </a:r>
          </a:p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直到永永遠遠</a:t>
            </a:r>
          </a:p>
          <a:p>
            <a:r>
              <a:t>到永遠 到永遠</a:t>
            </a:r>
          </a:p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FFFF"/>
                </a:solidFill>
                <a:latin typeface="標楷體"/>
              </a:rPr>
              <a:t>經文</a:t>
            </a:r>
            <a:r>
              <a:rPr sz="7200" b="1">
                <a:solidFill>
                  <a:srgbClr val="66FFFF"/>
                </a:solidFill>
                <a:latin typeface="DFKai-SB"/>
              </a:rPr>
              <a:t>羅馬書 4:1~12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1.如此說來，我們的祖宗亞伯拉罕
  憑着肉體得了甚麼呢？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2.倘若亞伯拉罕是因行為稱義，就
  有可誇的；只是在神面前並無可誇。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3.經上說甚麼呢？說：「亞伯拉罕
  信神，這就算為他的義。」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4.作工的得工價，不算恩典，乃是
  該得的；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5.惟有不作工的，只信稱罪人為義
  的神，他的信就算為義。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6.正如大衛稱那在行為以外蒙神算
  為義的人是有福的。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7.他說：得赦免其過、遮蓋其罪的
  ，這人是有福的。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8.主不算為有罪的，這人是有福的
  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9.如此看來，這福是單加給那受割
  禮的人嗎？不也是加給那未受割禮的
  人嗎？因我們所說，亞伯拉罕的信，
  就算為他的義，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10.是怎麼算的呢？是在他受割禮
   的時候呢？是在他未受割禮的時候呢
   ？不是在受割禮的時候，乃是在未受
   割禮的時候。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11.並且他受了割禮的記號，作他
   未受割禮的時候因信稱義的印證，叫
   他作一切未受割禮而信之人的父，使
   他們也算為義；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12.又作受割禮之人的父，就是那
   些不但受割禮，並且按我們的祖宗亞
   伯拉罕未受割禮而信之蹤跡去行的人
   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FFF"/>
                </a:solidFill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0"/>
              <a:t>亞伯拉罕 因信而被稱為義</a:t>
            </a:r>
            <a:r>
              <a:rPr sz="5000" b="1">
                <a:latin typeface="DFKai-SB"/>
              </a:rPr>
              <a:t>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一. 亞伯拉罕因信稱義：</a:t>
            </a:r>
          </a:p>
          <a:p>
            <a:pPr algn="l"/>
            <a:r>
              <a:t>1. 倘若亞伯拉罕是因行為稱義，就有可誇的</a:t>
            </a:r>
          </a:p>
          <a:p>
            <a:pPr algn="l"/>
            <a:r>
              <a:t>2. 做工的得工價，不算恩典，乃是該得的</a:t>
            </a:r>
          </a:p>
          <a:p>
            <a:pPr algn="l"/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二. 大衛在詩篇 32 篇的論述：</a:t>
            </a:r>
          </a:p>
          <a:p>
            <a:pPr algn="l"/>
            <a:r>
              <a:t>1. 得赦免其過、遮蓋其罪的，這人是有福的</a:t>
            </a:r>
          </a:p>
          <a:p>
            <a:pPr algn="l"/>
            <a:r>
              <a:t>2. 主不算為有罪的，這人是有福的</a:t>
            </a:r>
          </a:p>
          <a:p>
            <a:pPr algn="l"/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三. 亞伯拉罕是因信稱義之人的父：</a:t>
            </a:r>
          </a:p>
          <a:p>
            <a:pPr algn="l"/>
            <a:r>
              <a:t>1. 亞伯拉罕因信稱義是在未受割禮的時候</a:t>
            </a:r>
          </a:p>
          <a:p>
            <a:pPr algn="l"/>
            <a:r>
              <a:t>2. 割禮是未受割禮時候因信稱義的印證（記號）</a:t>
            </a:r>
          </a:p>
          <a:p>
            <a:pPr algn="l"/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事工研討會---因為今天的郊遊改為下周 4/26舉行。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長島分區聚會---本週五 (24) 6:30pm在文鈴兄/慧苓姐 家舉行, 備有簡便晚餐, 歡迎兄姐大家一起來參加。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