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664" r:id="rId3"/>
    <p:sldMasterId id="2147483671" r:id="rId4"/>
    <p:sldMasterId id="2147483726" r:id="rId5"/>
    <p:sldMasterId id="2147483747" r:id="rId6"/>
    <p:sldMasterId id="2147483999" r:id="rId7"/>
    <p:sldMasterId id="2147484053" r:id="rId8"/>
  </p:sldMasterIdLst>
  <p:notesMasterIdLst>
    <p:notesMasterId r:id="rId89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  <p:sldId id="281" r:id="rId40"/>
    <p:sldId id="282" r:id="rId41"/>
    <p:sldId id="283" r:id="rId42"/>
    <p:sldId id="284" r:id="rId43"/>
    <p:sldId id="285" r:id="rId44"/>
    <p:sldId id="286" r:id="rId45"/>
    <p:sldId id="287" r:id="rId46"/>
    <p:sldId id="288" r:id="rId47"/>
    <p:sldId id="289" r:id="rId48"/>
    <p:sldId id="290" r:id="rId49"/>
    <p:sldId id="291" r:id="rId50"/>
    <p:sldId id="292" r:id="rId51"/>
    <p:sldId id="293" r:id="rId52"/>
    <p:sldId id="294" r:id="rId53"/>
    <p:sldId id="295" r:id="rId54"/>
    <p:sldId id="296" r:id="rId55"/>
    <p:sldId id="297" r:id="rId56"/>
    <p:sldId id="298" r:id="rId57"/>
    <p:sldId id="299" r:id="rId58"/>
    <p:sldId id="300" r:id="rId59"/>
    <p:sldId id="301" r:id="rId60"/>
    <p:sldId id="302" r:id="rId61"/>
    <p:sldId id="303" r:id="rId62"/>
    <p:sldId id="304" r:id="rId63"/>
    <p:sldId id="305" r:id="rId64"/>
    <p:sldId id="306" r:id="rId65"/>
    <p:sldId id="307" r:id="rId66"/>
    <p:sldId id="308" r:id="rId67"/>
    <p:sldId id="309" r:id="rId68"/>
    <p:sldId id="310" r:id="rId69"/>
    <p:sldId id="311" r:id="rId70"/>
    <p:sldId id="312" r:id="rId71"/>
    <p:sldId id="313" r:id="rId72"/>
    <p:sldId id="314" r:id="rId73"/>
    <p:sldId id="315" r:id="rId74"/>
    <p:sldId id="316" r:id="rId75"/>
    <p:sldId id="317" r:id="rId76"/>
    <p:sldId id="318" r:id="rId77"/>
    <p:sldId id="319" r:id="rId78"/>
    <p:sldId id="320" r:id="rId79"/>
    <p:sldId id="321" r:id="rId80"/>
    <p:sldId id="322" r:id="rId81"/>
    <p:sldId id="323" r:id="rId82"/>
    <p:sldId id="324" r:id="rId83"/>
    <p:sldId id="325" r:id="rId84"/>
    <p:sldId id="326" r:id="rId85"/>
    <p:sldId id="327" r:id="rId86"/>
    <p:sldId id="328" r:id="rId87"/>
    <p:sldId id="329" r:id="rId88"/>
    <p:sldId id="330" r:id="rId14"/>
    <p:sldId id="331" r:id="rId13"/>
    <p:sldId id="332" r:id="rId12"/>
    <p:sldId id="333" r:id="rId11"/>
    <p:sldId id="334" r:id="rId10"/>
    <p:sldId id="335" r:id="rId9"/>
    <p:sldId id="336" r:id="rId9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Wu" initials="JW" lastIdx="1" clrIdx="0">
    <p:extLst>
      <p:ext uri="{19B8F6BF-5375-455C-9EA6-DF929625EA0E}">
        <p15:presenceInfo xmlns:p15="http://schemas.microsoft.com/office/powerpoint/2012/main" userId="Julia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1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1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" Target="slides/slide80.xml"/><Relationship Id="rId10" Type="http://schemas.openxmlformats.org/officeDocument/2006/relationships/slide" Target="slides/slide79.xml"/><Relationship Id="rId11" Type="http://schemas.openxmlformats.org/officeDocument/2006/relationships/slide" Target="slides/slide78.xml"/><Relationship Id="rId12" Type="http://schemas.openxmlformats.org/officeDocument/2006/relationships/slide" Target="slides/slide77.xml"/><Relationship Id="rId13" Type="http://schemas.openxmlformats.org/officeDocument/2006/relationships/slide" Target="slides/slide76.xml"/><Relationship Id="rId14" Type="http://schemas.openxmlformats.org/officeDocument/2006/relationships/slide" Target="slides/slide75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slide" Target="slides/slide60.xml"/><Relationship Id="rId75" Type="http://schemas.openxmlformats.org/officeDocument/2006/relationships/slide" Target="slides/slide61.xml"/><Relationship Id="rId76" Type="http://schemas.openxmlformats.org/officeDocument/2006/relationships/slide" Target="slides/slide62.xml"/><Relationship Id="rId77" Type="http://schemas.openxmlformats.org/officeDocument/2006/relationships/slide" Target="slides/slide63.xml"/><Relationship Id="rId78" Type="http://schemas.openxmlformats.org/officeDocument/2006/relationships/slide" Target="slides/slide64.xml"/><Relationship Id="rId79" Type="http://schemas.openxmlformats.org/officeDocument/2006/relationships/slide" Target="slides/slide65.xml"/><Relationship Id="rId80" Type="http://schemas.openxmlformats.org/officeDocument/2006/relationships/slide" Target="slides/slide66.xml"/><Relationship Id="rId81" Type="http://schemas.openxmlformats.org/officeDocument/2006/relationships/slide" Target="slides/slide67.xml"/><Relationship Id="rId82" Type="http://schemas.openxmlformats.org/officeDocument/2006/relationships/slide" Target="slides/slide68.xml"/><Relationship Id="rId83" Type="http://schemas.openxmlformats.org/officeDocument/2006/relationships/slide" Target="slides/slide69.xml"/><Relationship Id="rId84" Type="http://schemas.openxmlformats.org/officeDocument/2006/relationships/slide" Target="slides/slide70.xml"/><Relationship Id="rId85" Type="http://schemas.openxmlformats.org/officeDocument/2006/relationships/slide" Target="slides/slide71.xml"/><Relationship Id="rId86" Type="http://schemas.openxmlformats.org/officeDocument/2006/relationships/slide" Target="slides/slide72.xml"/><Relationship Id="rId87" Type="http://schemas.openxmlformats.org/officeDocument/2006/relationships/slide" Target="slides/slide73.xml"/><Relationship Id="rId88" Type="http://schemas.openxmlformats.org/officeDocument/2006/relationships/slide" Target="slides/slide74.xml"/><Relationship Id="rId89" Type="http://schemas.openxmlformats.org/officeDocument/2006/relationships/notesMaster" Target="notesMasters/notesMaster1.xml"/><Relationship Id="rId90" Type="http://schemas.openxmlformats.org/officeDocument/2006/relationships/commentAuthors" Target="commentAuthors.xml"/><Relationship Id="rId91" Type="http://schemas.openxmlformats.org/officeDocument/2006/relationships/presProps" Target="presProps.xml"/><Relationship Id="rId92" Type="http://schemas.openxmlformats.org/officeDocument/2006/relationships/viewProps" Target="viewProps.xml"/><Relationship Id="rId93" Type="http://schemas.openxmlformats.org/officeDocument/2006/relationships/theme" Target="theme/theme1.xml"/><Relationship Id="rId94" Type="http://schemas.openxmlformats.org/officeDocument/2006/relationships/tableStyles" Target="tableStyles.xml"/><Relationship Id="rId95" Type="http://schemas.openxmlformats.org/officeDocument/2006/relationships/slide" Target="slides/slide8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E76DA-25DE-442D-98CF-7CFC519F8A48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88D9-1113-425D-9781-D2F6804CB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B3B98-E9B8-4E99-AEB7-6951F8FEC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96C95-D923-4231-B1F2-758DDD818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403903-B1D9-4153-8254-8C4690540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345E3-FC01-478F-9FC4-58385120BC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72102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9AD07-1AED-4C84-9481-5A5D0785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7CB1D-FBB7-4CAC-82F0-4792CB3F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99C39-612E-41E1-A195-1E993D123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19A43-982A-41FB-B8E3-54CDEF9CBDE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2543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C0F9B1-7DCB-4955-9888-069330EB1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166CF0-E9F0-4AA1-B8D4-93363ACCC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59857A-6A44-489F-9608-1C930B83D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BE2C0-FFA6-4233-8A13-5B4FA15A18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17154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5DDD1D-AC72-4E0D-A025-3421178DA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67E1E-7EB5-43E8-8416-C8D64D825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74EA-6EFC-4FAE-BBAC-D3E31CDB8D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F7006-FA76-46A7-A636-E64AF30D5F5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46369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373D6-778D-4A2F-BBAA-027C7EC53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337936-5525-44BE-8AEE-6C8DB6922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DF131-0030-4329-996E-541270FCF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4832D-D41F-4D9C-BFE1-620B9401BD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079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E7551F-9729-41DC-A9A7-4B13BAC5D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53E19E-5A4E-48E4-A7A1-B01D365C5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EBF52B-63FD-4047-A9F4-B592C842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33BDB-A888-4E42-B109-2E0B65C1972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96420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083F0-58FE-4473-BD49-3D568F4BF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CA7C8-9ADE-436B-9211-F5CCB9D30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02B96-D6E6-4577-9AFF-5FB3A21FF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03297-250C-4010-B30B-52BD9F8749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206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9A1B1C-9C1E-497A-86AC-30F16CAFE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CF00EA-617B-4D74-87C4-C110D65FA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EE462-8DD1-4392-8F05-5202F311F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78DC2-5969-4581-B3BF-AD55EBC27F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4218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62CF56-CD78-497A-BD2C-268069C7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C6E1B-411F-4525-850B-946F21FD1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FDD4D-0A78-4514-B92B-BF070EC1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061C-E733-42F0-80CE-5CB4E041D6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2964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731AD5-48B0-4EA1-B582-55B9CF45B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7BFDD9-3B2D-4BC6-9242-608310793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2F6C06-A0F7-407B-B881-52A6D91BE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B02FB-0A40-4E75-BB87-73585C9481E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558549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DE3580-C8EA-40C2-B681-1DC42344A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ED5481-A784-4140-813D-394841F42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7C1313-B308-463E-B9D1-E5B9CE558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6927C-A7E1-47F7-A5B8-85A5B2360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03117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637B3F-F45B-4C6F-A25B-7606E982E3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92466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5EEA2D-E59D-43D9-9D5F-38FF762C1C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0318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327DB82-F0C7-4AF6-819E-64A5E2960B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13859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FC4A93C-0FC7-4072-830D-4C3A5450632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1293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067238F-B339-43B7-A637-07E3743BF9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84254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22ED09-1093-49F2-A2E3-9AA8A086B8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254759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DC73EB-9344-45C4-ADC6-E1273050F3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7480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CC4AC2D-2465-47BE-B7DC-170D939549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4599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A5265BC-AE00-47CD-99DC-2B09792A05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28199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1730548-7313-449C-BECC-5249F46EF9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8815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4ABCAB-A6AC-44D4-B2B8-52E3E7E7BB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46403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6C5FD-77EB-48FA-8E45-A9FEF7CF9C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0614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3024-B5AF-48B4-A827-6864658D40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6469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026BB-9B99-4168-9A77-98AC4B3674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10149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-14288"/>
            <a:ext cx="12206817" cy="6884988"/>
            <a:chOff x="0" y="-9"/>
            <a:chExt cx="5767" cy="4337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FBEA48A-6380-439C-A85F-1E1099CC8A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0FFE6F5-AA2E-4934-A90E-1EFE1F19BD60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77A607-7851-4017-8C3B-29E754AE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90E5FDA-AFAF-471E-BF83-E428D19C9E35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1A3D39D-5A57-4490-803E-7D31EDCAFC4E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27D59BC-6A34-448E-A49D-7549424E622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E4E4C7B-DDEB-4DDF-A022-0D808F835D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E562CC4-E837-4BAB-8801-D175535E81F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F7F9F6A-29BF-4BEF-991D-7ECC4D7678C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2D9103E-B775-4D14-B6F8-9589C6F38F6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A481562-6E13-450E-8E86-813A4DD18B6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2AAED80-0BB1-42B0-8901-32D69E526DB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ACF0571-FCB7-428A-8D2B-B3DFB16CB48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2F57F0A9-E547-4CC1-A7F9-6E4FBBC21848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D499A713-07AF-4D97-8E0B-3A505597EDC9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25A67E8-1FC3-4609-83F1-DDC5505D756C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50CF563-8F6E-4DB9-9335-29B9429D9F52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F5CEBC45-CC86-4EE5-99DB-9CBB9A89F8F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B1BDC5C-9D36-4CE9-B2F3-DC034DCEF67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B3124DC-F11F-46CE-8B97-16EAD64E2E1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97D5F9-9E49-4C74-A4FF-5290B7B5CC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pic>
          <p:nvPicPr>
            <p:cNvPr id="34" name="Picture 32" descr="D:\FRONTPAGE THEMES\BLITZ\BTZBUL1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235200" y="1905000"/>
            <a:ext cx="9652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4572001"/>
            <a:ext cx="85344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EEFCBA9-8136-4C8F-B7D2-59DB8CAB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C676330-C207-4776-9A11-73EB313CE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2E4DE064-A3B1-40DB-8D1B-D6AD3446E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28016-D2B6-4E2B-B32F-CFC55C570A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656064"/>
      </p:ext>
    </p:extLst>
  </p:cSld>
  <p:clrMapOvr>
    <a:masterClrMapping/>
  </p:clrMapOvr>
  <p:transition spd="slow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45F8ED-947E-4703-B809-51AC31ABA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6935D-4EDE-4E27-95AE-4C999ABF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EC8EEE-008D-4FAD-BBE0-7D48E1534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A4B42-2EA2-454E-85A7-565ACC1C53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9F71E6-C115-4FB6-B300-6BA43D2001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D25218F-40A1-4621-8A9C-1D13555297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054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8D52E6-4146-4D3E-B83D-22FA3C36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970D23-B23C-4666-9604-6FAAFD7E4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8E8EE4-7753-4323-B5CA-FE16F48A2C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A68123-6B39-4AB4-8CC4-65126B11DB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D73471-9FBF-421E-B3D4-377CB6EA6B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A43700B-5AD5-4DF8-B5EB-622B795DDC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18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8B7A-A7F2-44B2-ABA4-2728DE5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9EF706-A1C0-444A-9AE5-63C2C25F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8E0434-B5C3-468C-990A-989560D1E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3B1B57-BF43-4EA3-80F8-8C5159069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20A42-41D3-4A5C-B724-0E40033963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F6395CF-4EB5-4C0D-AEF8-C2323ABCDC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632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F92C0A-80D0-46AB-A95F-C6AA22AB0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E29EF4-B18E-48D0-BB2D-A73E8A7B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9121-E34F-4ED2-B77C-D871E539E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70001-DA50-417C-8005-5E1BC001FC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7F243-7891-4440-8C26-1FD97571D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FA0184E-5ABE-4EE1-B075-3E242272C9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0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b="0">
                <a:solidFill>
                  <a:srgbClr val="000000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84F2B82-CAF4-4796-BB18-FC7AAB714C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2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C90037C-C661-4379-B7B1-358A0EBA86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045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224DFE8-C4CF-42B7-B10D-892870FD48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224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4" r:id="rId1"/>
    <p:sldLayoutId id="2147484055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BC4E9A0-D859-472A-AEE2-D5CC29566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</a:t>
            </a:r>
          </a:p>
        </p:txBody>
      </p:sp>
      <p:pic>
        <p:nvPicPr>
          <p:cNvPr id="26627" name="Content Placeholder 8">
            <a:extLst>
              <a:ext uri="{FF2B5EF4-FFF2-40B4-BE49-F238E27FC236}">
                <a16:creationId xmlns:a16="http://schemas.microsoft.com/office/drawing/2014/main" id="{6A811F3E-D7E7-410C-9FB6-51A9AD896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" b="388"/>
          <a:stretch>
            <a:fillRect/>
          </a:stretch>
        </p:blipFill>
        <p:spPr>
          <a:xfrm>
            <a:off x="1524000" y="0"/>
            <a:ext cx="9144000" cy="2895600"/>
          </a:xfrm>
        </p:spPr>
      </p:pic>
      <p:pic>
        <p:nvPicPr>
          <p:cNvPr id="26628" name="Picture 10">
            <a:extLst>
              <a:ext uri="{FF2B5EF4-FFF2-40B4-BE49-F238E27FC236}">
                <a16:creationId xmlns:a16="http://schemas.microsoft.com/office/drawing/2014/main" id="{52D61696-9BB7-4251-B206-77AB53247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6477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304C1C8-67B3-2F9A-9B20-C991F0A59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5" t="58600" r="55199" b="38110"/>
          <a:stretch/>
        </p:blipFill>
        <p:spPr bwMode="auto">
          <a:xfrm>
            <a:off x="5679992" y="1703697"/>
            <a:ext cx="87867" cy="9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2460F02-D5DD-4E97-B015-A4F9A6D1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1250950"/>
            <a:ext cx="63500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歡迎來到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新城歸正教會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台語崇拜</a:t>
            </a:r>
            <a:endParaRPr kumimoji="0" lang="en-GB" altLang="zh-TW" sz="72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F93CF712-58A5-4DA0-9AF8-9E5BB6601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59656"/>
            <a:ext cx="12192000" cy="6295292"/>
          </a:xfrm>
        </p:spPr>
        <p:txBody>
          <a:bodyPr/>
          <a:lstStyle/>
          <a:p>
            <a:pPr lvl="0" algn="l"/>
            <a:r>
              <a:rPr lang="zh-TW" altLang="en-US" dirty="0"/>
              <a:t>  台語崇拜使用 </a:t>
            </a:r>
            <a:r>
              <a:rPr lang="en-US" altLang="zh-TW" dirty="0"/>
              <a:t>Zoom </a:t>
            </a:r>
            <a:r>
              <a:rPr lang="zh-TW" altLang="en-US" dirty="0"/>
              <a:t>華語翻譯</a:t>
            </a:r>
            <a:r>
              <a:rPr lang="en-US" altLang="zh-TW" dirty="0"/>
              <a:t>: </a:t>
            </a:r>
          </a:p>
          <a:p>
            <a:pPr lvl="0" algn="l"/>
            <a:r>
              <a:rPr lang="zh-TW" altLang="en-US" dirty="0"/>
              <a:t>  會議號碼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FF00"/>
                </a:solidFill>
              </a:rPr>
              <a:t>867 5272 8884 </a:t>
            </a:r>
          </a:p>
          <a:p>
            <a:pPr lvl="0" algn="l"/>
            <a:r>
              <a:rPr lang="zh-TW" altLang="en-US" dirty="0"/>
              <a:t>  密碼 </a:t>
            </a:r>
            <a:r>
              <a:rPr lang="en-US" altLang="zh-TW" dirty="0">
                <a:solidFill>
                  <a:srgbClr val="FFFF00"/>
                </a:solidFill>
              </a:rPr>
              <a:t>8515 </a:t>
            </a:r>
            <a:r>
              <a:rPr lang="zh-TW" altLang="en-US" dirty="0"/>
              <a:t>手機加入 </a:t>
            </a:r>
            <a:r>
              <a:rPr lang="en-US" altLang="zh-TW" dirty="0">
                <a:solidFill>
                  <a:srgbClr val="FFFF00"/>
                </a:solidFill>
              </a:rPr>
              <a:t>646-558-8656</a:t>
            </a:r>
            <a:r>
              <a:rPr lang="en-US" altLang="zh-TW" dirty="0"/>
              <a:t> </a:t>
            </a:r>
          </a:p>
          <a:p>
            <a:pPr lvl="0" algn="l"/>
            <a:r>
              <a:rPr lang="zh-TW" altLang="en-US" dirty="0"/>
              <a:t>  請自帶耳機</a:t>
            </a:r>
            <a:r>
              <a:rPr lang="en-US" altLang="zh-TW" dirty="0"/>
              <a:t>,</a:t>
            </a:r>
            <a:r>
              <a:rPr lang="zh-TW" altLang="en-US" dirty="0"/>
              <a:t>加入後麥克風請靜音。</a:t>
            </a:r>
            <a:endParaRPr lang="zh-TW" altLang="en-US" b="0" spc="-15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216275" y="620713"/>
            <a:ext cx="62198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請咱用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來參加今天的敬拜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GB" altLang="zh-TW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855913" y="2332038"/>
            <a:ext cx="67992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安靜 敬虔的心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9988" y="127000"/>
            <a:ext cx="4773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開  會  詩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91440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kumimoji="0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上帝此時臨在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大家同心敬拜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佇主面前虔誠服事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上帝永遠存在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彈琴彈瑟和諧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萬姓萬族圍圍敬拜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聖旨意到永遠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萬軍的主臨到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管理聖會做頭</a:t>
            </a:r>
            <a:r>
              <a:rPr lang="en-US" altLang="zh-TW" sz="4800" b="1" kern="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F6D6D72-0502-467D-9F16-488811C6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宣  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26761BF0-0A0A-E467-C0B5-F885E97C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8EFA3D7-D5FE-06D6-025E-4489B5C0B3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我的心神你當唱歌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B4DF612-D356-93A7-6E73-B9A7C08BBB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我的心神你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(tioh)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唱歌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感謝耶和華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耶和華是我的上帝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祂有創造天頂地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下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(ē)</a:t>
            </a:r>
            <a:endParaRPr lang="zh-TW" altLang="en-US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耶和華上帝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A952FF5-08A4-4E9C-0827-C10C764F06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69: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我的心神你當唱歌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17F8C826-E544-F70B-779A-916CCA7DD8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至大救主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愛疼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(thiàⁿ-thàng)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照顧人類的天父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四季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運轉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(ūn-choán)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賜福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天下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(thiⁿ-ē)</a:t>
            </a:r>
            <a:endParaRPr lang="zh-TW" altLang="en-US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田園出產補阮欠缺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耶和華上帝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F7EB507-FB68-5E86-4A69-E9813AEF58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我的心神你當唱歌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4011915-3AE5-49E9-7720-2091F2CFBB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我的心神我的心神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虔誠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朝覲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(tiâu-kìⁿ)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主的面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祂是全能榮光上帝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永遠治理天頂地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下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(ē)</a:t>
            </a:r>
            <a:endParaRPr lang="zh-TW" altLang="en-US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耶和華上帝   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01A9837D-1969-4BDE-8F03-F37C0D84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祈  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187"/>
            <a:ext cx="12192000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阮在天裡的父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願祢的名聖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祢的國臨到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祢的旨意得成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在地裡親像在天裡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阮的日食今仔日給阮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赦免阮的辜負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親像阮亦有赦免辜負阮的人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勿得導阮入於試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著救阮脫離彼個歹的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因為國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權能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榮光攏是祢所有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代代無盡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!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阿們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我信上帝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全能的父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創造天地的主宰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我信耶穌基督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上帝的獨生子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咱的主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  <a:endParaRPr kumimoji="0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祂對聖神投胎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對在室女馬利亞出世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佇本丟彼拉多任內受苦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釘十字架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埋葬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落陰府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第三日對死人中復活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上天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 今坐佇全能的父上帝的大傍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祂要對彼復來審判活人與死人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我信聖神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公同的教會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聖徒的相通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罪的赦免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肉體的復活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永遠的活命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阿們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BEFE664-BB05-315B-325F-A8FCA452C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705E9ED6-4EE0-0D55-07C5-A438D8909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0668000" cy="57150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智慧豈無在叫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algn="l"/>
            <a:r>
              <a:rPr lang="en-US" altLang="zh-TW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聰明</a:t>
            </a:r>
            <a:r>
              <a:rPr lang="zh-TW" altLang="en-US" u="sng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豈</a:t>
            </a:r>
            <a:r>
              <a:rPr lang="en-US" altLang="zh-TW" sz="3200" dirty="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kiám</a:t>
            </a:r>
            <a:r>
              <a:rPr lang="en-US" altLang="zh-TW" sz="3200" dirty="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無出聲</a:t>
            </a:r>
            <a:r>
              <a:rPr lang="en-US" altLang="zh-TW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他在路邊高地的頂面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十字路口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(the</a:t>
            </a:r>
            <a:r>
              <a:rPr lang="zh-TW" altLang="en-US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khiā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13A28C1-54A6-980A-5B1A-CD3B34A46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ABDE8F46-F27E-6AB4-05B6-37DB59DAF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0668000" cy="4449764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在城門邊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在城門口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城出入的所在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大聲叫講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眾人啊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我叫恁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向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ǹg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世間人出聲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363A2B7-A814-F237-0D35-BB25CF0AB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2A1E57C-2220-3A7B-6157-0BF53620D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講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戇直的人啊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恁當能曉得通逹的理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愚戇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gû-gōng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的人啊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恁心內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tio̍h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明白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1BFC4F8-9D78-1552-806F-050191F6D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D5C9927A-5FD1-21FB-EE21-07D0B0007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恁當聽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因為我要講極好的事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我要開嘴論正直的事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2D58009-0467-136C-D4E7-DCD20F2F4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3386AD0-AB98-8B94-0064-F6985EC75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在耶和華造化的起頭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極起頭創造的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在先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tāi-seng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我是祂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所有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8E22FD9-0E40-049D-88DF-931AF2D79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77D25BC-55F4-E4EB-6EC7-05AB8EF5E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從永遠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從極起頭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未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bē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有世界的在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先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我已經受設立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有深淵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有多多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choē-choē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水的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水泉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已經生我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1343A0D-9D53-933D-6F13-9F0D4E73A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0C62AB9-6D84-549C-9D21-1B94199B4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大山未定着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小山未有的在先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已經生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尚未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iáu-bē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創造大地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田野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以及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í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-kip)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地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chiū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ⁿ)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土粉的原質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  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6DB313C-DC02-6758-DC2A-DD078ACE4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F4A7E03-8A36-D7C7-5C25-AEE60AE0D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祂建立這些天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設圓環在深淵的頂面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頂面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安置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(an-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tì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穹蒼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堅固深淵的水泉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4255CB5-1430-4290-48AB-C0EBBE395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6EE1EC7-DB39-4E21-B055-9B7349DE6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給海定着界限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使水無般過祂的命令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 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定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tiā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ⁿ)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着大地的根基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在的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tī-teh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69A3916-0700-9CF3-24C0-A246B39AB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0FD3696D-4812-6957-919F-24ED34D5F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" y="990600"/>
            <a:ext cx="12191999" cy="59436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彼時我在彼做師傅頭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日日給祂歡喜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常常在祂的面前快樂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  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在可居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thang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khiā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起的地快樂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也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b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</a:br>
            <a:r>
              <a:rPr lang="zh-TW" altLang="en-US" sz="3200" dirty="0">
                <a:latin typeface="Arial" panose="020B0604020202020204" pitchFamily="34" charset="0"/>
                <a:ea typeface="標楷體" panose="03000509000000000000" pitchFamily="49" charset="-120"/>
              </a:rPr>
              <a:t>  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世間人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相與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sa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ⁿ-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6D3864D4-3781-7B28-3730-C005A05F5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CDD6601C-1719-31DC-7C20-A1F57D54E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恁這些子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今着聽趁我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因為執守我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的道路者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就有福氣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着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tio̍h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聽教示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就得着智慧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不可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(m̄-thang)</a:t>
            </a:r>
            <a:b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</a:br>
            <a:r>
              <a:rPr lang="zh-TW" altLang="en-US" sz="3200">
                <a:latin typeface="Arial" panose="020B0604020202020204" pitchFamily="34" charset="0"/>
                <a:ea typeface="標楷體" panose="03000509000000000000" pitchFamily="49" charset="-120"/>
              </a:rPr>
              <a:t> 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棄絕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它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0278F65-4888-284A-51C9-357D8973B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5A0199C-9720-FFD2-4BDE-1A7F5C84B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聽趁我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日日在我的門口在等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我的門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khiā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邊等候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彼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(hit)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號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人有福氣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D5DFA222-910A-C637-A75A-0E4F28AF6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1B2481C-41B3-A410-9CBB-E850228069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因為尋着我者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就尋着活命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也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必由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tùi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耶和華得着恩惠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得罪我的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是害自己的生命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怨恨我的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攏是自己取死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               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               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359150" y="2492375"/>
            <a:ext cx="6673200" cy="121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00FFFF"/>
                </a:solidFill>
              </a:rPr>
              <a:t>獻詩: 耶和華是我牧者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我不致到欠缺</a:t>
            </a:r>
          </a:p>
          <a:p>
            <a:r>
              <a:t>使我躺在青翠草埔</a:t>
            </a:r>
          </a:p>
          <a:p>
            <a:r>
              <a:t>在安歇的水邊</a:t>
            </a:r>
          </a:p>
          <a:p>
            <a:r>
              <a:t>祂使我靈魂精英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導我行義的路</a:t>
            </a:r>
          </a:p>
          <a:p>
            <a:r>
              <a:t>行過死蔭的山谷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也不驚災害</a:t>
            </a:r>
          </a:p>
          <a:p>
            <a:r>
              <a:t>在我對敵的面前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給我擺設筵席</a:t>
            </a:r>
          </a:p>
          <a:p>
            <a:r>
              <a:t>祢用油抹我的頭殼</a:t>
            </a:r>
          </a:p>
          <a:p>
            <a:r>
              <a:t>我的杯滿出來</a:t>
            </a:r>
          </a:p>
          <a:p>
            <a:r>
              <a:t>祢的恩典和慈悲 隨我到一世人</a:t>
            </a:r>
          </a:p>
          <a:p>
            <a:r>
              <a:t>我要居起祢的厝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直到永永遠遠</a:t>
            </a:r>
          </a:p>
          <a:p>
            <a:r>
              <a:t>耶和華是我牧者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我不致到欠缺</a:t>
            </a:r>
          </a:p>
          <a:p>
            <a:r>
              <a:t>使我躺在青翠草埔</a:t>
            </a:r>
          </a:p>
          <a:p>
            <a:r>
              <a:t>在安歇的水邊</a:t>
            </a:r>
          </a:p>
          <a:p>
            <a:r>
              <a:t>祂使我靈魂精英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導我行義的路</a:t>
            </a:r>
          </a:p>
          <a:p>
            <a:r>
              <a:t>行過死蔭的山谷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也不驚災害</a:t>
            </a:r>
          </a:p>
          <a:p>
            <a:r>
              <a:t>嘿嘿喲 嘿嘿喲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主祢與我同在</a:t>
            </a:r>
          </a:p>
          <a:p>
            <a:r>
              <a:t>祢的槌和祢的柺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時常來安慰我</a:t>
            </a:r>
          </a:p>
          <a:p>
            <a:r>
              <a:t>嘿嘿喲 嘿嘿喲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祢慈愛跟隨我</a:t>
            </a:r>
          </a:p>
          <a:p>
            <a:r>
              <a:t>我要居起祢的厝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直到永永遠遠</a:t>
            </a:r>
          </a:p>
          <a:p>
            <a:r>
              <a:t>我要居起祢的厝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直到永永遠遠</a:t>
            </a:r>
          </a:p>
          <a:p>
            <a:r>
              <a:t>直到永永遠遠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直到永永遠遠</a:t>
            </a:r>
          </a:p>
          <a:p>
            <a:r>
              <a:t>到永遠 到永遠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在祢的厝到永遠</a:t>
            </a:r>
          </a:p>
          <a:p>
            <a:r>
              <a:t>我要居起祢的厝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直到永永遠遠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359150" y="2492375"/>
            <a:ext cx="6673200" cy="121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00FFFF"/>
                </a:solidFill>
              </a:rPr>
              <a:t>經文 羅馬書 4:1~12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亞伯拉罕 因信而被稱為義   陳信銘牧師</a:t>
            </a:r>
          </a:p>
          <a:p>
            <a:r>
              <a:t>《羅馬書 4:1~12》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一. 亞伯拉罕因信稱義：</a:t>
            </a:r>
          </a:p>
          <a:p>
            <a:r>
              <a:t>1. 倘若亞伯拉罕是因行為稱義，就有可誇的</a:t>
            </a:r>
          </a:p>
          <a:p>
            <a:r>
              <a:t>2. 做工的得工價，不算恩典，乃是該得的</a:t>
            </a:r>
          </a:p>
          <a:p>
            <a:r>
              <a:t>3. 惟有不做工的，只信稱罪人為義的 神就算為義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二. 大衛在詩篇 32 篇的論述：</a:t>
            </a:r>
          </a:p>
          <a:p>
            <a:r>
              <a:t>1. 得赦免其過、遮蓋其罪的，這人是有福的</a:t>
            </a:r>
          </a:p>
          <a:p>
            <a:r>
              <a:t>2. 主不算為有罪的，這人是有福的</a:t>
            </a:r>
          </a:p>
          <a:p>
            <a:r>
              <a:t>3. 這福是加給受割禮的人及未受割禮的人，沒有分別！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三. 亞伯拉罕是因信稱義之人的父：</a:t>
            </a:r>
          </a:p>
          <a:p>
            <a:r>
              <a:t>1. 亞伯拉罕因信稱義是在未受割禮的時候</a:t>
            </a:r>
          </a:p>
          <a:p>
            <a:r>
              <a:t>2. 割禮是未受割禮時候因信稱義的印證（記號）</a:t>
            </a:r>
          </a:p>
          <a:p>
            <a:r>
              <a:t>3. 亞伯拉罕是未受割禮而信之人的父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8A8D6196-5E81-8E8D-7EDF-D36056025A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BD27BE00-9261-5EDB-4A72-5C916FD118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大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鳴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(the tōa tân)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傳到眾海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眾山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報傳得救歡喜消息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白白賞賜你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39F01D0-FC8F-18C2-FCA9-F495F75233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F9FA4D8-0BF7-AB87-B5FD-F1842AF438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上帝將獨生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子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(kiáⁿ)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賞賜世間萬萬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人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(lâng)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信靠救主無論是誰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能得永遠活穩當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D3FBDAD-E4B2-BBC2-DC68-D92082E13B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9A47278-0C43-E12F-0413-25C514E638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 時時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鳴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(tân)</a:t>
            </a:r>
            <a:r>
              <a:rPr lang="en-US" altLang="zh-TW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傳到眾海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眾山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 直直鳴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報福氣給你與我。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9DD6B42C-88DA-2AC3-98A8-2123A9621C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6147" name="Rectangle 5">
            <a:extLst>
              <a:ext uri="{FF2B5EF4-FFF2-40B4-BE49-F238E27FC236}">
                <a16:creationId xmlns:a16="http://schemas.microsoft.com/office/drawing/2014/main" id="{46DD8998-4E2F-68FC-65D6-CC34D1AE08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福音鐘聲有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咱人應該來就近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勿得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推辭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(the-sî)</a:t>
            </a:r>
          </a:p>
          <a:p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           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主的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筵席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(iân-sia̍h)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勿得看輕主的恩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6E1BD76-5762-4C8B-B14C-BE00141BF6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87BE0EB5-BF59-A9CA-201E-2D2F336A58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我是活命的餅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養飼心神的欠缺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罪過色緻親像朱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(âng)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我能洗到白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若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(ná)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雪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B63829B-BA6B-2879-70E7-8D6C10EDCD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90979D6-BDD3-CBFB-B9CC-7DA252EFAE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 時時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鳴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(tân)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傳到眾海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眾山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 直直鳴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報福氣給你與我。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>
            <a:extLst>
              <a:ext uri="{FF2B5EF4-FFF2-40B4-BE49-F238E27FC236}">
                <a16:creationId xmlns:a16="http://schemas.microsoft.com/office/drawing/2014/main" id="{A17324B5-1246-BA14-D6EB-9521E91064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9219" name="Rectangle 5">
            <a:extLst>
              <a:ext uri="{FF2B5EF4-FFF2-40B4-BE49-F238E27FC236}">
                <a16:creationId xmlns:a16="http://schemas.microsoft.com/office/drawing/2014/main" id="{6B69ED17-55A8-6924-B827-26D8157D55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尚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(iáu)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在鳴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應該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謹慎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細膩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(kín-sīn sòe-jī)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若無反悔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尚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延緩</a:t>
            </a:r>
            <a:endParaRPr lang="nl-NL" altLang="zh-TW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ts val="4000"/>
              </a:lnSpc>
              <a:spcBef>
                <a:spcPct val="0"/>
              </a:spcBef>
            </a:pP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                                    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(iáu the iân-chhiân)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穩當遇着大驚惶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C2CE22A-9E5A-5953-B62B-C7812F1991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20B8C65-C8BD-4BE5-1011-479828E5E0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逃走保全性命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勿得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此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所在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勿得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(oa̍t)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頭勿得看後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驚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了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(liáu)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遇着大災害。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48B7343-845E-D396-A732-C490456B65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1E25B34-7825-A108-6CAB-13DB1E84D6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福音鐘 時時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鳴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tân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 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傳到眾海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眾山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福音鐘 直直鳴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報福氣給你與我。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9AEEC10F-9350-4F5B-8F6C-112079D08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rgbClr val="00FFFF"/>
                </a:solidFill>
              </a:rPr>
              <a:t>奉獻</a:t>
            </a:r>
            <a:endParaRPr lang="zh-TW" altLang="en-US"/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4B8C926E-5155-4788-9D42-4F33E1FE1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各人要隨本心所酌定的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不要作難</a:t>
            </a:r>
            <a:r>
              <a:rPr lang="en-US" altLang="zh-TW" dirty="0"/>
              <a:t>,</a:t>
            </a:r>
            <a:r>
              <a:rPr lang="zh-TW" altLang="en-US" dirty="0"/>
              <a:t>不要勉強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因為捐得樂意的人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是上帝所歡喜的</a:t>
            </a:r>
            <a:r>
              <a:rPr lang="en-US" altLang="zh-TW" dirty="0"/>
              <a:t>.</a:t>
            </a:r>
            <a:endParaRPr lang="zh-TW" altLang="en-US" dirty="0"/>
          </a:p>
          <a:p>
            <a:pPr eaLnBrk="1" hangingPunct="1"/>
            <a:r>
              <a:rPr lang="zh-TW" altLang="en-US" dirty="0"/>
              <a:t>              </a:t>
            </a:r>
            <a:r>
              <a:rPr lang="zh-TW" altLang="en-US" sz="4000" dirty="0"/>
              <a:t>林後</a:t>
            </a:r>
            <a:r>
              <a:rPr lang="en-US" altLang="zh-TW" sz="4000" dirty="0"/>
              <a:t>9:7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74F9AA72-327A-4A57-ABA9-6ADFCCD83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奉獻詩</a:t>
            </a:r>
            <a:r>
              <a:rPr lang="en-US" altLang="zh-TW"/>
              <a:t>: </a:t>
            </a:r>
            <a:r>
              <a:rPr lang="zh-TW" altLang="en-US"/>
              <a:t>我的生命獻給祢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D9B4988B-D077-4EB1-B961-532D3CAC7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我的錢銀獻給祢</a:t>
            </a:r>
            <a:endParaRPr lang="en-US" altLang="zh-TW" dirty="0"/>
          </a:p>
          <a:p>
            <a:r>
              <a:rPr lang="zh-TW" altLang="en-US" dirty="0"/>
              <a:t>用出攏趁祢旨意</a:t>
            </a:r>
          </a:p>
          <a:p>
            <a:r>
              <a:rPr lang="zh-TW" altLang="en-US" dirty="0"/>
              <a:t>我的才情祢賞賜</a:t>
            </a:r>
          </a:p>
          <a:p>
            <a:r>
              <a:rPr lang="zh-TW" altLang="en-US" dirty="0"/>
              <a:t>甘願還祢做器具</a:t>
            </a:r>
          </a:p>
          <a:p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9DDF1A1A-81C7-4EDF-AFAF-8CCDF2D3A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報告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1. 主日早晨停車: 1）台語部兄姊請使用教會停車場入口 一排，及靠辦公室兩排車位，也請將花圃兩邊第一個 位置預留給殘障車位之需要；2）並提醒兄姊放置停車 證及電話號碼；3）主日崇拜中請勿要求移車（英語部 崇拜時間 1:30-2:30）；4) 先到車輛請儘量向裡面停， 以利後來車輛停放 。</a:t>
            </a:r>
          </a:p>
          <a:p>
            <a:r>
              <a:t>2. 維修同工招募：設備組徵求有願意一起修繕美化教會 的弟兄姐妹 有心服事者請向郭景光長老或是潘堅執事 , 報名。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1. 主日學---今天11:30在交誼廳, 陳牧師帶領新的課程： 「啓示錄」, 歡迎大家參加。線上: https://zoom.us/j/99429704298, 會號 994 2970 4298, 密碼 626954; 電話 646-558-8656。</a:t>
            </a:r>
          </a:p>
          <a:p>
            <a:r>
              <a:t>2. 團契組和社青聯合舉辦春季郊遊賞櫻花，今天午餐後 1:30 出發，自己先找人搭載，並自備點心和飲料， 2:00 在公園 Fort Totten park 會合，結束後有自助餐 安排，有意參加者可以自由前往共進晚餐。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3. 事工研討會---因為今天的郊遊改為下周 4/26舉行。</a:t>
            </a:r>
          </a:p>
          <a:p>
            <a:r>
              <a:t>4. 週三線上禱告---邀請您參加 4/22晚上 8點禱告會, 所有 事工都需要禱告求上帝扶持祝福, zoom 連結如同主日學。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5. 長島分區聚會---本週五 (24) 6:30pm在文鈴兄/慧苓姐 家舉行, 備有簡便晚餐, 歡迎兄姐大家一起來參加。</a:t>
            </a:r>
          </a:p>
          <a:p>
            <a:r>
              <a:t>6. 愛餐服事---欲參與服事者, 請與鶴齡執事登記。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7. 請為教會守望代禱---中文學校, 兒童事工, 兄弟姐妹的健 康, 家人信主, 年輕會友立業成家, 紐約治安, 國際關係。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CEE98263-CE9D-4E50-A197-BB62D53C8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頌榮</a:t>
            </a:r>
            <a:r>
              <a:rPr lang="en-US" altLang="zh-TW"/>
              <a:t>: </a:t>
            </a:r>
            <a:r>
              <a:rPr lang="zh-TW" altLang="en-US"/>
              <a:t>榮光歸聖父上帝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3E0AEBB3-72FC-42E8-980C-AE3540AA9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990600"/>
            <a:ext cx="9144000" cy="5257800"/>
          </a:xfrm>
        </p:spPr>
        <p:txBody>
          <a:bodyPr/>
          <a:lstStyle/>
          <a:p>
            <a:r>
              <a:rPr lang="zh-TW" altLang="en-US" dirty="0"/>
              <a:t>榮光歸聖父上帝</a:t>
            </a:r>
          </a:p>
          <a:p>
            <a:r>
              <a:rPr lang="zh-TW" altLang="en-US" dirty="0"/>
              <a:t>榮光聖子聖神三位一體</a:t>
            </a:r>
          </a:p>
          <a:p>
            <a:r>
              <a:rPr lang="zh-TW" altLang="en-US" dirty="0"/>
              <a:t>昔在的 現在在的</a:t>
            </a:r>
          </a:p>
          <a:p>
            <a:r>
              <a:rPr lang="zh-TW" altLang="en-US" dirty="0"/>
              <a:t>將來亦永遠在的</a:t>
            </a:r>
          </a:p>
          <a:p>
            <a:r>
              <a:rPr lang="zh-TW" altLang="en-US" dirty="0"/>
              <a:t>無窮無盡</a:t>
            </a:r>
          </a:p>
          <a:p>
            <a:r>
              <a:rPr lang="zh-TW" altLang="en-US" dirty="0"/>
              <a:t>阿們阿們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8E6BBC15-D05D-4E1D-9340-7701D0688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ea typeface="標楷體" panose="03000509000000000000" pitchFamily="65" charset="-120"/>
              </a:rPr>
              <a:t>祝  禱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F52F9A4-8D15-4012-8CCD-0B3FB09651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3E03521-A56A-4968-A142-2406998CD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默 禱</a:t>
            </a:r>
            <a:r>
              <a:rPr lang="en-US" altLang="zh-TW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散 會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1E95CF2-C5F4-4B2A-8643-D05C1D07C5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0F71E80E-17E1-4989-8F8D-81DCAFC728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01838" y="1828800"/>
            <a:ext cx="8291512" cy="2925763"/>
          </a:xfrm>
        </p:spPr>
        <p:txBody>
          <a:bodyPr/>
          <a:lstStyle/>
          <a:p>
            <a:pPr marL="0" indent="0" algn="ctr" eaLnBrk="1" hangingPunct="1">
              <a:buFontTx/>
              <a:buNone/>
              <a:defRPr/>
            </a:pPr>
            <a:endParaRPr lang="en-US" altLang="zh-TW" sz="4800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zh-TW" altLang="en-US" b="1" kern="1200" dirty="0">
                <a:solidFill>
                  <a:prstClr val="white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今天的講台信息，請參閱</a:t>
            </a:r>
            <a:endParaRPr lang="en-US" altLang="zh-TW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en-US" altLang="zh-TW" sz="7200" b="1" kern="1200" dirty="0">
                <a:solidFill>
                  <a:srgbClr val="FFFF00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rcnewtown.org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041E1B6-C294-4A3C-81B7-67B018D99E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{DCF20479-549D-4993-A38F-31964E0376EF}</Item>
  <Item xmlns="" name="ShapesMap_Charts">{"{DCF20479-549D-4993-A38F-31964E0376EF}":{"1807":{},"1838":{},"1866":{},"1870":{},"1882":{},"1883":{},"1884":{},"1901":{},"1902":{},"1903":{},"1904":{},"2066":{},"2239":{},"2240":{},"2241":{},"2242":{},"256":{},"257":{},"261":{},"262":{},"269":{},"270":{},"274":{},"275":{},"2756":{},"276":{},"279":{},"2862":{},"2897":{},"2898":{},"2899":{},"3267":{},"3378":{},"3518":{},"3520":{},"3532":{},"3561":{},"3563":{},"3592":{},"3593":{},"3594":{},"360":{},"3610":{},"3617":{},"3628":{},"3660":{},"3661":{},"3662":{},"3663":{},"3664":{},"3665":{},"3666":{},"3667":{},"3668":{},"3669":{},"3670":{},"3671":{},"3672":{},"3673":{},"3674":{},"3675":{},"3676":{},"3677":{},"3678":{},"3679":{},"3680":{},"3681":{},"3682":{},"3683":{},"3684":{},"492":{},"493":{},"547":{},"548":{},"549":{},"550":{},"551":{},"552":{},"553":{},"554":{},"639":{},"753":{},"761":{}}}</Item>
</BBSettings>
</file>

<file path=customXml/itemProps1.xml><?xml version="1.0" encoding="utf-8"?>
<ds:datastoreItem xmlns:ds="http://schemas.openxmlformats.org/officeDocument/2006/customXml" ds:itemID="{6627DAC7-5361-4925-9466-7770BFDFAA7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6847</TotalTime>
  <Words>2997</Words>
  <Application>Microsoft Macintosh PowerPoint</Application>
  <PresentationFormat>Widescreen</PresentationFormat>
  <Paragraphs>359</Paragraphs>
  <Slides>80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80</vt:i4>
      </vt:variant>
    </vt:vector>
  </HeadingPairs>
  <TitlesOfParts>
    <vt:vector size="93" baseType="lpstr">
      <vt:lpstr>標楷體</vt:lpstr>
      <vt:lpstr>標楷體</vt:lpstr>
      <vt:lpstr>新細明體</vt:lpstr>
      <vt:lpstr>Arial</vt:lpstr>
      <vt:lpstr>Calibri</vt:lpstr>
      <vt:lpstr>Times New Roman</vt:lpstr>
      <vt:lpstr>Default Design</vt:lpstr>
      <vt:lpstr>4_Default Design</vt:lpstr>
      <vt:lpstr>2_Default Design</vt:lpstr>
      <vt:lpstr>5_Default Design</vt:lpstr>
      <vt:lpstr>6_Default Design</vt:lpstr>
      <vt:lpstr>7_Default Design</vt:lpstr>
      <vt:lpstr>9_Default Design</vt:lpstr>
      <vt:lpstr>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69:我的心神你當唱歌(1/3)</vt:lpstr>
      <vt:lpstr>69:我的心神你當唱歌(2/3)</vt:lpstr>
      <vt:lpstr>69:我的心神你當唱歌(3/3)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PowerPoint Presentation</vt:lpstr>
      <vt:lpstr>PowerPoint Presentation</vt:lpstr>
      <vt:lpstr>耶和華是我牧者</vt:lpstr>
      <vt:lpstr>耶和華是我牧者</vt:lpstr>
      <vt:lpstr>耶和華是我牧者</vt:lpstr>
      <vt:lpstr>耶和華是我牧者</vt:lpstr>
      <vt:lpstr>耶和華是我牧者</vt:lpstr>
      <vt:lpstr>耶和華是我牧者</vt:lpstr>
      <vt:lpstr>耶和華是我牧者</vt:lpstr>
      <vt:lpstr>PowerPoint Presentation</vt:lpstr>
      <vt:lpstr>經文  羅馬書 4:1~12 (新約第213頁)</vt:lpstr>
      <vt:lpstr>羅馬書 4:1~12 </vt:lpstr>
      <vt:lpstr>羅馬書 4:1~12 </vt:lpstr>
      <vt:lpstr>羅馬書 4:1~12 </vt:lpstr>
      <vt:lpstr>羅馬書 4:1~12 </vt:lpstr>
      <vt:lpstr>羅馬書 4:1~12 </vt:lpstr>
      <vt:lpstr>  今日信息  </vt:lpstr>
      <vt:lpstr>PowerPoint Presentation</vt:lpstr>
      <vt:lpstr>PowerPoint Presentation</vt:lpstr>
      <vt:lpstr>PowerPoint Presentation</vt:lpstr>
      <vt:lpstr>PowerPoint Presentation</vt:lpstr>
      <vt:lpstr>464：福音鐘聲在大鳴 (1/3)</vt:lpstr>
      <vt:lpstr>464：福音鐘聲在大鳴 (1/3)</vt:lpstr>
      <vt:lpstr>464：福音鐘聲在大鳴 (1/3)</vt:lpstr>
      <vt:lpstr>464 ：福音鐘聲在大鳴 (2/3)</vt:lpstr>
      <vt:lpstr>464 ：福音鐘聲在大鳴 (2/3)</vt:lpstr>
      <vt:lpstr>464 ：福音鐘聲在大鳴 (2/3)</vt:lpstr>
      <vt:lpstr>464 ：福音鐘聲在大鳴 (3/3)</vt:lpstr>
      <vt:lpstr>464 ：福音鐘聲在大鳴 (3/3)</vt:lpstr>
      <vt:lpstr>464 ：福音鐘聲在大鳴 (3/3)</vt:lpstr>
      <vt:lpstr>PowerPoint Presentation</vt:lpstr>
      <vt:lpstr>奉獻</vt:lpstr>
      <vt:lpstr>奉獻詩: 我的生命獻給祢</vt:lpstr>
      <vt:lpstr>PowerPoint Presentation</vt:lpstr>
      <vt:lpstr>PowerPoint Presentation</vt:lpstr>
      <vt:lpstr>  報告： 全教會</vt:lpstr>
      <vt:lpstr>  報告： 全教會</vt:lpstr>
      <vt:lpstr>報告： 台語部</vt:lpstr>
      <vt:lpstr>報告： 台語部</vt:lpstr>
      <vt:lpstr>報告： 台語部</vt:lpstr>
      <vt:lpstr>報告： 台語部</vt:lpstr>
      <vt:lpstr>報告： 台語部</vt:lpstr>
      <vt:lpstr>報告： 台語部</vt:lpstr>
      <vt:lpstr>報告： 台語部</vt:lpstr>
      <vt:lpstr>PowerPoint Presentation</vt:lpstr>
      <vt:lpstr>頌榮: 榮光歸聖父上帝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Julia Wu</dc:creator>
  <cp:lastModifiedBy>Joseph Chen</cp:lastModifiedBy>
  <cp:revision>552</cp:revision>
  <dcterms:created xsi:type="dcterms:W3CDTF">2020-10-09T17:40:37Z</dcterms:created>
  <dcterms:modified xsi:type="dcterms:W3CDTF">2026-04-17T22:19:02Z</dcterms:modified>
</cp:coreProperties>
</file>