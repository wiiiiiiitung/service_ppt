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A9E695-874F-FA68-8A9C-0EDB744A3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996F4D9-062D-E7B2-EAD0-2359AAA7F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差遣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(chhe-khián)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聖子降世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就是耶穌替我死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復活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(chiuⁿ  thiⁿ)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831E4D-9D0A-DA53-80A7-09D0DBE64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04B9A4-F47F-6B6F-AD9A-7256D77E1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81F7B3-1604-67CE-AC98-B4DD06618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2C18F7-2F61-415F-0958-744D59509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賞賜我保惠師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就是真理的聖神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D8BFCD-CED8-D6C1-9580-55869A15D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E9E7FB6-F90D-FCDF-A540-AADDF6878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58BEA6-5993-453D-49E3-BC11453B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C7E062-2D74-C1FB-2044-C216C5BB3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助我靠主深信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跑走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(pháu-cháu)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到天堂我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(tau)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46C698D-E830-7B47-9776-592AE4EDA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685452-37D3-8058-B0A0-DF1BC7D6D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FF"/>
                </a:solidFill>
              </a:rPr>
              <a:t>[啟應文 32: 以賽亞 11]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人們需要主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每日人人在經過</a:t>
            </a:r>
          </a:p>
          <a:p>
            <a:r>
              <a:t>我看䄄的目睭內</a:t>
            </a:r>
          </a:p>
          <a:p>
            <a:r>
              <a:t>顯出空虛與期待</a:t>
            </a:r>
          </a:p>
          <a:p>
            <a:r>
              <a:t>什麼是未來？</a:t>
            </a:r>
          </a:p>
          <a:p>
            <a:r>
              <a:t>人生路途有艱難</a:t>
            </a:r>
          </a:p>
          <a:p>
            <a:r>
              <a:t>驚惶也在等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心內啼哭卻要笑</a:t>
            </a:r>
          </a:p>
          <a:p>
            <a:r>
              <a:t>耶穌會聽到</a:t>
            </a:r>
          </a:p>
          <a:p>
            <a:r>
              <a:t>人人需要主</a:t>
            </a:r>
          </a:p>
          <a:p>
            <a:r>
              <a:t>人人需要主</a:t>
            </a:r>
          </a:p>
          <a:p>
            <a:r>
              <a:t>當美夢破碎無步</a:t>
            </a:r>
          </a:p>
          <a:p>
            <a:r>
              <a:t>祂替咱開路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  <a:p>
            <a:r>
              <a:t>何時咱才了解</a:t>
            </a:r>
          </a:p>
          <a:p>
            <a:r>
              <a:t>人人需要主</a:t>
            </a:r>
          </a:p>
          <a:p>
            <a:r>
              <a:t>此世代是非無分</a:t>
            </a:r>
          </a:p>
          <a:p>
            <a:r>
              <a:t>主召咱來發真光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無論代價有多高</a:t>
            </a:r>
          </a:p>
          <a:p>
            <a:r>
              <a:t>伸手拯救失喪靈魂</a:t>
            </a:r>
          </a:p>
          <a:p>
            <a:r>
              <a:t>透過祂真實的愛</a:t>
            </a:r>
          </a:p>
          <a:p>
            <a:r>
              <a:t>擔當裀重擔</a:t>
            </a:r>
          </a:p>
          <a:p>
            <a:r>
              <a:t>咱著分享與宣揚</a:t>
            </a:r>
          </a:p>
          <a:p>
            <a:r>
              <a:t>主永遠活命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  <a:p>
            <a:r>
              <a:t>人人需要主</a:t>
            </a:r>
          </a:p>
          <a:p>
            <a:r>
              <a:t>在美夢破碎無步</a:t>
            </a:r>
          </a:p>
          <a:p>
            <a:r>
              <a:t>祂替咱開路</a:t>
            </a:r>
          </a:p>
          <a:p>
            <a:r>
              <a:t>人人需要主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  <a:p>
            <a:r>
              <a:t>何時咱才了解</a:t>
            </a:r>
          </a:p>
          <a:p>
            <a:r>
              <a:t>獻身給人悔改</a:t>
            </a:r>
          </a:p>
          <a:p>
            <a:r>
              <a:t>因人需要救主</a:t>
            </a:r>
          </a:p>
          <a:p>
            <a:r>
              <a:t>人人需要主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人們需要主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人人需要主</a:t>
            </a:r>
          </a:p>
          <a:p>
            <a:r>
              <a:t>人人需要主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66FFFF"/>
                </a:solidFill>
                <a:latin typeface="DFKai-SB"/>
              </a:rPr>
              <a:t>馬太福音5:1~12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馬太福音5:1~12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1.耶穌看見這許多的人，就上了山
  ，既已坐下，門徒到他跟前來，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2.他就開口教訓他們，說：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3.虛心的人有福了！因為天國是他
  們的。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4.哀慟的人有福了！因為他們必得
  安慰。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5.溫柔的人有福了！因為他們必承
  受地土。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馬太福音5:1~12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6.飢渴慕義的人有福了！因為他們
  必得飽足。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7.憐恤人的人有福了！因為他們必
  蒙憐恤。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8.清心的人有福了！因為他們必得
  見神。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9.使人和睦的人有福了！因為他們
  必稱為神的兒子。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15615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馬太福音5:1~12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926"/>
            <a:ext cx="12192000" cy="6042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DFKai-SB"/>
              </a:rPr>
              <a:t>10.為義受逼迫的人有福了！因為
   天國是他們的。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11.「人若因我辱罵你們，逼迫你
   們，捏造各樣壞話毀謗你們，你們就
   有福了！</a:t>
            </a:r>
          </a:p>
          <a:p>
            <a:r>
              <a:rPr sz="5400" b="1">
                <a:solidFill>
                  <a:srgbClr val="FFFFFF"/>
                </a:solidFill>
                <a:latin typeface="DFKai-SB"/>
              </a:rPr>
              <a:t>12.應當歡喜快樂，因為你們在天
   上的賞賜是大的。在你們以前的先知
   ，人也是這樣逼迫他們。」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FFFF"/>
                </a:solidFill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8000"/>
              <a:t>續 論 八 福</a:t>
            </a:r>
            <a:r>
              <a:rPr sz="5000" b="1">
                <a:latin typeface="DFKai-SB"/>
              </a:rPr>
              <a:t>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一. 有福的人：</a:t>
            </a:r>
          </a:p>
          <a:p>
            <a:pPr algn="l"/>
            <a:r>
              <a:t>1. 天國是虛心的人的</a:t>
            </a:r>
          </a:p>
          <a:p>
            <a:pPr algn="l"/>
            <a:r>
              <a:t>2. 哀慟的人必得安慰</a:t>
            </a:r>
          </a:p>
          <a:p>
            <a:pPr algn="l"/>
            <a:r>
              <a:t>3. 溫柔的人必承受地土</a:t>
            </a:r>
          </a:p>
          <a:p>
            <a:pPr algn="l"/>
            <a:r>
              <a:t>4. 飢渴慕義的人必得飽足</a:t>
            </a:r>
          </a:p>
          <a:p>
            <a:pPr algn="l"/>
            <a:r>
              <a:t>5. 清心的人必得見 神</a:t>
            </a:r>
          </a:p>
          <a:p>
            <a:pPr algn="l"/>
            <a:r>
              <a:t>6. 使人和睦的人必稱為 神的兒子</a:t>
            </a:r>
          </a:p>
          <a:p>
            <a:pPr algn="l"/>
            <a:r>
              <a:t>7. 天國是為義受逼迫的人的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400" b="1">
                <a:solidFill>
                  <a:srgbClr val="00FFFF"/>
                </a:solidFill>
                <a:latin typeface="標楷體"/>
              </a:rPr>
              <a:t>今日信息</a:t>
            </a:r>
          </a:p>
          <a:p>
            <a:pPr algn="l"/>
            <a:r>
              <a:t>二. 面對逼迫應當歡喜快樂：</a:t>
            </a:r>
          </a:p>
          <a:p>
            <a:pPr algn="l"/>
            <a:r>
              <a:t>1. 天上的賞賜是大的</a:t>
            </a:r>
          </a:p>
          <a:p>
            <a:pPr algn="l"/>
            <a:r>
              <a:t>2. 有先知的榜樣為證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FFFF"/>
                </a:solidFill>
              </a:rPr>
              <a:t>[聖詩 462: 上帝所賜活命的話]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英文堂將於 5/10（下週日）下午 2:30 舉辦母親節 BBQ 活動，邀請教會的媽媽們及家人一同參加，地 點：教會小停車場 (當天上午 11:30前請將車輛移出小 停車場，以利活動準備)。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維修同工招募：設備組徵求有意願一起修繕美化教會 的弟兄姐妹, 有心服事者請向郭景光長老或是潘堅執 事報名。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啟示錄第三課 --主給七個教會的信(一), 歡迎大家參加， 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週三線上聯合禱告---邀請您參加 5/06晚 8點台華語聯合 禱告會, (線上 https://zoom.us/j/529965674;會號 529965674 ; 電話 646-558-8656), 教會所有事工都需要以 禱告來到上帝面前, 求上帝扶持祝福。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週五線上查經---5/8 晚 8點陳牧師帶領查考撒母耳記上, 請大家踴躍參加。zoom 連結如同主日學。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Elmhurst分區聚會---5/9 (六) 晚上 6:30pm 一家一菜聚 餐在交誼廳, 歡迎兄姐踴躍參加。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