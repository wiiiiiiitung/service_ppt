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  <p:sldMasterId id="2147483664" r:id="rId3"/>
    <p:sldMasterId id="2147483671" r:id="rId4"/>
    <p:sldMasterId id="2147483726" r:id="rId5"/>
    <p:sldMasterId id="2147483747" r:id="rId6"/>
    <p:sldMasterId id="2147483999" r:id="rId7"/>
    <p:sldMasterId id="2147484053" r:id="rId8"/>
  </p:sldMasterIdLst>
  <p:notesMasterIdLst>
    <p:notesMasterId r:id="rId89"/>
  </p:notes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  <p:sldId id="267" r:id="rId26"/>
    <p:sldId id="268" r:id="rId27"/>
    <p:sldId id="269" r:id="rId28"/>
    <p:sldId id="270" r:id="rId29"/>
    <p:sldId id="271" r:id="rId30"/>
    <p:sldId id="272" r:id="rId31"/>
    <p:sldId id="273" r:id="rId32"/>
    <p:sldId id="274" r:id="rId33"/>
    <p:sldId id="275" r:id="rId34"/>
    <p:sldId id="276" r:id="rId35"/>
    <p:sldId id="277" r:id="rId36"/>
    <p:sldId id="278" r:id="rId37"/>
    <p:sldId id="279" r:id="rId38"/>
    <p:sldId id="280" r:id="rId39"/>
    <p:sldId id="281" r:id="rId40"/>
    <p:sldId id="282" r:id="rId41"/>
    <p:sldId id="283" r:id="rId42"/>
    <p:sldId id="284" r:id="rId43"/>
    <p:sldId id="285" r:id="rId44"/>
    <p:sldId id="286" r:id="rId45"/>
    <p:sldId id="287" r:id="rId46"/>
    <p:sldId id="288" r:id="rId47"/>
    <p:sldId id="289" r:id="rId48"/>
    <p:sldId id="290" r:id="rId49"/>
    <p:sldId id="291" r:id="rId50"/>
    <p:sldId id="292" r:id="rId51"/>
    <p:sldId id="293" r:id="rId52"/>
    <p:sldId id="294" r:id="rId53"/>
    <p:sldId id="295" r:id="rId54"/>
    <p:sldId id="296" r:id="rId55"/>
    <p:sldId id="297" r:id="rId56"/>
    <p:sldId id="298" r:id="rId57"/>
    <p:sldId id="299" r:id="rId58"/>
    <p:sldId id="300" r:id="rId59"/>
    <p:sldId id="301" r:id="rId60"/>
    <p:sldId id="302" r:id="rId61"/>
    <p:sldId id="303" r:id="rId62"/>
    <p:sldId id="304" r:id="rId63"/>
    <p:sldId id="305" r:id="rId64"/>
    <p:sldId id="306" r:id="rId65"/>
    <p:sldId id="307" r:id="rId66"/>
    <p:sldId id="308" r:id="rId67"/>
    <p:sldId id="309" r:id="rId68"/>
    <p:sldId id="310" r:id="rId69"/>
    <p:sldId id="311" r:id="rId70"/>
    <p:sldId id="312" r:id="rId71"/>
    <p:sldId id="313" r:id="rId72"/>
    <p:sldId id="314" r:id="rId73"/>
    <p:sldId id="315" r:id="rId74"/>
    <p:sldId id="316" r:id="rId75"/>
    <p:sldId id="317" r:id="rId76"/>
    <p:sldId id="318" r:id="rId77"/>
    <p:sldId id="319" r:id="rId78"/>
    <p:sldId id="320" r:id="rId79"/>
    <p:sldId id="321" r:id="rId80"/>
    <p:sldId id="322" r:id="rId81"/>
    <p:sldId id="323" r:id="rId82"/>
    <p:sldId id="324" r:id="rId83"/>
    <p:sldId id="325" r:id="rId84"/>
    <p:sldId id="326" r:id="rId85"/>
    <p:sldId id="327" r:id="rId86"/>
    <p:sldId id="328" r:id="rId8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lia Wu" initials="JW" lastIdx="1" clrIdx="0">
    <p:extLst>
      <p:ext uri="{19B8F6BF-5375-455C-9EA6-DF929625EA0E}">
        <p15:presenceInfo xmlns:p15="http://schemas.microsoft.com/office/powerpoint/2012/main" userId="Julia W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21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216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31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5" Type="http://schemas.openxmlformats.org/officeDocument/2006/relationships/slide" Target="slides/slide21.xml"/><Relationship Id="rId36" Type="http://schemas.openxmlformats.org/officeDocument/2006/relationships/slide" Target="slides/slide22.xml"/><Relationship Id="rId37" Type="http://schemas.openxmlformats.org/officeDocument/2006/relationships/slide" Target="slides/slide23.xml"/><Relationship Id="rId38" Type="http://schemas.openxmlformats.org/officeDocument/2006/relationships/slide" Target="slides/slide24.xml"/><Relationship Id="rId39" Type="http://schemas.openxmlformats.org/officeDocument/2006/relationships/slide" Target="slides/slide25.xml"/><Relationship Id="rId40" Type="http://schemas.openxmlformats.org/officeDocument/2006/relationships/slide" Target="slides/slide26.xml"/><Relationship Id="rId41" Type="http://schemas.openxmlformats.org/officeDocument/2006/relationships/slide" Target="slides/slide27.xml"/><Relationship Id="rId42" Type="http://schemas.openxmlformats.org/officeDocument/2006/relationships/slide" Target="slides/slide28.xml"/><Relationship Id="rId43" Type="http://schemas.openxmlformats.org/officeDocument/2006/relationships/slide" Target="slides/slide29.xml"/><Relationship Id="rId44" Type="http://schemas.openxmlformats.org/officeDocument/2006/relationships/slide" Target="slides/slide30.xml"/><Relationship Id="rId45" Type="http://schemas.openxmlformats.org/officeDocument/2006/relationships/slide" Target="slides/slide31.xml"/><Relationship Id="rId46" Type="http://schemas.openxmlformats.org/officeDocument/2006/relationships/slide" Target="slides/slide32.xml"/><Relationship Id="rId47" Type="http://schemas.openxmlformats.org/officeDocument/2006/relationships/slide" Target="slides/slide33.xml"/><Relationship Id="rId48" Type="http://schemas.openxmlformats.org/officeDocument/2006/relationships/slide" Target="slides/slide34.xml"/><Relationship Id="rId49" Type="http://schemas.openxmlformats.org/officeDocument/2006/relationships/slide" Target="slides/slide35.xml"/><Relationship Id="rId50" Type="http://schemas.openxmlformats.org/officeDocument/2006/relationships/slide" Target="slides/slide36.xml"/><Relationship Id="rId51" Type="http://schemas.openxmlformats.org/officeDocument/2006/relationships/slide" Target="slides/slide37.xml"/><Relationship Id="rId52" Type="http://schemas.openxmlformats.org/officeDocument/2006/relationships/slide" Target="slides/slide38.xml"/><Relationship Id="rId53" Type="http://schemas.openxmlformats.org/officeDocument/2006/relationships/slide" Target="slides/slide39.xml"/><Relationship Id="rId54" Type="http://schemas.openxmlformats.org/officeDocument/2006/relationships/slide" Target="slides/slide40.xml"/><Relationship Id="rId55" Type="http://schemas.openxmlformats.org/officeDocument/2006/relationships/slide" Target="slides/slide41.xml"/><Relationship Id="rId56" Type="http://schemas.openxmlformats.org/officeDocument/2006/relationships/slide" Target="slides/slide42.xml"/><Relationship Id="rId57" Type="http://schemas.openxmlformats.org/officeDocument/2006/relationships/slide" Target="slides/slide43.xml"/><Relationship Id="rId58" Type="http://schemas.openxmlformats.org/officeDocument/2006/relationships/slide" Target="slides/slide44.xml"/><Relationship Id="rId59" Type="http://schemas.openxmlformats.org/officeDocument/2006/relationships/slide" Target="slides/slide45.xml"/><Relationship Id="rId60" Type="http://schemas.openxmlformats.org/officeDocument/2006/relationships/slide" Target="slides/slide46.xml"/><Relationship Id="rId61" Type="http://schemas.openxmlformats.org/officeDocument/2006/relationships/slide" Target="slides/slide47.xml"/><Relationship Id="rId62" Type="http://schemas.openxmlformats.org/officeDocument/2006/relationships/slide" Target="slides/slide48.xml"/><Relationship Id="rId63" Type="http://schemas.openxmlformats.org/officeDocument/2006/relationships/slide" Target="slides/slide49.xml"/><Relationship Id="rId64" Type="http://schemas.openxmlformats.org/officeDocument/2006/relationships/slide" Target="slides/slide50.xml"/><Relationship Id="rId65" Type="http://schemas.openxmlformats.org/officeDocument/2006/relationships/slide" Target="slides/slide51.xml"/><Relationship Id="rId66" Type="http://schemas.openxmlformats.org/officeDocument/2006/relationships/slide" Target="slides/slide52.xml"/><Relationship Id="rId67" Type="http://schemas.openxmlformats.org/officeDocument/2006/relationships/slide" Target="slides/slide53.xml"/><Relationship Id="rId68" Type="http://schemas.openxmlformats.org/officeDocument/2006/relationships/slide" Target="slides/slide54.xml"/><Relationship Id="rId69" Type="http://schemas.openxmlformats.org/officeDocument/2006/relationships/slide" Target="slides/slide55.xml"/><Relationship Id="rId70" Type="http://schemas.openxmlformats.org/officeDocument/2006/relationships/slide" Target="slides/slide56.xml"/><Relationship Id="rId71" Type="http://schemas.openxmlformats.org/officeDocument/2006/relationships/slide" Target="slides/slide57.xml"/><Relationship Id="rId72" Type="http://schemas.openxmlformats.org/officeDocument/2006/relationships/slide" Target="slides/slide58.xml"/><Relationship Id="rId73" Type="http://schemas.openxmlformats.org/officeDocument/2006/relationships/slide" Target="slides/slide59.xml"/><Relationship Id="rId74" Type="http://schemas.openxmlformats.org/officeDocument/2006/relationships/slide" Target="slides/slide60.xml"/><Relationship Id="rId75" Type="http://schemas.openxmlformats.org/officeDocument/2006/relationships/slide" Target="slides/slide61.xml"/><Relationship Id="rId76" Type="http://schemas.openxmlformats.org/officeDocument/2006/relationships/slide" Target="slides/slide62.xml"/><Relationship Id="rId77" Type="http://schemas.openxmlformats.org/officeDocument/2006/relationships/slide" Target="slides/slide63.xml"/><Relationship Id="rId78" Type="http://schemas.openxmlformats.org/officeDocument/2006/relationships/slide" Target="slides/slide64.xml"/><Relationship Id="rId79" Type="http://schemas.openxmlformats.org/officeDocument/2006/relationships/slide" Target="slides/slide65.xml"/><Relationship Id="rId80" Type="http://schemas.openxmlformats.org/officeDocument/2006/relationships/slide" Target="slides/slide66.xml"/><Relationship Id="rId81" Type="http://schemas.openxmlformats.org/officeDocument/2006/relationships/slide" Target="slides/slide67.xml"/><Relationship Id="rId82" Type="http://schemas.openxmlformats.org/officeDocument/2006/relationships/slide" Target="slides/slide68.xml"/><Relationship Id="rId83" Type="http://schemas.openxmlformats.org/officeDocument/2006/relationships/slide" Target="slides/slide69.xml"/><Relationship Id="rId84" Type="http://schemas.openxmlformats.org/officeDocument/2006/relationships/slide" Target="slides/slide70.xml"/><Relationship Id="rId85" Type="http://schemas.openxmlformats.org/officeDocument/2006/relationships/slide" Target="slides/slide71.xml"/><Relationship Id="rId86" Type="http://schemas.openxmlformats.org/officeDocument/2006/relationships/slide" Target="slides/slide72.xml"/><Relationship Id="rId87" Type="http://schemas.openxmlformats.org/officeDocument/2006/relationships/slide" Target="slides/slide73.xml"/><Relationship Id="rId89" Type="http://schemas.openxmlformats.org/officeDocument/2006/relationships/notesMaster" Target="notesMasters/notesMaster1.xml"/><Relationship Id="rId90" Type="http://schemas.openxmlformats.org/officeDocument/2006/relationships/commentAuthors" Target="commentAuthors.xml"/><Relationship Id="rId91" Type="http://schemas.openxmlformats.org/officeDocument/2006/relationships/presProps" Target="presProps.xml"/><Relationship Id="rId92" Type="http://schemas.openxmlformats.org/officeDocument/2006/relationships/viewProps" Target="viewProps.xml"/><Relationship Id="rId93" Type="http://schemas.openxmlformats.org/officeDocument/2006/relationships/theme" Target="theme/theme1.xml"/><Relationship Id="rId9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7E76DA-25DE-442D-98CF-7CFC519F8A48}" type="datetimeFigureOut">
              <a:rPr lang="en-US" smtClean="0"/>
              <a:t>4/17/26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3A88D9-1113-425D-9781-D2F6804CB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518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gi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69B3B98-E9B8-4E99-AEB7-6951F8FECC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6A96C95-D923-4231-B1F2-758DDD8189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A403903-B1D9-4153-8254-8C46905401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D345E3-FC01-478F-9FC4-58385120BC7E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0721026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4A9AD07-1AED-4C84-9481-5A5D07859D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7D7CB1D-FBB7-4CAC-82F0-4792CB3F00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699C39-612E-41E1-A195-1E993D1232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119A43-982A-41FB-B8E3-54CDEF9CBDE2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44254338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0C0F9B1-7DCB-4955-9888-069330EB1A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2166CF0-E9F0-4AA1-B8D4-93363ACCC8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C59857A-6A44-489F-9608-1C930B83DE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8BE2C0-FFA6-4233-8A13-5B4FA15A186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6171547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D5DDD1D-AC72-4E0D-A025-3421178DACC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9067E1E-7EB5-43E8-8416-C8D64D825A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8AD74EA-6EFC-4FAE-BBAC-D3E31CDB8D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2F7006-FA76-46A7-A636-E64AF30D5F5F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37463692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C6373D6-778D-4A2F-BBAA-027C7EC532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4337936-5525-44BE-8AEE-6C8DB6922E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FDF131-0030-4329-996E-541270FCF5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F4832D-D41F-4D9C-BFE1-620B9401BDDC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4107951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40E7551F-9729-41DC-A9A7-4B13BAC5D0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953E19E-5A4E-48E4-A7A1-B01D365C597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DEBF52B-63FD-4047-A9F4-B592C8422B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533BDB-A888-4E42-B109-2E0B65C1972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63964203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6D083F0-58FE-4473-BD49-3D568F4BF4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F6CA7C8-9ADE-436B-9211-F5CCB9D30D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7B02B96-D6E6-4577-9AFF-5FB3A21FF5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003297-250C-4010-B30B-52BD9F8749BB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25206031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39A1B1C-9C1E-497A-86AC-30F16CAFEB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9CF00EA-617B-4D74-87C4-C110D65FAB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BDEE462-8DD1-4392-8F05-5202F311F0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778DC2-5969-4581-B3BF-AD55EBC27F83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6421809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762CF56-CD78-497A-BD2C-268069C70B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05C6E1B-411F-4525-850B-946F21FD13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4FFDD4D-0A78-4514-B92B-BF070EC1FC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7D061C-E733-42F0-80CE-5CB4E041D60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65296423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sz="4000"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3731AD5-48B0-4EA1-B582-55B9CF45BE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E7BFDD9-3B2D-4BC6-9242-608310793A2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12F6C06-A0F7-407B-B881-52A6D91BE13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81B02FB-0A40-4E75-BB87-73585C9481E2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85585495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BDE3580-C8EA-40C2-B681-1DC42344A19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4ED5481-A784-4140-813D-394841F424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F7C1313-B308-463E-B9D1-E5B9CE558C4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F6927C-A7E1-47F7-A5B8-85A5B2360D56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59031172"/>
      </p:ext>
    </p:extLst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1F637B3F-F45B-4C6F-A25B-7606E982E35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79246613"/>
      </p:ext>
    </p:extLst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585EEA2D-E59D-43D9-9D5F-38FF762C1CE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46031871"/>
      </p:ext>
    </p:extLst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2327DB82-F0C7-4AF6-819E-64A5E2960BC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08138598"/>
      </p:ext>
    </p:extLst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FC4A93C-0FC7-4072-830D-4C3A5450632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6312939"/>
      </p:ext>
    </p:extLst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3067238F-B339-43B7-A637-07E3743BF94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28425469"/>
      </p:ext>
    </p:extLst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A822ED09-1093-49F2-A2E3-9AA8A086B84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72547598"/>
      </p:ext>
    </p:extLst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BDC73EB-9344-45C4-ADC6-E1273050F31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59748089"/>
      </p:ext>
    </p:extLst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0CC4AC2D-2465-47BE-B7DC-170D9395498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9945997"/>
      </p:ext>
    </p:extLst>
  </p:cSld>
  <p:clrMapOvr>
    <a:masterClrMapping/>
  </p:clrMapOvr>
  <p:transition spd="slow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A5265BC-AE00-47CD-99DC-2B09792A056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76281997"/>
      </p:ext>
    </p:extLst>
  </p:cSld>
  <p:clrMapOvr>
    <a:masterClrMapping/>
  </p:clrMapOvr>
  <p:transition spd="slow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D1730548-7313-449C-BECC-5249F46EF98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40881503"/>
      </p:ext>
    </p:extLst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14ABCAB-A6AC-44D4-B2B8-52E3E7E7BB0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97464036"/>
      </p:ext>
    </p:extLst>
  </p:cSld>
  <p:clrMapOvr>
    <a:masterClrMapping/>
  </p:clrMapOvr>
  <p:transition spd="slow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起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76C5FD-77EB-48FA-8E45-A9FEF7CF9C6A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36206141"/>
      </p:ext>
    </p:extLst>
  </p:cSld>
  <p:clrMapOvr>
    <a:masterClrMapping/>
  </p:clrMapOvr>
  <p:transition spd="slow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313024-B5AF-48B4-A827-6864658D404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72864696"/>
      </p:ext>
    </p:extLst>
  </p:cSld>
  <p:clrMapOvr>
    <a:masterClrMapping/>
  </p:clrMapOvr>
  <p:transition spd="slow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起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FFEE950-9217-497E-8C69-4FEB1F5711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B234AEE-2265-4543-89B4-3E3B20112D7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7FCB772-13AC-4235-B9E3-109F7B6340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6026BB-9B99-4168-9A77-98AC4B36744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95101491"/>
      </p:ext>
    </p:extLst>
  </p:cSld>
  <p:clrMapOvr>
    <a:masterClrMapping/>
  </p:clrMapOvr>
  <p:transition spd="slow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1" y="-14288"/>
            <a:ext cx="12206817" cy="6884988"/>
            <a:chOff x="0" y="-9"/>
            <a:chExt cx="5767" cy="4337"/>
          </a:xfrm>
        </p:grpSpPr>
        <p:sp>
          <p:nvSpPr>
            <p:cNvPr id="5" name="Freeform 3"/>
            <p:cNvSpPr>
              <a:spLocks/>
            </p:cNvSpPr>
            <p:nvPr/>
          </p:nvSpPr>
          <p:spPr bwMode="hidden">
            <a:xfrm>
              <a:off x="1632" y="-5"/>
              <a:ext cx="1737" cy="4333"/>
            </a:xfrm>
            <a:custGeom>
              <a:avLst/>
              <a:gdLst>
                <a:gd name="T0" fmla="*/ 494 w 1737"/>
                <a:gd name="T1" fmla="*/ 4322 h 4320"/>
                <a:gd name="T2" fmla="*/ 1737 w 1737"/>
                <a:gd name="T3" fmla="*/ 4333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322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6" name="Freeform 4"/>
            <p:cNvSpPr>
              <a:spLocks/>
            </p:cNvSpPr>
            <p:nvPr/>
          </p:nvSpPr>
          <p:spPr bwMode="hidden">
            <a:xfrm>
              <a:off x="0" y="-7"/>
              <a:ext cx="1737" cy="4329"/>
            </a:xfrm>
            <a:custGeom>
              <a:avLst/>
              <a:gdLst>
                <a:gd name="T0" fmla="*/ 494 w 1737"/>
                <a:gd name="T1" fmla="*/ 4318 h 4320"/>
                <a:gd name="T2" fmla="*/ 1737 w 1737"/>
                <a:gd name="T3" fmla="*/ 4329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318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hidden">
            <a:xfrm>
              <a:off x="3744" y="-4"/>
              <a:ext cx="1739" cy="4330"/>
            </a:xfrm>
            <a:custGeom>
              <a:avLst/>
              <a:gdLst>
                <a:gd name="T0" fmla="*/ 494 w 1739"/>
                <a:gd name="T1" fmla="*/ 4325 h 4420"/>
                <a:gd name="T2" fmla="*/ 1739 w 1739"/>
                <a:gd name="T3" fmla="*/ 4330 h 4420"/>
                <a:gd name="T4" fmla="*/ 524 w 1739"/>
                <a:gd name="T5" fmla="*/ 0 h 4420"/>
                <a:gd name="T6" fmla="*/ 0 w 1739"/>
                <a:gd name="T7" fmla="*/ 7 h 4420"/>
                <a:gd name="T8" fmla="*/ 494 w 1739"/>
                <a:gd name="T9" fmla="*/ 4325 h 4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8" name="Freeform 6"/>
            <p:cNvSpPr>
              <a:spLocks/>
            </p:cNvSpPr>
            <p:nvPr/>
          </p:nvSpPr>
          <p:spPr bwMode="hidden">
            <a:xfrm>
              <a:off x="1920" y="-9"/>
              <a:ext cx="2080" cy="4324"/>
            </a:xfrm>
            <a:custGeom>
              <a:avLst/>
              <a:gdLst>
                <a:gd name="T0" fmla="*/ 0 w 2080"/>
                <a:gd name="T1" fmla="*/ 7 h 4338"/>
                <a:gd name="T2" fmla="*/ 1870 w 2080"/>
                <a:gd name="T3" fmla="*/ 4324 h 4338"/>
                <a:gd name="T4" fmla="*/ 2080 w 2080"/>
                <a:gd name="T5" fmla="*/ 4324 h 4338"/>
                <a:gd name="T6" fmla="*/ 1033 w 2080"/>
                <a:gd name="T7" fmla="*/ 0 h 4338"/>
                <a:gd name="T8" fmla="*/ 0 w 2080"/>
                <a:gd name="T9" fmla="*/ 7 h 43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DFBEA48A-6380-439C-A85F-1E1099CC8A7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17" y="97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D0FFE6F5-AA2E-4934-A90E-1EFE1F19BD60}"/>
                </a:ext>
              </a:extLst>
            </p:cNvPr>
            <p:cNvSpPr>
              <a:spLocks/>
            </p:cNvSpPr>
            <p:nvPr/>
          </p:nvSpPr>
          <p:spPr bwMode="hidden">
            <a:xfrm rot="2702961" flipH="1">
              <a:off x="810" y="766"/>
              <a:ext cx="2544" cy="1008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CD77A607-7851-4017-8C3B-29E754AEA57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83" y="49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B90E5FDA-AFAF-471E-BF83-E428D19C9E35}"/>
                </a:ext>
              </a:extLst>
            </p:cNvPr>
            <p:cNvSpPr>
              <a:spLocks/>
            </p:cNvSpPr>
            <p:nvPr/>
          </p:nvSpPr>
          <p:spPr bwMode="hidden">
            <a:xfrm rot="-2895842">
              <a:off x="-984" y="1041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21A3D39D-5A57-4490-803E-7D31EDCAFC4E}"/>
                </a:ext>
              </a:extLst>
            </p:cNvPr>
            <p:cNvSpPr>
              <a:spLocks/>
            </p:cNvSpPr>
            <p:nvPr/>
          </p:nvSpPr>
          <p:spPr bwMode="hidden">
            <a:xfrm rot="-2305141">
              <a:off x="1331" y="913"/>
              <a:ext cx="3594" cy="1735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127D59BC-6A34-448E-A49D-7549424E6226}"/>
                </a:ext>
              </a:extLst>
            </p:cNvPr>
            <p:cNvSpPr>
              <a:spLocks/>
            </p:cNvSpPr>
            <p:nvPr/>
          </p:nvSpPr>
          <p:spPr bwMode="hidden">
            <a:xfrm rot="2084418" flipH="1">
              <a:off x="1859" y="865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4E4E4C7B-DDEB-4DDF-A022-0D808F835DF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250" y="-7"/>
              <a:ext cx="1089" cy="2285"/>
            </a:xfrm>
            <a:custGeom>
              <a:avLst/>
              <a:gdLst/>
              <a:ahLst/>
              <a:cxnLst>
                <a:cxn ang="0">
                  <a:pos x="0" y="2265"/>
                </a:cxn>
                <a:cxn ang="0">
                  <a:pos x="1030" y="0"/>
                </a:cxn>
                <a:cxn ang="0">
                  <a:pos x="1089" y="0"/>
                </a:cxn>
                <a:cxn ang="0">
                  <a:pos x="37" y="2285"/>
                </a:cxn>
                <a:cxn ang="0">
                  <a:pos x="0" y="2265"/>
                </a:cxn>
              </a:cxnLst>
              <a:rect l="0" t="0" r="r" b="b"/>
              <a:pathLst>
                <a:path w="1089" h="2285">
                  <a:moveTo>
                    <a:pt x="0" y="2265"/>
                  </a:moveTo>
                  <a:cubicBezTo>
                    <a:pt x="438" y="996"/>
                    <a:pt x="865" y="377"/>
                    <a:pt x="1030" y="0"/>
                  </a:cubicBezTo>
                  <a:cubicBezTo>
                    <a:pt x="1030" y="0"/>
                    <a:pt x="1059" y="0"/>
                    <a:pt x="1089" y="0"/>
                  </a:cubicBezTo>
                  <a:cubicBezTo>
                    <a:pt x="565" y="834"/>
                    <a:pt x="181" y="1853"/>
                    <a:pt x="37" y="2285"/>
                  </a:cubicBezTo>
                  <a:cubicBezTo>
                    <a:pt x="37" y="2285"/>
                    <a:pt x="0" y="2265"/>
                    <a:pt x="0" y="2265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6" name="Rectangle 14">
              <a:extLst>
                <a:ext uri="{FF2B5EF4-FFF2-40B4-BE49-F238E27FC236}">
                  <a16:creationId xmlns:a16="http://schemas.microsoft.com/office/drawing/2014/main" id="{3E562CC4-E837-4BAB-8801-D175535E81F4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0" y="2441"/>
              <a:ext cx="5760" cy="43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invGray">
            <a:xfrm>
              <a:off x="1632" y="2487"/>
              <a:ext cx="1737" cy="382"/>
            </a:xfrm>
            <a:custGeom>
              <a:avLst/>
              <a:gdLst>
                <a:gd name="T0" fmla="*/ 494 w 1737"/>
                <a:gd name="T1" fmla="*/ 381 h 4320"/>
                <a:gd name="T2" fmla="*/ 1737 w 1737"/>
                <a:gd name="T3" fmla="*/ 382 h 4320"/>
                <a:gd name="T4" fmla="*/ 524 w 1737"/>
                <a:gd name="T5" fmla="*/ 0 h 4320"/>
                <a:gd name="T6" fmla="*/ 0 w 1737"/>
                <a:gd name="T7" fmla="*/ 1 h 4320"/>
                <a:gd name="T8" fmla="*/ 494 w 1737"/>
                <a:gd name="T9" fmla="*/ 381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invGray">
            <a:xfrm>
              <a:off x="0" y="2487"/>
              <a:ext cx="1737" cy="381"/>
            </a:xfrm>
            <a:custGeom>
              <a:avLst/>
              <a:gdLst>
                <a:gd name="T0" fmla="*/ 494 w 1737"/>
                <a:gd name="T1" fmla="*/ 380 h 4320"/>
                <a:gd name="T2" fmla="*/ 1737 w 1737"/>
                <a:gd name="T3" fmla="*/ 381 h 4320"/>
                <a:gd name="T4" fmla="*/ 524 w 1737"/>
                <a:gd name="T5" fmla="*/ 0 h 4320"/>
                <a:gd name="T6" fmla="*/ 0 w 1737"/>
                <a:gd name="T7" fmla="*/ 1 h 4320"/>
                <a:gd name="T8" fmla="*/ 494 w 1737"/>
                <a:gd name="T9" fmla="*/ 380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invGray">
            <a:xfrm>
              <a:off x="3744" y="2487"/>
              <a:ext cx="1739" cy="382"/>
            </a:xfrm>
            <a:custGeom>
              <a:avLst/>
              <a:gdLst>
                <a:gd name="T0" fmla="*/ 494 w 1739"/>
                <a:gd name="T1" fmla="*/ 382 h 4420"/>
                <a:gd name="T2" fmla="*/ 1739 w 1739"/>
                <a:gd name="T3" fmla="*/ 382 h 4420"/>
                <a:gd name="T4" fmla="*/ 524 w 1739"/>
                <a:gd name="T5" fmla="*/ 0 h 4420"/>
                <a:gd name="T6" fmla="*/ 0 w 1739"/>
                <a:gd name="T7" fmla="*/ 1 h 4420"/>
                <a:gd name="T8" fmla="*/ 494 w 1739"/>
                <a:gd name="T9" fmla="*/ 382 h 4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invGray">
            <a:xfrm>
              <a:off x="1920" y="2487"/>
              <a:ext cx="2080" cy="381"/>
            </a:xfrm>
            <a:custGeom>
              <a:avLst/>
              <a:gdLst>
                <a:gd name="T0" fmla="*/ 0 w 2080"/>
                <a:gd name="T1" fmla="*/ 1 h 4338"/>
                <a:gd name="T2" fmla="*/ 1870 w 2080"/>
                <a:gd name="T3" fmla="*/ 381 h 4338"/>
                <a:gd name="T4" fmla="*/ 2080 w 2080"/>
                <a:gd name="T5" fmla="*/ 381 h 4338"/>
                <a:gd name="T6" fmla="*/ 1033 w 2080"/>
                <a:gd name="T7" fmla="*/ 0 h 4338"/>
                <a:gd name="T8" fmla="*/ 0 w 2080"/>
                <a:gd name="T9" fmla="*/ 1 h 43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1" name="Rectangle 19">
              <a:extLst>
                <a:ext uri="{FF2B5EF4-FFF2-40B4-BE49-F238E27FC236}">
                  <a16:creationId xmlns:a16="http://schemas.microsoft.com/office/drawing/2014/main" id="{6F7F9F6A-29BF-4BEF-991D-7ECC4D7678C3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7" y="2456"/>
              <a:ext cx="5760" cy="432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82D9103E-B775-4D14-B6F8-9589C6F38F6B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2583" y="2449"/>
              <a:ext cx="1036" cy="420"/>
            </a:xfrm>
            <a:custGeom>
              <a:avLst/>
              <a:gdLst/>
              <a:ahLst/>
              <a:cxnLst>
                <a:cxn ang="0">
                  <a:pos x="1027" y="0"/>
                </a:cxn>
                <a:cxn ang="0">
                  <a:pos x="0" y="417"/>
                </a:cxn>
                <a:cxn ang="0">
                  <a:pos x="24" y="420"/>
                </a:cxn>
                <a:cxn ang="0">
                  <a:pos x="1036" y="16"/>
                </a:cxn>
                <a:cxn ang="0">
                  <a:pos x="1027" y="0"/>
                </a:cxn>
              </a:cxnLst>
              <a:rect l="0" t="0" r="r" b="b"/>
              <a:pathLst>
                <a:path w="1036" h="420">
                  <a:moveTo>
                    <a:pt x="1027" y="0"/>
                  </a:moveTo>
                  <a:cubicBezTo>
                    <a:pt x="508" y="159"/>
                    <a:pt x="167" y="347"/>
                    <a:pt x="0" y="417"/>
                  </a:cubicBezTo>
                  <a:cubicBezTo>
                    <a:pt x="0" y="417"/>
                    <a:pt x="12" y="418"/>
                    <a:pt x="24" y="420"/>
                  </a:cubicBezTo>
                  <a:cubicBezTo>
                    <a:pt x="237" y="321"/>
                    <a:pt x="708" y="105"/>
                    <a:pt x="1036" y="16"/>
                  </a:cubicBezTo>
                  <a:cubicBezTo>
                    <a:pt x="1036" y="16"/>
                    <a:pt x="1027" y="0"/>
                    <a:pt x="1027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1A481562-6E13-450E-8E86-813A4DD18B6B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1486" y="2417"/>
              <a:ext cx="1060" cy="480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42AAED80-0BB1-42B0-8901-32D69E526DBB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766" y="2417"/>
              <a:ext cx="1060" cy="480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5" name="Freeform 23">
              <a:extLst>
                <a:ext uri="{FF2B5EF4-FFF2-40B4-BE49-F238E27FC236}">
                  <a16:creationId xmlns:a16="http://schemas.microsoft.com/office/drawing/2014/main" id="{5ACF0571-FCB7-428A-8D2B-B3DFB16CB487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31" y="2385"/>
              <a:ext cx="1034" cy="487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6" name="Freeform 24">
              <a:extLst>
                <a:ext uri="{FF2B5EF4-FFF2-40B4-BE49-F238E27FC236}">
                  <a16:creationId xmlns:a16="http://schemas.microsoft.com/office/drawing/2014/main" id="{2F57F0A9-E547-4CC1-A7F9-6E4FBBC21848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576" y="2441"/>
              <a:ext cx="3552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7" name="Freeform 25">
              <a:extLst>
                <a:ext uri="{FF2B5EF4-FFF2-40B4-BE49-F238E27FC236}">
                  <a16:creationId xmlns:a16="http://schemas.microsoft.com/office/drawing/2014/main" id="{D499A713-07AF-4D97-8E0B-3A505597EDC9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240" y="2441"/>
              <a:ext cx="1536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8" name="Freeform 26">
              <a:extLst>
                <a:ext uri="{FF2B5EF4-FFF2-40B4-BE49-F238E27FC236}">
                  <a16:creationId xmlns:a16="http://schemas.microsoft.com/office/drawing/2014/main" id="{A25A67E8-1FC3-4609-83F1-DDC5505D756C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036" y="2489"/>
              <a:ext cx="1332" cy="383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9" name="Freeform 27">
              <a:extLst>
                <a:ext uri="{FF2B5EF4-FFF2-40B4-BE49-F238E27FC236}">
                  <a16:creationId xmlns:a16="http://schemas.microsoft.com/office/drawing/2014/main" id="{350CF563-8F6E-4DB9-9335-29B9429D9F52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984" y="2441"/>
              <a:ext cx="1536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0" name="Freeform 28">
              <a:extLst>
                <a:ext uri="{FF2B5EF4-FFF2-40B4-BE49-F238E27FC236}">
                  <a16:creationId xmlns:a16="http://schemas.microsoft.com/office/drawing/2014/main" id="{F5CEBC45-CC86-4EE5-99DB-9CBB9A89F8F6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456" y="2441"/>
              <a:ext cx="2304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1" name="Rectangle 29">
              <a:extLst>
                <a:ext uri="{FF2B5EF4-FFF2-40B4-BE49-F238E27FC236}">
                  <a16:creationId xmlns:a16="http://schemas.microsoft.com/office/drawing/2014/main" id="{3B1BDC5C-9D36-4CE9-B2F3-DC034DCEF67B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0" y="2462"/>
              <a:ext cx="5760" cy="14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accent1"/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2" name="Rectangle 30">
              <a:extLst>
                <a:ext uri="{FF2B5EF4-FFF2-40B4-BE49-F238E27FC236}">
                  <a16:creationId xmlns:a16="http://schemas.microsoft.com/office/drawing/2014/main" id="{2B3124DC-F11F-46CE-8B97-16EAD64E2E1F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2880"/>
              <a:ext cx="5760" cy="576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33" name="Rectangle 31">
              <a:extLst>
                <a:ext uri="{FF2B5EF4-FFF2-40B4-BE49-F238E27FC236}">
                  <a16:creationId xmlns:a16="http://schemas.microsoft.com/office/drawing/2014/main" id="{7097D5F9-9E49-4C74-A4FF-5290B7B5CCFE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3408"/>
              <a:ext cx="5760" cy="9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pic>
          <p:nvPicPr>
            <p:cNvPr id="34" name="Picture 32" descr="D:\FRONTPAGE THEMES\BLITZ\BTZBUL1A.GIF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6" y="1650"/>
              <a:ext cx="204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273" name="Rectangle 33"/>
          <p:cNvSpPr>
            <a:spLocks noGrp="1" noChangeArrowheads="1"/>
          </p:cNvSpPr>
          <p:nvPr>
            <p:ph type="ctrTitle"/>
          </p:nvPr>
        </p:nvSpPr>
        <p:spPr>
          <a:xfrm>
            <a:off x="2235200" y="1905000"/>
            <a:ext cx="9652000" cy="1905000"/>
          </a:xfrm>
        </p:spPr>
        <p:txBody>
          <a:bodyPr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10274" name="Rectangle 34"/>
          <p:cNvSpPr>
            <a:spLocks noGrp="1" noChangeArrowheads="1"/>
          </p:cNvSpPr>
          <p:nvPr>
            <p:ph type="subTitle" idx="1"/>
          </p:nvPr>
        </p:nvSpPr>
        <p:spPr>
          <a:xfrm>
            <a:off x="2235200" y="4572001"/>
            <a:ext cx="8534400" cy="1679575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35" name="Rectangle 35">
            <a:extLst>
              <a:ext uri="{FF2B5EF4-FFF2-40B4-BE49-F238E27FC236}">
                <a16:creationId xmlns:a16="http://schemas.microsoft.com/office/drawing/2014/main" id="{7EEFCBA9-8136-4C8F-B7D2-59DB8CAB68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6" name="Rectangle 36">
            <a:extLst>
              <a:ext uri="{FF2B5EF4-FFF2-40B4-BE49-F238E27FC236}">
                <a16:creationId xmlns:a16="http://schemas.microsoft.com/office/drawing/2014/main" id="{BC676330-C207-4776-9A11-73EB313CEA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3246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7" name="Rectangle 37">
            <a:extLst>
              <a:ext uri="{FF2B5EF4-FFF2-40B4-BE49-F238E27FC236}">
                <a16:creationId xmlns:a16="http://schemas.microsoft.com/office/drawing/2014/main" id="{2E4DE064-A3B1-40DB-8D1B-D6AD3446E4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028016-D2B6-4E2B-B32F-CFC55C570A9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15656064"/>
      </p:ext>
    </p:extLst>
  </p:cSld>
  <p:clrMapOvr>
    <a:masterClrMapping/>
  </p:clrMapOvr>
  <p:transition spd="slow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slideLayout" Target="../slideLayouts/slideLayout11.xml"/><Relationship Id="rId3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theme" Target="../theme/theme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045F8ED-947E-4703-B809-51AC31ABAD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646935D-4EDE-4E27-95AE-4C999ABFD0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1EC8EEE-008D-4FAD-BBE0-7D48E1534CD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97A4B42-2EA2-454E-85A7-565ACC1C53D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B9F71E6-C115-4FB6-B300-6BA43D2001A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FD25218F-40A1-4621-8A9C-1D13555297C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800549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08D52E6-4146-4D3E-B83D-22FA3C36AA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CD970D23-B23C-4666-9604-6FAAFD7E44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C8E8EE4-7753-4323-B5CA-FE16F48A2C3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CA68123-6B39-4AB4-8CC4-65126B11DBD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CD73471-9FBF-421E-B3D4-377CB6EA6B0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CA43700B-5AD5-4DF8-B5EB-622B795DDC1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71850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A768B7A-A7F2-44B2-ABA4-2728DE55E0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E9EF706-A1C0-444A-9AE5-63C2C25FB8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D8E0434-B5C3-468C-990A-989560D1EC2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53B1B57-BF43-4EA3-80F8-8C515906959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8220A42-41D3-4A5C-B724-0E400339634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BF6395CF-4EB5-4C0D-AEF8-C2323ABCDC3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046327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8F92C0A-80D0-46AB-A95F-C6AA22AB02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9E29EF4-B18E-48D0-BB2D-A73E8A7B1E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0739121-E34F-4ED2-B77C-D871E539ED3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B670001-DA50-417C-8005-5E1BC001FC5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627F243-7891-4440-8C26-1FD97571D7F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ea typeface="新細明體" panose="02020500000000000000" pitchFamily="18" charset="-120"/>
              </a:defRPr>
            </a:lvl1pPr>
          </a:lstStyle>
          <a:p>
            <a:fld id="{0FA0184E-5ABE-4EE1-B075-3E242272C913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490571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400" b="0">
                <a:solidFill>
                  <a:srgbClr val="000000"/>
                </a:solidFill>
                <a:latin typeface="Arial" panose="020B0604020202020204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kumimoji="1" sz="1400" b="0">
                <a:solidFill>
                  <a:srgbClr val="000000"/>
                </a:solidFill>
                <a:latin typeface="Arial" panose="020B0604020202020204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400" b="0">
                <a:solidFill>
                  <a:srgbClr val="000000"/>
                </a:solidFill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D84F2B82-CAF4-4796-BB18-FC7AAB714C0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61284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1C90037C-C661-4379-B7B1-358A0EBA866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204531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00" r:id="rId1"/>
    <p:sldLayoutId id="2147484001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FFEE950-9217-497E-8C69-4FEB1F5711C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B234AEE-2265-4543-89B4-3E3B20112D7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7FCB772-13AC-4235-B9E3-109F7B63402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8224DFE8-C4CF-42B7-B10D-892870FD481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322469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54" r:id="rId1"/>
    <p:sldLayoutId id="2147484055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6BC4E9A0-D859-472A-AEE2-D5CC29566A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</a:t>
            </a:r>
          </a:p>
        </p:txBody>
      </p:sp>
      <p:pic>
        <p:nvPicPr>
          <p:cNvPr id="26627" name="Content Placeholder 8">
            <a:extLst>
              <a:ext uri="{FF2B5EF4-FFF2-40B4-BE49-F238E27FC236}">
                <a16:creationId xmlns:a16="http://schemas.microsoft.com/office/drawing/2014/main" id="{6A811F3E-D7E7-410C-9FB6-51A9AD89691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1" b="388"/>
          <a:stretch>
            <a:fillRect/>
          </a:stretch>
        </p:blipFill>
        <p:spPr>
          <a:xfrm>
            <a:off x="1524000" y="0"/>
            <a:ext cx="9144000" cy="2895600"/>
          </a:xfrm>
        </p:spPr>
      </p:pic>
      <p:pic>
        <p:nvPicPr>
          <p:cNvPr id="26628" name="Picture 10">
            <a:extLst>
              <a:ext uri="{FF2B5EF4-FFF2-40B4-BE49-F238E27FC236}">
                <a16:creationId xmlns:a16="http://schemas.microsoft.com/office/drawing/2014/main" id="{52D61696-9BB7-4251-B206-77AB532470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2895600"/>
            <a:ext cx="64770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Content Placeholder 8">
            <a:extLst>
              <a:ext uri="{FF2B5EF4-FFF2-40B4-BE49-F238E27FC236}">
                <a16:creationId xmlns:a16="http://schemas.microsoft.com/office/drawing/2014/main" id="{9304C1C8-67B3-2F9A-9B20-C991F0A592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45" t="58600" r="55199" b="38110"/>
          <a:stretch/>
        </p:blipFill>
        <p:spPr bwMode="auto">
          <a:xfrm>
            <a:off x="5679992" y="1703697"/>
            <a:ext cx="87867" cy="95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4">
            <a:extLst>
              <a:ext uri="{FF2B5EF4-FFF2-40B4-BE49-F238E27FC236}">
                <a16:creationId xmlns:a16="http://schemas.microsoft.com/office/drawing/2014/main" id="{12460F02-D5DD-4E97-B015-A4F9A6D15A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0" y="1250950"/>
            <a:ext cx="6350000" cy="406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歡迎來到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新城歸正教會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1" i="0" u="none" strike="noStrike" kern="1200" cap="none" spc="0" normalizeH="0" baseline="0" noProof="0">
              <a:ln>
                <a:noFill/>
              </a:ln>
              <a:solidFill>
                <a:srgbClr val="292929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7200" b="1" i="0" u="none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台語崇拜</a:t>
            </a:r>
            <a:endParaRPr kumimoji="0" lang="en-GB" altLang="zh-TW" sz="7200" b="1" i="0" u="none" strike="noStrike" kern="1200" cap="none" spc="0" normalizeH="0" baseline="0" noProof="0">
              <a:ln>
                <a:noFill/>
              </a:ln>
              <a:solidFill>
                <a:srgbClr val="00FFFF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1" name="Content Placeholder 2">
            <a:extLst>
              <a:ext uri="{FF2B5EF4-FFF2-40B4-BE49-F238E27FC236}">
                <a16:creationId xmlns:a16="http://schemas.microsoft.com/office/drawing/2014/main" id="{F93CF712-58A5-4DA0-9AF8-9E5BB66010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759656"/>
            <a:ext cx="12192000" cy="6295292"/>
          </a:xfrm>
        </p:spPr>
        <p:txBody>
          <a:bodyPr/>
          <a:lstStyle/>
          <a:p>
            <a:pPr lvl="0" algn="l"/>
            <a:r>
              <a:rPr lang="zh-TW" altLang="en-US" dirty="0"/>
              <a:t>  台語崇拜使用 </a:t>
            </a:r>
            <a:r>
              <a:rPr lang="en-US" altLang="zh-TW" dirty="0"/>
              <a:t>Zoom </a:t>
            </a:r>
            <a:r>
              <a:rPr lang="zh-TW" altLang="en-US" dirty="0"/>
              <a:t>華語翻譯</a:t>
            </a:r>
            <a:r>
              <a:rPr lang="en-US" altLang="zh-TW" dirty="0"/>
              <a:t>: </a:t>
            </a:r>
          </a:p>
          <a:p>
            <a:pPr lvl="0" algn="l"/>
            <a:r>
              <a:rPr lang="zh-TW" altLang="en-US" dirty="0"/>
              <a:t>  會議號碼</a:t>
            </a:r>
            <a:r>
              <a:rPr lang="en-US" altLang="zh-TW" dirty="0"/>
              <a:t>: </a:t>
            </a:r>
            <a:r>
              <a:rPr lang="en-US" altLang="zh-TW" dirty="0">
                <a:solidFill>
                  <a:srgbClr val="FFFF00"/>
                </a:solidFill>
              </a:rPr>
              <a:t>867 5272 8884 </a:t>
            </a:r>
          </a:p>
          <a:p>
            <a:pPr lvl="0" algn="l"/>
            <a:r>
              <a:rPr lang="zh-TW" altLang="en-US" dirty="0"/>
              <a:t>  密碼 </a:t>
            </a:r>
            <a:r>
              <a:rPr lang="en-US" altLang="zh-TW" dirty="0">
                <a:solidFill>
                  <a:srgbClr val="FFFF00"/>
                </a:solidFill>
              </a:rPr>
              <a:t>8515 </a:t>
            </a:r>
            <a:r>
              <a:rPr lang="zh-TW" altLang="en-US" dirty="0"/>
              <a:t>手機加入 </a:t>
            </a:r>
            <a:r>
              <a:rPr lang="en-US" altLang="zh-TW" dirty="0">
                <a:solidFill>
                  <a:srgbClr val="FFFF00"/>
                </a:solidFill>
              </a:rPr>
              <a:t>646-558-8656</a:t>
            </a:r>
            <a:r>
              <a:rPr lang="en-US" altLang="zh-TW" dirty="0"/>
              <a:t> </a:t>
            </a:r>
          </a:p>
          <a:p>
            <a:pPr lvl="0" algn="l"/>
            <a:r>
              <a:rPr lang="zh-TW" altLang="en-US" dirty="0"/>
              <a:t>  請自帶耳機</a:t>
            </a:r>
            <a:r>
              <a:rPr lang="en-US" altLang="zh-TW" dirty="0"/>
              <a:t>,</a:t>
            </a:r>
            <a:r>
              <a:rPr lang="zh-TW" altLang="en-US" dirty="0"/>
              <a:t>加入後麥克風請靜音。</a:t>
            </a:r>
            <a:endParaRPr lang="zh-TW" altLang="en-US" b="0" spc="-150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4"/>
          <p:cNvSpPr txBox="1">
            <a:spLocks noChangeArrowheads="1"/>
          </p:cNvSpPr>
          <p:nvPr/>
        </p:nvSpPr>
        <p:spPr bwMode="auto">
          <a:xfrm>
            <a:off x="3216275" y="620713"/>
            <a:ext cx="6219825" cy="550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</a:rPr>
              <a:t>請咱用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rgbClr val="FFFF66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>
              <a:ln>
                <a:noFill/>
              </a:ln>
              <a:solidFill>
                <a:srgbClr val="292929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</a:rPr>
              <a:t>來參加今天的敬拜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GB" altLang="zh-TW" sz="5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2855913" y="2332038"/>
            <a:ext cx="6799262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0" b="1" i="0" u="none" strike="noStrike" kern="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安靜 敬虔的心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/>
          <p:cNvSpPr txBox="1">
            <a:spLocks noChangeArrowheads="1"/>
          </p:cNvSpPr>
          <p:nvPr/>
        </p:nvSpPr>
        <p:spPr bwMode="auto">
          <a:xfrm>
            <a:off x="3709988" y="127000"/>
            <a:ext cx="4773612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sng" strike="noStrike" kern="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開  會  詩</a:t>
            </a:r>
          </a:p>
        </p:txBody>
      </p:sp>
      <p:sp>
        <p:nvSpPr>
          <p:cNvPr id="32771" name="Text Box 3"/>
          <p:cNvSpPr txBox="1">
            <a:spLocks noChangeArrowheads="1"/>
          </p:cNvSpPr>
          <p:nvPr/>
        </p:nvSpPr>
        <p:spPr bwMode="auto">
          <a:xfrm>
            <a:off x="1676400" y="1143000"/>
            <a:ext cx="9144000" cy="537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endParaRPr kumimoji="0" lang="en-US" altLang="zh-TW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上帝此時臨在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大家同心敬拜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佇主面前虔誠服事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上帝永遠存在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彈琴彈瑟和諧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萬姓萬族圍圍敬拜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聖旨意到永遠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萬軍的主臨到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管理聖會做頭</a:t>
            </a:r>
            <a:r>
              <a:rPr lang="en-US" altLang="zh-TW" sz="4800" b="1" kern="0" dirty="0">
                <a:solidFill>
                  <a:srgbClr val="FF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endParaRPr kumimoji="0" lang="zh-TW" altLang="en-US" sz="4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>
            <a:extLst>
              <a:ext uri="{FF2B5EF4-FFF2-40B4-BE49-F238E27FC236}">
                <a16:creationId xmlns:a16="http://schemas.microsoft.com/office/drawing/2014/main" id="{6F6D6D72-0502-467D-9F16-488811C60E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8563" y="2357438"/>
            <a:ext cx="4773612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600" b="1" i="0" u="none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宣  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26761BF0-0A0A-E467-C0B5-F885E97C4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>
            <a:extLst>
              <a:ext uri="{FF2B5EF4-FFF2-40B4-BE49-F238E27FC236}">
                <a16:creationId xmlns:a16="http://schemas.microsoft.com/office/drawing/2014/main" id="{B4A9E695-874F-FA68-8A9C-0EDB744A32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454: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我讚美天父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(1/3)</a:t>
            </a:r>
          </a:p>
        </p:txBody>
      </p:sp>
      <p:sp>
        <p:nvSpPr>
          <p:cNvPr id="3075" name="Rectangle 5">
            <a:extLst>
              <a:ext uri="{FF2B5EF4-FFF2-40B4-BE49-F238E27FC236}">
                <a16:creationId xmlns:a16="http://schemas.microsoft.com/office/drawing/2014/main" id="{4996F4D9-062D-E7B2-EAD0-2359AAA7F5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(o-ló)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天父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差遣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(chhe-khián)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聖子降世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就是耶穌替我死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今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(taⁿ)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復活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上</a:t>
            </a:r>
            <a:r>
              <a:rPr lang="zh-TW" altLang="en-US" sz="32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天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(chiuⁿ  thiⁿ)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29831E4D-9D0A-DA53-80A7-09D0DBE64A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454: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我讚美天父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(1/3)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F204B9A4-F47F-6B6F-AD9A-7256D77E1C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福氣權能榮光歸主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是我心所願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福氣權能榮光歸主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直直到永遠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781F7B3-1604-67CE-AC98-B4DD066184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454: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我讚美天父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(2/3)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4B2C18F7-2F61-415F-0958-744D595098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(o-ló)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救主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賞賜我保惠師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就是真理的聖神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要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(beh)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感化我心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FAD8BFCD-CED8-D6C1-9580-55869A15DF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454: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我讚美天父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(2/3)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7E9E7FB6-F90D-FCDF-A540-AADDF6878E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福氣權能榮光歸主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是我心所願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福氣權能榮光歸主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直直到永遠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7D58BEA6-5993-453D-49E3-BC11453B8A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454: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我讚美天父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(3/3)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25C7E062-2D74-C1FB-2044-C216C5BB39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我讚美聖神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助我靠主深信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向前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跑走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(pháu-cháu)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無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越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(oa̍t)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頭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到天堂我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兜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(tau)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546C698D-E830-7B47-9776-592AE4EDAC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454: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我讚美天父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(3/3)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F2685452-37D3-8058-B0A0-DF1BC7D6DE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福氣權能榮光歸主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是我心所願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福氣權能榮光歸主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直直到永遠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阿們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2">
            <a:extLst>
              <a:ext uri="{FF2B5EF4-FFF2-40B4-BE49-F238E27FC236}">
                <a16:creationId xmlns:a16="http://schemas.microsoft.com/office/drawing/2014/main" id="{01A9837D-1969-4BDE-8F03-F37C0D845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8563" y="2357438"/>
            <a:ext cx="4773612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祈  禱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4">
            <a:extLst>
              <a:ext uri="{FF2B5EF4-FFF2-40B4-BE49-F238E27FC236}">
                <a16:creationId xmlns:a16="http://schemas.microsoft.com/office/drawing/2014/main" id="{BBC052D0-803D-459C-825E-153F05B65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8187"/>
            <a:ext cx="12192000" cy="6093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主禱文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阮在天裡的父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願祢的名聖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祢的國臨到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祢的旨意得成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在地裡親像在天裡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阮的日食今仔日給阮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赦免阮的辜負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親像阮亦有赦免辜負阮的人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4">
            <a:extLst>
              <a:ext uri="{FF2B5EF4-FFF2-40B4-BE49-F238E27FC236}">
                <a16:creationId xmlns:a16="http://schemas.microsoft.com/office/drawing/2014/main" id="{BBC052D0-803D-459C-825E-153F05B65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5324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 </a:t>
            </a:r>
            <a:r>
              <a:rPr kumimoji="1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主禱文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勿得導阮入於試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著救阮脫離彼個歹的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因為國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權能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榮光攏是祢所有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代代無盡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!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阿們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4">
            <a:extLst>
              <a:ext uri="{FF2B5EF4-FFF2-40B4-BE49-F238E27FC236}">
                <a16:creationId xmlns:a16="http://schemas.microsoft.com/office/drawing/2014/main" id="{EDC18CEB-632D-465C-917B-68F657594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信仰告白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我信上帝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全能的父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創造天地的主宰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我信耶穌基督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上帝的獨生子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咱的主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;</a:t>
            </a:r>
            <a:endParaRPr kumimoji="0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祂對聖神投胎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對在室女馬利亞出世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佇本丟彼拉多任內受苦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釘十字架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死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埋葬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落陰府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4">
            <a:extLst>
              <a:ext uri="{FF2B5EF4-FFF2-40B4-BE49-F238E27FC236}">
                <a16:creationId xmlns:a16="http://schemas.microsoft.com/office/drawing/2014/main" id="{EDC18CEB-632D-465C-917B-68F657594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信仰告白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第三日對死人中復活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上天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 今坐佇全能的父上帝的大傍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;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祂要對彼復來審判活人與死人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我信聖神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我信聖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公同的教會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聖徒的相通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罪的赦免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肉體的復活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永遠的活命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阿們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F3D0E996-28A4-86D7-5194-175C0D362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29: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146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BAB8F259-091A-43E7-2B9F-BE7C28CCDF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90600"/>
            <a:ext cx="12192000" cy="586740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恁當</a:t>
            </a:r>
            <a:r>
              <a:rPr lang="zh-TW" altLang="en-US" u="sng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(o-</a:t>
            </a:r>
            <a:r>
              <a:rPr lang="en-US" altLang="zh-TW" sz="3200" dirty="0" err="1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ló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耶和華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我的心啊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你當讚美耶和華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endParaRPr lang="en-US" altLang="zh-TW" sz="4800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我一生要讚美耶和華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尚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iáu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活的時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要唱歌讚美我的上帝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AA614B16-EA32-5FCD-5677-596438A4F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29: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146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C229B294-F81E-3F06-53BE-00AEB049F7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90600"/>
            <a:ext cx="12192000" cy="586740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恁勿得倚靠君王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勿得倚靠世間人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>
              <a:spcBef>
                <a:spcPts val="600"/>
              </a:spcBef>
            </a:pP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伊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nl-NL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in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一點仔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不能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boē-oē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幫助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他一下斷氣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就歸土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他所計劃的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在彼日就消滅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BDB3D82C-EA21-111E-1AB5-715787DAE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29: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146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2896591A-7288-6041-D775-154057AC6A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有雅各的上帝做他的幫助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盼望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ǹg-bāng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他的上帝耶和華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者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ê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此號</a:t>
            </a:r>
            <a:b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人有福氣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0CF8C4B1-CC2E-1B9D-1985-90849476C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29: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146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84E94826-A58D-DB56-4742-45386FCCC3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90600"/>
            <a:ext cx="12192000" cy="586740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祂是創造天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地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海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及其中的萬物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>
              <a:spcBef>
                <a:spcPct val="0"/>
              </a:spcBef>
            </a:pP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祂保守誠實到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於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tī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永遠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>
              <a:spcBef>
                <a:spcPct val="0"/>
              </a:spcBef>
            </a:pP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en-US" altLang="zh-TW" sz="3200" dirty="0">
                <a:latin typeface="標楷體" panose="03000509000000000000" pitchFamily="49" charset="-120"/>
                <a:ea typeface="標楷體" panose="03000509000000000000" pitchFamily="49" charset="-120"/>
              </a:rPr>
              <a:t>   </a:t>
            </a:r>
          </a:p>
          <a:p>
            <a:pPr algn="l">
              <a:spcBef>
                <a:spcPct val="0"/>
              </a:spcBef>
            </a:pP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祂為着受冤屈的人伸冤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>
              <a:spcBef>
                <a:spcPct val="0"/>
              </a:spcBef>
            </a:pP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賞賜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食物給饑餓者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>
              <a:lnSpc>
                <a:spcPts val="5000"/>
              </a:lnSpc>
              <a:spcBef>
                <a:spcPct val="0"/>
              </a:spcBef>
            </a:pP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      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chia̍h-mi̍h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 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hō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͘  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iau-gō</a:t>
            </a:r>
            <a:r>
              <a:rPr lang="en-US" altLang="zh-TW" sz="1800" dirty="0">
                <a:latin typeface="Arial" panose="020B0604020202020204" pitchFamily="34" charset="0"/>
                <a:ea typeface="標楷體" panose="03000509000000000000" pitchFamily="49" charset="-120"/>
              </a:rPr>
              <a:t>  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ê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endParaRPr lang="en-US" altLang="zh-TW" sz="3200" dirty="0">
              <a:solidFill>
                <a:srgbClr val="FFFF00"/>
              </a:solidFill>
              <a:latin typeface="Arial" panose="020B0604020202020204" pitchFamily="34" charset="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4C77F145-F43F-C11E-7F30-8D9A7BDA0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29: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146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1EAEDC02-171C-ACF0-DBB3-E7C5249153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90600"/>
            <a:ext cx="10668000" cy="640080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耶和華釋放受關監者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耶和華開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睛盲人的目睭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  <a:endParaRPr lang="nl-NL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nl-NL" altLang="zh-TW" sz="3200" dirty="0">
                <a:latin typeface="標楷體" panose="03000509000000000000" pitchFamily="49" charset="-120"/>
                <a:ea typeface="標楷體" panose="03000509000000000000" pitchFamily="49" charset="-120"/>
              </a:rPr>
              <a:t>                 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chhi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ⁿ-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mî-lâng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 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ê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 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ba̍k-chiu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</a:p>
          <a:p>
            <a:pPr algn="l">
              <a:spcBef>
                <a:spcPct val="0"/>
              </a:spcBef>
            </a:pPr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>
              <a:spcBef>
                <a:spcPct val="0"/>
              </a:spcBef>
            </a:pP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耶和華扶起受壓制的人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>
              <a:spcBef>
                <a:spcPct val="0"/>
              </a:spcBef>
            </a:pP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耶和華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愛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thià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ⁿ)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惜義人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089DD47E-5D8A-99B1-7F3C-DE2282DA6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29: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146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7939D3CE-91CC-3CBA-3C35-27AA9FDDDC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耶和華保護出外人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扶持孤兒寡婦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獨獨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惡人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phái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ⁿ-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lâng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的道路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hō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͘  ) 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它彎</a:t>
            </a:r>
            <a:b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曲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khiau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D1CF2996-8C59-3B39-C656-A028360BD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29: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146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F1910A26-36BC-384C-DE70-B26F17AFC7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90600"/>
            <a:ext cx="12192000" cy="586740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耶和華</a:t>
            </a:r>
            <a:r>
              <a:rPr lang="zh-TW" altLang="en-US" u="sng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必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en-US" altLang="zh-TW" sz="3200" dirty="0" err="1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beh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做王到永遠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錫安啊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你的上帝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必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beh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做王到萬代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>
              <a:spcBef>
                <a:spcPct val="0"/>
              </a:spcBef>
            </a:pPr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>
              <a:spcBef>
                <a:spcPct val="0"/>
              </a:spcBef>
            </a:pP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(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齊聲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):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恁着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(o-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ló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 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耶和華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359150" y="2492375"/>
            <a:ext cx="6673200" cy="121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00FFFF"/>
                </a:solidFill>
              </a:rPr>
              <a:t>獻詩: 耶穌 耶穌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26609"/>
            <a:ext cx="12192000" cy="436100"/>
          </a:xfrm>
        </p:spPr>
        <p:txBody>
          <a:bodyPr/>
          <a:lstStyle/>
          <a:p>
            <a:r>
              <a:rPr lang="zh-TW" altLang="en-US" dirty="0"/>
              <a:t>耶穌 耶穌</a:t>
            </a:r>
            <a:endParaRPr kumimoji="1" lang="zh-TW" altLang="en-US" sz="4400" dirty="0"/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745435"/>
            <a:ext cx="12192000" cy="6112565"/>
          </a:xfrm>
        </p:spPr>
        <p:txBody>
          <a:bodyPr/>
          <a:lstStyle/>
          <a:p>
            <a:r>
              <a:rPr lang="zh-TW" altLang="en-US" dirty="0"/>
              <a:t>耶穌噢耶穌</a:t>
            </a:r>
            <a:r>
              <a:rPr lang="en-US" altLang="zh-TW" dirty="0"/>
              <a:t>﹐</a:t>
            </a:r>
            <a:r>
              <a:rPr lang="zh-TW" altLang="en-US" dirty="0"/>
              <a:t>聖潔的救贖主</a:t>
            </a:r>
          </a:p>
          <a:p>
            <a:r>
              <a:rPr lang="zh-TW" altLang="en-US" dirty="0"/>
              <a:t>耶穌耶穌</a:t>
            </a:r>
            <a:r>
              <a:rPr lang="en-US" altLang="zh-TW" dirty="0"/>
              <a:t>﹐</a:t>
            </a:r>
            <a:r>
              <a:rPr lang="zh-TW" altLang="en-US" dirty="0"/>
              <a:t>豐富祂賞賜</a:t>
            </a:r>
          </a:p>
          <a:p>
            <a:r>
              <a:rPr lang="zh-TW" altLang="en-US" dirty="0"/>
              <a:t>耶穌噢耶穌</a:t>
            </a:r>
            <a:r>
              <a:rPr lang="en-US" altLang="zh-TW" dirty="0"/>
              <a:t>﹐</a:t>
            </a:r>
            <a:r>
              <a:rPr lang="zh-TW" altLang="en-US" dirty="0"/>
              <a:t>至高的聖羊羔</a:t>
            </a:r>
          </a:p>
          <a:p>
            <a:r>
              <a:rPr lang="zh-TW" altLang="en-US" dirty="0"/>
              <a:t>耶穌耶穌</a:t>
            </a:r>
            <a:r>
              <a:rPr lang="en-US" altLang="zh-TW" dirty="0"/>
              <a:t>﹐</a:t>
            </a:r>
            <a:r>
              <a:rPr lang="zh-TW" altLang="en-US" dirty="0"/>
              <a:t>全能醫治主</a:t>
            </a:r>
          </a:p>
          <a:p>
            <a:r>
              <a:rPr lang="zh-TW" altLang="en-US" dirty="0"/>
              <a:t>乎有活氣的攏講</a:t>
            </a:r>
          </a:p>
          <a:p>
            <a:r>
              <a:rPr lang="zh-TW" altLang="en-US" dirty="0"/>
              <a:t>聖哉</a:t>
            </a:r>
            <a:r>
              <a:rPr lang="en-US" altLang="zh-TW" dirty="0"/>
              <a:t>﹑</a:t>
            </a:r>
            <a:r>
              <a:rPr lang="zh-TW" altLang="en-US" dirty="0"/>
              <a:t>聖哉</a:t>
            </a:r>
            <a:r>
              <a:rPr lang="en-US" altLang="zh-TW" dirty="0"/>
              <a:t>﹑</a:t>
            </a:r>
            <a:r>
              <a:rPr lang="zh-TW" altLang="en-US" dirty="0"/>
              <a:t>聖哉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675D984D-0D95-4212-50F9-1ED079865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2D603AFB-D97D-015A-0DEB-C6E610CC78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26609"/>
            <a:ext cx="12192000" cy="436100"/>
          </a:xfrm>
        </p:spPr>
        <p:txBody>
          <a:bodyPr/>
          <a:lstStyle/>
          <a:p>
            <a:r>
              <a:rPr lang="zh-TW" altLang="en-US" dirty="0"/>
              <a:t>耶穌 耶穌</a:t>
            </a:r>
            <a:endParaRPr kumimoji="1" lang="zh-TW" altLang="en-US" sz="4400" dirty="0"/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8491465A-E4E6-6F60-BA97-21C22B7FC6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745435"/>
            <a:ext cx="12192000" cy="6112565"/>
          </a:xfrm>
        </p:spPr>
        <p:txBody>
          <a:bodyPr/>
          <a:lstStyle/>
          <a:p>
            <a:r>
              <a:rPr lang="zh-TW" altLang="en-US" dirty="0"/>
              <a:t>祢是古早現在佇在的主</a:t>
            </a:r>
          </a:p>
          <a:p>
            <a:r>
              <a:rPr lang="zh-TW" altLang="en-US" dirty="0"/>
              <a:t>永無改變</a:t>
            </a:r>
          </a:p>
          <a:p>
            <a:r>
              <a:rPr lang="zh-TW" altLang="en-US" dirty="0"/>
              <a:t>乎有活氣的攏講</a:t>
            </a:r>
          </a:p>
          <a:p>
            <a:r>
              <a:rPr lang="zh-TW" altLang="en-US" dirty="0"/>
              <a:t>聖哉</a:t>
            </a:r>
            <a:r>
              <a:rPr lang="en-US" altLang="zh-TW" dirty="0"/>
              <a:t>﹑</a:t>
            </a:r>
            <a:r>
              <a:rPr lang="zh-TW" altLang="en-US" dirty="0"/>
              <a:t>聖哉</a:t>
            </a:r>
            <a:r>
              <a:rPr lang="en-US" altLang="zh-TW" dirty="0"/>
              <a:t>﹑</a:t>
            </a:r>
            <a:r>
              <a:rPr lang="zh-TW" altLang="en-US" dirty="0"/>
              <a:t>聖哉</a:t>
            </a:r>
          </a:p>
          <a:p>
            <a:r>
              <a:rPr lang="zh-TW" altLang="en-US" dirty="0"/>
              <a:t>只有祢會堪得一切嘔咾</a:t>
            </a:r>
          </a:p>
          <a:p>
            <a:r>
              <a:rPr lang="zh-TW" altLang="en-US" dirty="0"/>
              <a:t>尊貴和榮耀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5D4DA2A7-CA3C-D1B8-B6B2-84D085EF7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C545CB51-AA00-1571-3808-DBAC8DE2D8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26609"/>
            <a:ext cx="12192000" cy="436100"/>
          </a:xfrm>
        </p:spPr>
        <p:txBody>
          <a:bodyPr/>
          <a:lstStyle/>
          <a:p>
            <a:r>
              <a:rPr lang="zh-TW" altLang="en-US" dirty="0"/>
              <a:t>耶穌 耶穌</a:t>
            </a:r>
            <a:endParaRPr kumimoji="1" lang="zh-TW" altLang="en-US" sz="4400" dirty="0"/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2B21B2B5-7446-41EC-ACAB-3C1484ABE0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745435"/>
            <a:ext cx="12192000" cy="6112565"/>
          </a:xfrm>
        </p:spPr>
        <p:txBody>
          <a:bodyPr/>
          <a:lstStyle/>
          <a:p>
            <a:r>
              <a:rPr lang="zh-TW" altLang="en-US" dirty="0"/>
              <a:t>耶穌噢耶穌</a:t>
            </a:r>
            <a:r>
              <a:rPr lang="en-US" altLang="zh-TW" dirty="0"/>
              <a:t>﹐</a:t>
            </a:r>
            <a:r>
              <a:rPr lang="zh-TW" altLang="en-US" dirty="0"/>
              <a:t>聖潔的救贖主</a:t>
            </a:r>
          </a:p>
          <a:p>
            <a:r>
              <a:rPr lang="zh-TW" altLang="en-US" dirty="0"/>
              <a:t>耶穌耶穌</a:t>
            </a:r>
            <a:r>
              <a:rPr lang="en-US" altLang="zh-TW" dirty="0"/>
              <a:t>﹐</a:t>
            </a:r>
            <a:r>
              <a:rPr lang="zh-TW" altLang="en-US" dirty="0"/>
              <a:t>豐富祂賞賜</a:t>
            </a:r>
          </a:p>
          <a:p>
            <a:r>
              <a:rPr lang="zh-TW" altLang="en-US" dirty="0"/>
              <a:t>耶穌噢耶穌</a:t>
            </a:r>
            <a:r>
              <a:rPr lang="en-US" altLang="zh-TW" dirty="0"/>
              <a:t>﹐</a:t>
            </a:r>
            <a:r>
              <a:rPr lang="zh-TW" altLang="en-US" dirty="0"/>
              <a:t>至高的聖羊羔</a:t>
            </a:r>
          </a:p>
          <a:p>
            <a:r>
              <a:rPr lang="zh-TW" altLang="en-US" dirty="0"/>
              <a:t>耶穌耶穌</a:t>
            </a:r>
            <a:r>
              <a:rPr lang="en-US" altLang="zh-TW" dirty="0"/>
              <a:t>﹐</a:t>
            </a:r>
            <a:r>
              <a:rPr lang="zh-TW" altLang="en-US" dirty="0"/>
              <a:t>全能醫治主</a:t>
            </a:r>
          </a:p>
          <a:p>
            <a:r>
              <a:rPr lang="zh-TW" altLang="en-US" dirty="0"/>
              <a:t>乎有活氣的攏講</a:t>
            </a:r>
          </a:p>
          <a:p>
            <a:r>
              <a:rPr lang="zh-TW" altLang="en-US" dirty="0"/>
              <a:t>聖哉</a:t>
            </a:r>
            <a:r>
              <a:rPr lang="en-US" altLang="zh-TW" dirty="0"/>
              <a:t>﹑</a:t>
            </a:r>
            <a:r>
              <a:rPr lang="zh-TW" altLang="en-US" dirty="0"/>
              <a:t>聖哉</a:t>
            </a:r>
            <a:r>
              <a:rPr lang="en-US" altLang="zh-TW" dirty="0"/>
              <a:t>﹑</a:t>
            </a:r>
            <a:r>
              <a:rPr lang="zh-TW" altLang="en-US" dirty="0"/>
              <a:t>聖哉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53094858-A780-50D2-3D79-CF343D49D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63E8ACF2-4446-F04B-001A-E6A485B394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26609"/>
            <a:ext cx="12192000" cy="436100"/>
          </a:xfrm>
        </p:spPr>
        <p:txBody>
          <a:bodyPr/>
          <a:lstStyle/>
          <a:p>
            <a:r>
              <a:rPr lang="zh-TW" altLang="en-US" dirty="0"/>
              <a:t>耶穌 耶穌</a:t>
            </a:r>
            <a:endParaRPr kumimoji="1" lang="zh-TW" altLang="en-US" sz="4400" dirty="0"/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6BECDD58-6220-1398-23CC-5B09715A6B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745435"/>
            <a:ext cx="12192000" cy="6112565"/>
          </a:xfrm>
        </p:spPr>
        <p:txBody>
          <a:bodyPr/>
          <a:lstStyle/>
          <a:p>
            <a:r>
              <a:rPr lang="zh-TW" altLang="en-US" dirty="0"/>
              <a:t>祢是古早現在佇在的主</a:t>
            </a:r>
          </a:p>
          <a:p>
            <a:r>
              <a:rPr lang="zh-TW" altLang="en-US" dirty="0"/>
              <a:t>永無改變</a:t>
            </a:r>
          </a:p>
          <a:p>
            <a:r>
              <a:rPr lang="zh-TW" altLang="en-US" dirty="0"/>
              <a:t>乎有活氣的攏講</a:t>
            </a:r>
          </a:p>
          <a:p>
            <a:r>
              <a:rPr lang="zh-TW" altLang="en-US" dirty="0"/>
              <a:t>聖哉</a:t>
            </a:r>
            <a:r>
              <a:rPr lang="en-US" altLang="zh-TW" dirty="0"/>
              <a:t>﹑</a:t>
            </a:r>
            <a:r>
              <a:rPr lang="zh-TW" altLang="en-US" dirty="0"/>
              <a:t>聖哉</a:t>
            </a:r>
            <a:r>
              <a:rPr lang="en-US" altLang="zh-TW" dirty="0"/>
              <a:t>﹑</a:t>
            </a:r>
            <a:r>
              <a:rPr lang="zh-TW" altLang="en-US" dirty="0"/>
              <a:t>聖哉</a:t>
            </a:r>
          </a:p>
          <a:p>
            <a:r>
              <a:rPr lang="zh-TW" altLang="en-US" dirty="0"/>
              <a:t>只有祢會堪得一切嘔咾</a:t>
            </a:r>
          </a:p>
          <a:p>
            <a:r>
              <a:rPr lang="zh-TW" altLang="en-US" dirty="0"/>
              <a:t>尊貴和榮耀</a:t>
            </a:r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03671DF0-9080-6F29-78FB-8479ADA3F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DBE5B240-89EE-679C-7E73-D4EC7AD565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26609"/>
            <a:ext cx="12192000" cy="436100"/>
          </a:xfrm>
        </p:spPr>
        <p:txBody>
          <a:bodyPr/>
          <a:lstStyle/>
          <a:p>
            <a:r>
              <a:rPr lang="zh-TW" altLang="en-US" dirty="0"/>
              <a:t>耶穌 耶穌</a:t>
            </a:r>
            <a:endParaRPr kumimoji="1" lang="zh-TW" altLang="en-US" sz="4400" dirty="0"/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B0065F13-9580-00BF-CE93-03B484CE55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745435"/>
            <a:ext cx="12192000" cy="6112565"/>
          </a:xfrm>
        </p:spPr>
        <p:txBody>
          <a:bodyPr/>
          <a:lstStyle/>
          <a:p>
            <a:r>
              <a:rPr lang="zh-TW" altLang="en-US" dirty="0"/>
              <a:t>乎有活氣的攏講</a:t>
            </a:r>
          </a:p>
          <a:p>
            <a:r>
              <a:rPr lang="zh-TW" altLang="en-US" dirty="0"/>
              <a:t>聖哉</a:t>
            </a:r>
            <a:r>
              <a:rPr lang="en-US" altLang="zh-TW" dirty="0"/>
              <a:t>﹑</a:t>
            </a:r>
            <a:r>
              <a:rPr lang="zh-TW" altLang="en-US" dirty="0"/>
              <a:t>聖哉</a:t>
            </a:r>
            <a:r>
              <a:rPr lang="en-US" altLang="zh-TW" dirty="0"/>
              <a:t>﹑</a:t>
            </a:r>
            <a:r>
              <a:rPr lang="zh-TW" altLang="en-US" dirty="0"/>
              <a:t>聖哉</a:t>
            </a:r>
          </a:p>
          <a:p>
            <a:r>
              <a:rPr lang="zh-TW" altLang="en-US" dirty="0"/>
              <a:t>祢是古早現在佇在的主</a:t>
            </a:r>
          </a:p>
          <a:p>
            <a:r>
              <a:rPr lang="zh-TW" altLang="en-US" dirty="0"/>
              <a:t>永無改變</a:t>
            </a:r>
          </a:p>
          <a:p>
            <a:r>
              <a:rPr lang="zh-TW" altLang="en-US" dirty="0"/>
              <a:t>乎有活氣的攏講</a:t>
            </a:r>
          </a:p>
          <a:p>
            <a:r>
              <a:rPr lang="zh-TW" altLang="en-US" dirty="0"/>
              <a:t>聖哉</a:t>
            </a:r>
            <a:r>
              <a:rPr lang="en-US" altLang="zh-TW" dirty="0"/>
              <a:t>﹑</a:t>
            </a:r>
            <a:r>
              <a:rPr lang="zh-TW" altLang="en-US" dirty="0"/>
              <a:t>聖哉</a:t>
            </a:r>
            <a:r>
              <a:rPr lang="en-US" altLang="zh-TW" dirty="0"/>
              <a:t>﹑</a:t>
            </a:r>
            <a:r>
              <a:rPr lang="zh-TW" altLang="en-US" dirty="0"/>
              <a:t>聖哉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8642D275-F5B7-7F54-E6EE-CAE389BED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795F912B-9AD9-5AEE-9CDC-1DBFE58E0B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26609"/>
            <a:ext cx="12192000" cy="436100"/>
          </a:xfrm>
        </p:spPr>
        <p:txBody>
          <a:bodyPr/>
          <a:lstStyle/>
          <a:p>
            <a:r>
              <a:rPr lang="zh-TW" altLang="en-US" dirty="0"/>
              <a:t>耶穌 耶穌</a:t>
            </a:r>
            <a:endParaRPr kumimoji="1" lang="zh-TW" altLang="en-US" sz="4400" dirty="0"/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82DFF058-3005-FB68-1B91-A093430103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745435"/>
            <a:ext cx="12192000" cy="6112565"/>
          </a:xfrm>
        </p:spPr>
        <p:txBody>
          <a:bodyPr/>
          <a:lstStyle/>
          <a:p>
            <a:r>
              <a:rPr lang="zh-TW" altLang="en-US" dirty="0"/>
              <a:t>只有祢會堪得一切嘔咾</a:t>
            </a:r>
          </a:p>
          <a:p>
            <a:r>
              <a:rPr lang="zh-TW" altLang="en-US" dirty="0"/>
              <a:t>尊貴和榮耀</a:t>
            </a:r>
          </a:p>
          <a:p>
            <a:r>
              <a:rPr lang="zh-TW" altLang="en-US" dirty="0"/>
              <a:t>只有祢會堪得一切嘔咾</a:t>
            </a:r>
          </a:p>
          <a:p>
            <a:r>
              <a:rPr lang="zh-TW" altLang="en-US" dirty="0"/>
              <a:t>尊貴和榮耀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0FFFF"/>
                </a:solidFill>
              </a:rPr>
              <a:t>經文
尼希米記 13:15~22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6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00FFFF"/>
                </a:solidFill>
              </a:rPr>
              <a:t>尼希米記 13:15~22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685800"/>
            <a:ext cx="11582400" cy="59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FFFFFF"/>
                </a:solidFill>
              </a:rPr>
              <a:t>15.那些日子，我在猶大見有人在安息日醡酒〔原文作踹酒醡〕，搬運禾捆馱在驢上，又把酒、葡萄、無花果，和各樣的擔子在安息日擔入耶路撒冷，我就在他們賣食物的那日警戒他們。</a:t>
            </a:r>
          </a:p>
          <a:p>
            <a:r>
              <a:rPr sz="2400">
                <a:solidFill>
                  <a:srgbClr val="FFFFFF"/>
                </a:solidFill>
              </a:rPr>
              <a:t>16.又有推羅人住在耶路撒冷；他們把魚和各樣貨物運進來，在安息日賣給猶大人。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6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00FFFF"/>
                </a:solidFill>
              </a:rPr>
              <a:t>尼希米記 13:15~22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685800"/>
            <a:ext cx="11582400" cy="59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FFFFFF"/>
                </a:solidFill>
              </a:rPr>
              <a:t>17.我就斥責猶大的貴冑說：「你們怎麼行這惡事犯了安息日呢？</a:t>
            </a:r>
          </a:p>
          <a:p>
            <a:r>
              <a:rPr sz="2400">
                <a:solidFill>
                  <a:srgbClr val="FFFFFF"/>
                </a:solidFill>
              </a:rPr>
              <a:t>18.從前你們列祖豈不是這樣行，以致我們神使一切災禍臨到我們和這城嗎？現在你們還犯安息日，使忿怒越發臨到以色列！」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6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00FFFF"/>
                </a:solidFill>
              </a:rPr>
              <a:t>尼希米記 13:15~22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685800"/>
            <a:ext cx="11582400" cy="59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FFFFFF"/>
                </a:solidFill>
              </a:rPr>
              <a:t>19.在安息日的前一日，耶路撒冷城門有黑影的時候，我就吩咐人將門關鎖，不過安息日不准開放。我又派我幾個僕人管理城門，免得有人在安息日擔甚麼擔子進城。</a:t>
            </a:r>
          </a:p>
          <a:p>
            <a:r>
              <a:rPr sz="2400">
                <a:solidFill>
                  <a:srgbClr val="FFFFFF"/>
                </a:solidFill>
              </a:rPr>
              <a:t>20.於是商人和販賣各樣貨物的，一兩次住宿在耶路撒冷城外。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6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00FFFF"/>
                </a:solidFill>
              </a:rPr>
              <a:t>尼希米記 13:15~22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685800"/>
            <a:ext cx="11582400" cy="59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FFFFFF"/>
                </a:solidFill>
              </a:rPr>
              <a:t>21.我就警戒他們說：「你們為何在城外住宿呢？若再這樣，我必下手拿辦你們。」從此以後，他們在安息日不再來了。</a:t>
            </a:r>
          </a:p>
          <a:p>
            <a:r>
              <a:rPr sz="2400">
                <a:solidFill>
                  <a:srgbClr val="FFFFFF"/>
                </a:solidFill>
              </a:rPr>
              <a:t>22.我吩咐利未人潔淨自己，來守城門，使安息日為聖。我的神啊，求你因這事記念我，照你的大慈愛憐恤我。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今日信息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根據律法生活   陳信銘牧師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今日信息</a:t>
            </a:r>
          </a:p>
          <a:p>
            <a:r>
              <a:t>一. 做安息日不可做的事：</a:t>
            </a:r>
          </a:p>
          <a:p>
            <a:r>
              <a:t>1. 在安息日醡酒、搬運禾捆</a:t>
            </a:r>
          </a:p>
          <a:p>
            <a:r>
              <a:t>2. 把酒、葡萄、無花果，和各樣的擔子在安息日擔入耶路撒冷</a:t>
            </a:r>
          </a:p>
          <a:p>
            <a:r>
              <a:t>3. 泰爾人把魚和各樣貨物運進耶路撒冷，在安息日賣給猶大人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今日信息</a:t>
            </a:r>
          </a:p>
          <a:p>
            <a:r>
              <a:t>二. 尼希米對不守安息日者的警戒與措施：</a:t>
            </a:r>
          </a:p>
          <a:p>
            <a:r>
              <a:t>1. 在他們賣食物的那日警戒他們</a:t>
            </a:r>
          </a:p>
          <a:p>
            <a:r>
              <a:t>2. 責備貴胄，因他們讓人在安息日進城做買賣，使上帝的忿怒越發臨到以色列！</a:t>
            </a:r>
          </a:p>
          <a:p>
            <a:r>
              <a:t>3. 派僕人及利未人在安息日管理城門，免得有人在擔甚麼擔子進城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今日信息</a:t>
            </a:r>
          </a:p>
          <a:p>
            <a:r>
              <a:t>三. 必另有一安息日的安息，為上帝的子民存留（希伯來書 4:9）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>
            <a:extLst>
              <a:ext uri="{FF2B5EF4-FFF2-40B4-BE49-F238E27FC236}">
                <a16:creationId xmlns:a16="http://schemas.microsoft.com/office/drawing/2014/main" id="{9251C186-6C2F-DFF8-8524-F0C2C1800B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211: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上帝設立安息聖日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(1/4)</a:t>
            </a:r>
          </a:p>
        </p:txBody>
      </p:sp>
      <p:sp>
        <p:nvSpPr>
          <p:cNvPr id="5123" name="Rectangle 5">
            <a:extLst>
              <a:ext uri="{FF2B5EF4-FFF2-40B4-BE49-F238E27FC236}">
                <a16:creationId xmlns:a16="http://schemas.microsoft.com/office/drawing/2014/main" id="{BF151AA5-F7FF-B59F-58BE-CC28B478E1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上帝設立安息聖日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應允賜福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天下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(thiⁿ-ē)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萬民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此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(thit)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日信徒恭敬來守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恩典福氣充滿心神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762D2FE3-7306-57C1-EA29-320EFD8834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211: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上帝設立安息聖日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(1/4)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648433A-321C-75B9-4B0A-728C2A8301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今日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與信徒相見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至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高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(koân)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上帝慈悲顯明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(hō’)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我直到祂恩座前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世上安樂無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相比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FAFD130B-6AF7-3066-9B16-E872DF1CD3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211: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上帝設立安息聖日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(2/4)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550F28F2-4352-6C83-105F-9C92C0890E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今日耶穌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從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(tùi)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死復活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較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(khah)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贏死失魔鬼的權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和平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人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(jîn)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君永活的主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活命米糧賜我完全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7E5E3B2B-4B9F-E6E9-69DF-A79A90B0B2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211: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上帝設立安息聖日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(2/4)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4FC2ECCF-7195-B04F-CC11-5065E97AF2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今日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與信徒相見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至高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(koân)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上帝慈悲顯明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(hō’)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我直到祂恩座前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世上安樂無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相比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43142995-F523-01E8-DCAA-D94F4ECE96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211: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上帝設立安息聖日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(3/4)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868150E5-819A-AB55-13FD-19CB85AE03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救主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愛疼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(thiàⁿ-thàng)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極大無比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保惠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先生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(sian-siⁿ)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與我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居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(khiā)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起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感化我心能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識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(bat)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真理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煩惱苦痛變做歡喜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FF2BC741-55A8-4185-D00E-ECD1EA71E9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211: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上帝設立安息聖日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(3/4)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87110BFB-7B8C-81C0-D6AE-16D059FFD4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今日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與信徒相見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至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高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(koân)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上帝慈悲顯明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(hō’)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我直到祂恩座前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世上安樂無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相比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7D287461-66C7-7A3D-2E65-44FD7FD6EA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211: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上帝設立安息聖日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(4/4)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1EAF5A21-8E6F-357F-EADF-AC5A949590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今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(taⁿ)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與信徒同入殿堂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吟詩祈禱敬拜虔誠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願主助我堅心決意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盡一世人做祢學生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9D5B3CBD-C16D-16BE-191A-8E5B8CADF6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211: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上帝設立安息聖日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(4/4)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97131950-F1DA-2319-39E2-481E22651F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今日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與信徒相見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至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高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(koân)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上帝慈悲顯明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(hō’)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我直到祂恩座前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8CE47DAA-3FDD-680E-7AB3-8D9737D739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211: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上帝設立安息聖日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(4/4)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2ECFA9C7-9CA0-2182-28B2-61E3D77DD6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世上安樂無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相比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阿們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Title 1">
            <a:extLst>
              <a:ext uri="{FF2B5EF4-FFF2-40B4-BE49-F238E27FC236}">
                <a16:creationId xmlns:a16="http://schemas.microsoft.com/office/drawing/2014/main" id="{9AEEC10F-9350-4F5B-8F6C-112079D085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solidFill>
                  <a:srgbClr val="00FFFF"/>
                </a:solidFill>
              </a:rPr>
              <a:t>奉獻</a:t>
            </a:r>
            <a:endParaRPr lang="zh-TW" altLang="en-US"/>
          </a:p>
        </p:txBody>
      </p:sp>
      <p:sp>
        <p:nvSpPr>
          <p:cNvPr id="108547" name="Content Placeholder 2">
            <a:extLst>
              <a:ext uri="{FF2B5EF4-FFF2-40B4-BE49-F238E27FC236}">
                <a16:creationId xmlns:a16="http://schemas.microsoft.com/office/drawing/2014/main" id="{4B8C926E-5155-4788-9D42-4F33E1FE18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TW" altLang="en-US" dirty="0"/>
              <a:t>各人要隨本心所酌定的</a:t>
            </a:r>
            <a:r>
              <a:rPr lang="en-US" altLang="zh-TW" dirty="0"/>
              <a:t>,</a:t>
            </a:r>
          </a:p>
          <a:p>
            <a:pPr eaLnBrk="1" hangingPunct="1"/>
            <a:r>
              <a:rPr lang="zh-TW" altLang="en-US" dirty="0"/>
              <a:t>不要作難</a:t>
            </a:r>
            <a:r>
              <a:rPr lang="en-US" altLang="zh-TW" dirty="0"/>
              <a:t>,</a:t>
            </a:r>
            <a:r>
              <a:rPr lang="zh-TW" altLang="en-US" dirty="0"/>
              <a:t>不要勉強</a:t>
            </a:r>
            <a:r>
              <a:rPr lang="en-US" altLang="zh-TW" dirty="0"/>
              <a:t>,</a:t>
            </a:r>
          </a:p>
          <a:p>
            <a:pPr eaLnBrk="1" hangingPunct="1"/>
            <a:r>
              <a:rPr lang="zh-TW" altLang="en-US" dirty="0"/>
              <a:t>因為捐得樂意的人</a:t>
            </a:r>
            <a:r>
              <a:rPr lang="en-US" altLang="zh-TW" dirty="0"/>
              <a:t>,</a:t>
            </a:r>
          </a:p>
          <a:p>
            <a:pPr eaLnBrk="1" hangingPunct="1"/>
            <a:r>
              <a:rPr lang="zh-TW" altLang="en-US" dirty="0"/>
              <a:t>是上帝所歡喜的</a:t>
            </a:r>
            <a:r>
              <a:rPr lang="en-US" altLang="zh-TW" dirty="0"/>
              <a:t>.</a:t>
            </a:r>
            <a:endParaRPr lang="zh-TW" altLang="en-US" dirty="0"/>
          </a:p>
          <a:p>
            <a:pPr eaLnBrk="1" hangingPunct="1"/>
            <a:r>
              <a:rPr lang="zh-TW" altLang="en-US" dirty="0"/>
              <a:t>              </a:t>
            </a:r>
            <a:r>
              <a:rPr lang="zh-TW" altLang="en-US" sz="4000" dirty="0"/>
              <a:t>林後</a:t>
            </a:r>
            <a:r>
              <a:rPr lang="en-US" altLang="zh-TW" sz="4000" dirty="0"/>
              <a:t>9:7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Title 1">
            <a:extLst>
              <a:ext uri="{FF2B5EF4-FFF2-40B4-BE49-F238E27FC236}">
                <a16:creationId xmlns:a16="http://schemas.microsoft.com/office/drawing/2014/main" id="{74F9AA72-327A-4A57-ABA9-6ADFCCD831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奉獻詩</a:t>
            </a:r>
            <a:r>
              <a:rPr lang="en-US" altLang="zh-TW"/>
              <a:t>: </a:t>
            </a:r>
            <a:r>
              <a:rPr lang="zh-TW" altLang="en-US"/>
              <a:t>我的生命獻給祢</a:t>
            </a:r>
          </a:p>
        </p:txBody>
      </p:sp>
      <p:sp>
        <p:nvSpPr>
          <p:cNvPr id="110595" name="Content Placeholder 2">
            <a:extLst>
              <a:ext uri="{FF2B5EF4-FFF2-40B4-BE49-F238E27FC236}">
                <a16:creationId xmlns:a16="http://schemas.microsoft.com/office/drawing/2014/main" id="{D9B4988B-D077-4EB1-B961-532D3CAC79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我的錢銀獻給祢</a:t>
            </a:r>
            <a:endParaRPr lang="en-US" altLang="zh-TW" dirty="0"/>
          </a:p>
          <a:p>
            <a:r>
              <a:rPr lang="zh-TW" altLang="en-US" dirty="0"/>
              <a:t>用出攏趁祢旨意</a:t>
            </a:r>
          </a:p>
          <a:p>
            <a:r>
              <a:rPr lang="zh-TW" altLang="en-US" dirty="0"/>
              <a:t>我的才情祢賞賜</a:t>
            </a:r>
          </a:p>
          <a:p>
            <a:r>
              <a:rPr lang="zh-TW" altLang="en-US" dirty="0"/>
              <a:t>甘願還祢做器具</a:t>
            </a:r>
          </a:p>
          <a:p>
            <a:r>
              <a:rPr lang="zh-TW" altLang="en-US" dirty="0"/>
              <a:t>阿們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Text Box 2">
            <a:extLst>
              <a:ext uri="{FF2B5EF4-FFF2-40B4-BE49-F238E27FC236}">
                <a16:creationId xmlns:a16="http://schemas.microsoft.com/office/drawing/2014/main" id="{9DDF1A1A-81C7-4EDF-AFAF-8CCDF2D3A6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9150" y="2492375"/>
            <a:ext cx="5040313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sng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報告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全教會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1. 維修同工招募：設備組徵求有願意一起修繕美化教會 的弟兄姐妹, 有心服事者請向郭景光長老或是潘堅 執事報名。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全教會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2. 百合花盆栽, 歡迎兄姐自行帶囘(自由奉獻, 建議金額: $3-$5 )。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1. 主日學---今天11:30在交誼廳, 陳牧師帶領新的課程： 「啓示錄」, 歡迎大家參加。線上: https://zoom.us/j/99429704298, 會號 994 2970 4298, 密碼 626954; 電話 646-558-8656。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2. 週三線上禱告---邀請您參加 4/15晚上 8點禱告會, 所有 事工都需要禱告求上帝扶持祝福, zoom 連結如同主日學。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3. 週五線上查經---4/17晚 8點陳牧師帶領查考撒母耳記上, 請大家踴躍參加。zoom 連結如同主日學。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4. 愛餐服事---欲參與服事者, 請與鶴齡執事登記。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5. 請為教會守望代禱---中文學校, 兒童事工, 兄弟姐妹的健 康, 家人信主, 年輕會友立業成家, 紐約治安, 國際關係。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Title 1">
            <a:extLst>
              <a:ext uri="{FF2B5EF4-FFF2-40B4-BE49-F238E27FC236}">
                <a16:creationId xmlns:a16="http://schemas.microsoft.com/office/drawing/2014/main" id="{CEE98263-CE9D-4E50-A197-BB62D53C8D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頌榮</a:t>
            </a:r>
            <a:r>
              <a:rPr lang="en-US" altLang="zh-TW"/>
              <a:t>: </a:t>
            </a:r>
            <a:r>
              <a:rPr lang="zh-TW" altLang="en-US"/>
              <a:t>榮光歸聖父上帝</a:t>
            </a:r>
          </a:p>
        </p:txBody>
      </p:sp>
      <p:sp>
        <p:nvSpPr>
          <p:cNvPr id="137219" name="Content Placeholder 2">
            <a:extLst>
              <a:ext uri="{FF2B5EF4-FFF2-40B4-BE49-F238E27FC236}">
                <a16:creationId xmlns:a16="http://schemas.microsoft.com/office/drawing/2014/main" id="{3E0AEBB3-72FC-42E8-980C-AE3540AA98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0" y="990600"/>
            <a:ext cx="9144000" cy="5257800"/>
          </a:xfrm>
        </p:spPr>
        <p:txBody>
          <a:bodyPr/>
          <a:lstStyle/>
          <a:p>
            <a:r>
              <a:rPr lang="zh-TW" altLang="en-US" dirty="0"/>
              <a:t>榮光歸聖父上帝</a:t>
            </a:r>
          </a:p>
          <a:p>
            <a:r>
              <a:rPr lang="zh-TW" altLang="en-US" dirty="0"/>
              <a:t>榮光聖子聖神三位一體</a:t>
            </a:r>
          </a:p>
          <a:p>
            <a:r>
              <a:rPr lang="zh-TW" altLang="en-US" dirty="0"/>
              <a:t>昔在的 現在在的</a:t>
            </a:r>
          </a:p>
          <a:p>
            <a:r>
              <a:rPr lang="zh-TW" altLang="en-US" dirty="0"/>
              <a:t>將來亦永遠在的</a:t>
            </a:r>
          </a:p>
          <a:p>
            <a:r>
              <a:rPr lang="zh-TW" altLang="en-US" dirty="0"/>
              <a:t>無窮無盡</a:t>
            </a:r>
          </a:p>
          <a:p>
            <a:r>
              <a:rPr lang="zh-TW" altLang="en-US" dirty="0"/>
              <a:t>阿們阿們</a:t>
            </a:r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8E6BBC15-D05D-4E1D-9340-7701D0688B8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63750" y="2636838"/>
            <a:ext cx="8291513" cy="820737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zh-TW" altLang="en-US" sz="6600" b="1">
                <a:solidFill>
                  <a:srgbClr val="00FFFF"/>
                </a:solidFill>
                <a:ea typeface="標楷體" panose="03000509000000000000" pitchFamily="65" charset="-120"/>
              </a:rPr>
              <a:t>祝  禱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DF52F9A4-8D15-4012-8CCD-0B3FB09651F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B3E03521-A56A-4968-A142-2406998CD57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63750" y="2636838"/>
            <a:ext cx="8291513" cy="820737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zh-TW" altLang="en-US" sz="66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默 禱</a:t>
            </a:r>
            <a:r>
              <a:rPr lang="en-US" altLang="zh-TW" sz="66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sz="66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散 會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D1E95CF2-C5F4-4B2A-8643-D05C1D07C5D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0F71E80E-17E1-4989-8F8D-81DCAFC728A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01838" y="1828800"/>
            <a:ext cx="8291512" cy="2925763"/>
          </a:xfrm>
        </p:spPr>
        <p:txBody>
          <a:bodyPr/>
          <a:lstStyle/>
          <a:p>
            <a:pPr marL="0" indent="0" algn="ctr" eaLnBrk="1" hangingPunct="1">
              <a:buFontTx/>
              <a:buNone/>
              <a:defRPr/>
            </a:pPr>
            <a:endParaRPr lang="en-US" altLang="zh-TW" sz="4800" b="1" kern="1200" dirty="0">
              <a:solidFill>
                <a:prstClr val="white"/>
              </a:solidFill>
              <a:latin typeface="標楷體" panose="02010601000101010101" pitchFamily="2" charset="-120"/>
              <a:ea typeface="標楷體" panose="02010601000101010101" pitchFamily="2" charset="-120"/>
              <a:cs typeface="+mn-cs"/>
            </a:endParaRPr>
          </a:p>
          <a:p>
            <a:pPr marL="0" indent="0" algn="ctr" eaLnBrk="1" hangingPunct="1">
              <a:buFontTx/>
              <a:buNone/>
              <a:defRPr/>
            </a:pPr>
            <a:r>
              <a:rPr lang="zh-TW" altLang="en-US" b="1" kern="1200" dirty="0">
                <a:solidFill>
                  <a:prstClr val="white"/>
                </a:solidFill>
                <a:latin typeface="標楷體" panose="02010601000101010101" pitchFamily="2" charset="-120"/>
                <a:ea typeface="標楷體" panose="02010601000101010101" pitchFamily="2" charset="-120"/>
                <a:cs typeface="+mn-cs"/>
              </a:rPr>
              <a:t>今天的講台信息，請參閱</a:t>
            </a:r>
            <a:endParaRPr lang="en-US" altLang="zh-TW" b="1" kern="1200" dirty="0">
              <a:solidFill>
                <a:prstClr val="white"/>
              </a:solidFill>
              <a:latin typeface="標楷體" panose="02010601000101010101" pitchFamily="2" charset="-120"/>
              <a:ea typeface="標楷體" panose="02010601000101010101" pitchFamily="2" charset="-120"/>
              <a:cs typeface="+mn-cs"/>
            </a:endParaRPr>
          </a:p>
          <a:p>
            <a:pPr marL="0" indent="0" algn="ctr" eaLnBrk="1" hangingPunct="1">
              <a:buFontTx/>
              <a:buNone/>
              <a:defRPr/>
            </a:pPr>
            <a:r>
              <a:rPr lang="en-US" altLang="zh-TW" sz="7200" b="1" kern="1200" dirty="0">
                <a:solidFill>
                  <a:srgbClr val="FFFF00"/>
                </a:solidFill>
                <a:latin typeface="標楷體" panose="02010601000101010101" pitchFamily="2" charset="-120"/>
                <a:ea typeface="標楷體" panose="02010601000101010101" pitchFamily="2" charset="-120"/>
                <a:cs typeface="+mn-cs"/>
              </a:rPr>
              <a:t>rcnewtown.org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6041E1B6-C294-4A3C-81B7-67B018D99EE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4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5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6_Default Design">
  <a:themeElements>
    <a:clrScheme name="3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_Default Design">
      <a:majorFont>
        <a:latin typeface="Arial"/>
        <a:ea typeface="新細明體"/>
        <a:cs typeface="新細明體"/>
      </a:majorFont>
      <a:minorFont>
        <a:latin typeface="Arial"/>
        <a:ea typeface="新細明體"/>
        <a:cs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3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7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9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BBSettings xmlns="http://schemas.bloomberg.com/settings/1.0">
  <Item name="DocumentId_Charts">{DCF20479-549D-4993-A38F-31964E0376EF}</Item>
  <Item xmlns="" name="ShapesMap_Charts">{"{DCF20479-549D-4993-A38F-31964E0376EF}":{"1807":{},"1838":{},"1866":{},"1870":{},"1882":{},"1883":{},"1884":{},"1901":{},"1902":{},"1903":{},"1904":{},"2066":{},"2239":{},"2240":{},"2241":{},"2242":{},"256":{},"257":{},"261":{},"262":{},"269":{},"270":{},"274":{},"275":{},"2756":{},"276":{},"279":{},"2862":{},"2897":{},"2898":{},"2899":{},"3267":{},"3378":{},"3518":{},"3520":{},"3532":{},"3561":{},"3563":{},"3592":{},"3593":{},"3594":{},"360":{},"3610":{},"3617":{},"3628":{},"3660":{},"3661":{},"3662":{},"3663":{},"3664":{},"3665":{},"3666":{},"3667":{},"3668":{},"3669":{},"3670":{},"3671":{},"3672":{},"3673":{},"3674":{},"3675":{},"3676":{},"3677":{},"3678":{},"3679":{},"3680":{},"3681":{},"3682":{},"3683":{},"3684":{},"492":{},"493":{},"547":{},"548":{},"549":{},"550":{},"551":{},"552":{},"553":{},"554":{},"639":{},"753":{},"761":{}}}</Item>
</BBSettings>
</file>

<file path=customXml/itemProps1.xml><?xml version="1.0" encoding="utf-8"?>
<ds:datastoreItem xmlns:ds="http://schemas.openxmlformats.org/officeDocument/2006/customXml" ds:itemID="{6627DAC7-5361-4925-9466-7770BFDFAA7D}">
  <ds:schemaRefs>
    <ds:schemaRef ds:uri="http://schemas.bloomberg.com/settings/1.0"/>
    <ds:schemaRef ds:uri="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6847</TotalTime>
  <Words>2997</Words>
  <Application>Microsoft Macintosh PowerPoint</Application>
  <PresentationFormat>Widescreen</PresentationFormat>
  <Paragraphs>359</Paragraphs>
  <Slides>80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80</vt:i4>
      </vt:variant>
    </vt:vector>
  </HeadingPairs>
  <TitlesOfParts>
    <vt:vector size="93" baseType="lpstr">
      <vt:lpstr>標楷體</vt:lpstr>
      <vt:lpstr>標楷體</vt:lpstr>
      <vt:lpstr>新細明體</vt:lpstr>
      <vt:lpstr>Arial</vt:lpstr>
      <vt:lpstr>Calibri</vt:lpstr>
      <vt:lpstr>Times New Roman</vt:lpstr>
      <vt:lpstr>Default Design</vt:lpstr>
      <vt:lpstr>4_Default Design</vt:lpstr>
      <vt:lpstr>2_Default Design</vt:lpstr>
      <vt:lpstr>5_Default Design</vt:lpstr>
      <vt:lpstr>6_Default Design</vt:lpstr>
      <vt:lpstr>7_Default Design</vt:lpstr>
      <vt:lpstr>9_Default Design</vt:lpstr>
      <vt:lpstr>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69:我的心神你當唱歌(1/3)</vt:lpstr>
      <vt:lpstr>69:我的心神你當唱歌(2/3)</vt:lpstr>
      <vt:lpstr>69:我的心神你當唱歌(3/3)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啟應文30: 箴言8</vt:lpstr>
      <vt:lpstr>啟應文30: 箴言8</vt:lpstr>
      <vt:lpstr>啟應文30: 箴言8</vt:lpstr>
      <vt:lpstr>啟應文30: 箴言8</vt:lpstr>
      <vt:lpstr>啟應文30: 箴言8</vt:lpstr>
      <vt:lpstr>啟應文30: 箴言8</vt:lpstr>
      <vt:lpstr>啟應文30: 箴言8</vt:lpstr>
      <vt:lpstr>啟應文30: 箴言8</vt:lpstr>
      <vt:lpstr>啟應文30: 箴言8</vt:lpstr>
      <vt:lpstr>啟應文30: 箴言8</vt:lpstr>
      <vt:lpstr>啟應文30: 箴言8</vt:lpstr>
      <vt:lpstr>啟應文30: 箴言8</vt:lpstr>
      <vt:lpstr>啟應文30: 箴言8</vt:lpstr>
      <vt:lpstr>PowerPoint Presentation</vt:lpstr>
      <vt:lpstr>PowerPoint Presentation</vt:lpstr>
      <vt:lpstr>耶和華是我牧者</vt:lpstr>
      <vt:lpstr>耶和華是我牧者</vt:lpstr>
      <vt:lpstr>耶和華是我牧者</vt:lpstr>
      <vt:lpstr>耶和華是我牧者</vt:lpstr>
      <vt:lpstr>耶和華是我牧者</vt:lpstr>
      <vt:lpstr>耶和華是我牧者</vt:lpstr>
      <vt:lpstr>耶和華是我牧者</vt:lpstr>
      <vt:lpstr>PowerPoint Presentation</vt:lpstr>
      <vt:lpstr>經文  羅馬書 4:1~12 (新約第213頁)</vt:lpstr>
      <vt:lpstr>羅馬書 4:1~12 </vt:lpstr>
      <vt:lpstr>羅馬書 4:1~12 </vt:lpstr>
      <vt:lpstr>羅馬書 4:1~12 </vt:lpstr>
      <vt:lpstr>羅馬書 4:1~12 </vt:lpstr>
      <vt:lpstr>羅馬書 4:1~12 </vt:lpstr>
      <vt:lpstr>  今日信息  </vt:lpstr>
      <vt:lpstr>PowerPoint Presentation</vt:lpstr>
      <vt:lpstr>PowerPoint Presentation</vt:lpstr>
      <vt:lpstr>PowerPoint Presentation</vt:lpstr>
      <vt:lpstr>PowerPoint Presentation</vt:lpstr>
      <vt:lpstr>464：福音鐘聲在大鳴 (1/3)</vt:lpstr>
      <vt:lpstr>464：福音鐘聲在大鳴 (1/3)</vt:lpstr>
      <vt:lpstr>464：福音鐘聲在大鳴 (1/3)</vt:lpstr>
      <vt:lpstr>464 ：福音鐘聲在大鳴 (2/3)</vt:lpstr>
      <vt:lpstr>464 ：福音鐘聲在大鳴 (2/3)</vt:lpstr>
      <vt:lpstr>464 ：福音鐘聲在大鳴 (2/3)</vt:lpstr>
      <vt:lpstr>464 ：福音鐘聲在大鳴 (3/3)</vt:lpstr>
      <vt:lpstr>464 ：福音鐘聲在大鳴 (3/3)</vt:lpstr>
      <vt:lpstr>464 ：福音鐘聲在大鳴 (3/3)</vt:lpstr>
      <vt:lpstr>PowerPoint Presentation</vt:lpstr>
      <vt:lpstr>奉獻</vt:lpstr>
      <vt:lpstr>奉獻詩: 我的生命獻給祢</vt:lpstr>
      <vt:lpstr>PowerPoint Presentation</vt:lpstr>
      <vt:lpstr>PowerPoint Presentation</vt:lpstr>
      <vt:lpstr>  報告： 全教會</vt:lpstr>
      <vt:lpstr>  報告： 全教會</vt:lpstr>
      <vt:lpstr>報告： 台語部</vt:lpstr>
      <vt:lpstr>報告： 台語部</vt:lpstr>
      <vt:lpstr>報告： 台語部</vt:lpstr>
      <vt:lpstr>報告： 台語部</vt:lpstr>
      <vt:lpstr>報告： 台語部</vt:lpstr>
      <vt:lpstr>報告： 台語部</vt:lpstr>
      <vt:lpstr>報告： 台語部</vt:lpstr>
      <vt:lpstr>PowerPoint Presentation</vt:lpstr>
      <vt:lpstr>頌榮: 榮光歸聖父上帝</vt:lpstr>
      <vt:lpstr> </vt:lpstr>
      <vt:lpstr> 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</dc:title>
  <dc:creator>Julia Wu</dc:creator>
  <cp:lastModifiedBy>Joseph Chen</cp:lastModifiedBy>
  <cp:revision>552</cp:revision>
  <dcterms:created xsi:type="dcterms:W3CDTF">2020-10-09T17:40:37Z</dcterms:created>
  <dcterms:modified xsi:type="dcterms:W3CDTF">2026-04-17T22:19:02Z</dcterms:modified>
</cp:coreProperties>
</file>