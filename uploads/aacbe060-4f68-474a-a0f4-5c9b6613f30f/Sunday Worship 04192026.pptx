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2"/>
    <p:sldMasterId id="2147483664" r:id="rId3"/>
    <p:sldMasterId id="2147483671" r:id="rId4"/>
    <p:sldMasterId id="2147483726" r:id="rId5"/>
    <p:sldMasterId id="2147483747" r:id="rId6"/>
    <p:sldMasterId id="2147483999" r:id="rId7"/>
    <p:sldMasterId id="2147484053" r:id="rId8"/>
  </p:sldMasterIdLst>
  <p:notesMasterIdLst>
    <p:notesMasterId r:id="rId83"/>
  </p:notesMasterIdLst>
  <p:sldIdLst>
    <p:sldId id="1838" r:id="rId9"/>
    <p:sldId id="257" r:id="rId10"/>
    <p:sldId id="1807" r:id="rId11"/>
    <p:sldId id="2862" r:id="rId12"/>
    <p:sldId id="1904" r:id="rId13"/>
    <p:sldId id="1903" r:id="rId14"/>
    <p:sldId id="2863" r:id="rId21"/>
    <p:sldId id="2864" r:id="rId22"/>
    <p:sldId id="2865" r:id="rId23"/>
    <p:sldId id="2866" r:id="rId24"/>
    <p:sldId id="2867" r:id="rId25"/>
    <p:sldId id="2868" r:id="rId26"/>
    <p:sldId id="2869" r:id="rId27"/>
    <p:sldId id="2870" r:id="rId28"/>
    <p:sldId id="2871" r:id="rId29"/>
    <p:sldId id="2872" r:id="rId30"/>
    <p:sldId id="2873" r:id="rId31"/>
    <p:sldId id="2874" r:id="rId32"/>
    <p:sldId id="2875" r:id="rId33"/>
    <p:sldId id="2876" r:id="rId34"/>
    <p:sldId id="2877" r:id="rId35"/>
    <p:sldId id="2878" r:id="rId36"/>
    <p:sldId id="2879" r:id="rId37"/>
    <p:sldId id="2880" r:id="rId38"/>
    <p:sldId id="2881" r:id="rId39"/>
    <p:sldId id="2882" r:id="rId40"/>
    <p:sldId id="2883" r:id="rId41"/>
    <p:sldId id="2884" r:id="rId42"/>
    <p:sldId id="2885" r:id="rId43"/>
    <p:sldId id="2886" r:id="rId44"/>
    <p:sldId id="2887" r:id="rId45"/>
    <p:sldId id="2888" r:id="rId46"/>
    <p:sldId id="2889" r:id="rId47"/>
    <p:sldId id="2890" r:id="rId48"/>
    <p:sldId id="2891" r:id="rId49"/>
    <p:sldId id="2892" r:id="rId50"/>
    <p:sldId id="2893" r:id="rId51"/>
    <p:sldId id="2894" r:id="rId52"/>
    <p:sldId id="2895" r:id="rId53"/>
    <p:sldId id="2896" r:id="rId54"/>
    <p:sldId id="2897" r:id="rId55"/>
    <p:sldId id="2898" r:id="rId56"/>
    <p:sldId id="2899" r:id="rId57"/>
    <p:sldId id="2900" r:id="rId58"/>
    <p:sldId id="2901" r:id="rId59"/>
    <p:sldId id="2902" r:id="rId60"/>
    <p:sldId id="2903" r:id="rId61"/>
    <p:sldId id="2904" r:id="rId62"/>
    <p:sldId id="2905" r:id="rId63"/>
    <p:sldId id="2906" r:id="rId64"/>
    <p:sldId id="2907" r:id="rId65"/>
    <p:sldId id="2908" r:id="rId66"/>
    <p:sldId id="2909" r:id="rId67"/>
    <p:sldId id="2910" r:id="rId68"/>
    <p:sldId id="2911" r:id="rId69"/>
    <p:sldId id="2912" r:id="rId70"/>
    <p:sldId id="2913" r:id="rId71"/>
    <p:sldId id="2914" r:id="rId72"/>
    <p:sldId id="2915" r:id="rId73"/>
    <p:sldId id="2916" r:id="rId74"/>
    <p:sldId id="2917" r:id="rId75"/>
    <p:sldId id="2918" r:id="rId76"/>
    <p:sldId id="2919" r:id="rId77"/>
    <p:sldId id="2920" r:id="rId78"/>
    <p:sldId id="2921" r:id="rId79"/>
    <p:sldId id="2922" r:id="rId80"/>
    <p:sldId id="2923" r:id="rId81"/>
    <p:sldId id="2924" r:id="rId82"/>
    <p:sldId id="2925" r:id="rId20"/>
    <p:sldId id="2926" r:id="rId19"/>
    <p:sldId id="2927" r:id="rId18"/>
    <p:sldId id="2928" r:id="rId17"/>
    <p:sldId id="2929" r:id="rId16"/>
    <p:sldId id="2930" r:id="rId15"/>
    <p:sldId id="2931" r:id="rId89"/>
    <p:sldId id="2932" r:id="rId90"/>
    <p:sldId id="2933" r:id="rId91"/>
    <p:sldId id="2934" r:id="rId92"/>
    <p:sldId id="2935" r:id="rId93"/>
    <p:sldId id="2936" r:id="rId9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ulia Wu" initials="JW" lastIdx="1" clrIdx="0">
    <p:extLst>
      <p:ext uri="{19B8F6BF-5375-455C-9EA6-DF929625EA0E}">
        <p15:presenceInfo xmlns:p15="http://schemas.microsoft.com/office/powerpoint/2012/main" userId="Julia Wu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7210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216" y="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4.xml"/><Relationship Id="rId16" Type="http://schemas.openxmlformats.org/officeDocument/2006/relationships/slide" Target="slides/slide73.xml"/><Relationship Id="rId17" Type="http://schemas.openxmlformats.org/officeDocument/2006/relationships/slide" Target="slides/slide72.xml"/><Relationship Id="rId18" Type="http://schemas.openxmlformats.org/officeDocument/2006/relationships/slide" Target="slides/slide71.xml"/><Relationship Id="rId19" Type="http://schemas.openxmlformats.org/officeDocument/2006/relationships/slide" Target="slides/slide70.xml"/><Relationship Id="rId20" Type="http://schemas.openxmlformats.org/officeDocument/2006/relationships/slide" Target="slides/slide69.xml"/><Relationship Id="rId21" Type="http://schemas.openxmlformats.org/officeDocument/2006/relationships/slide" Target="slides/slide7.xml"/><Relationship Id="rId22" Type="http://schemas.openxmlformats.org/officeDocument/2006/relationships/slide" Target="slides/slide8.xml"/><Relationship Id="rId23" Type="http://schemas.openxmlformats.org/officeDocument/2006/relationships/slide" Target="slides/slide9.xml"/><Relationship Id="rId24" Type="http://schemas.openxmlformats.org/officeDocument/2006/relationships/slide" Target="slides/slide10.xml"/><Relationship Id="rId25" Type="http://schemas.openxmlformats.org/officeDocument/2006/relationships/slide" Target="slides/slide11.xml"/><Relationship Id="rId26" Type="http://schemas.openxmlformats.org/officeDocument/2006/relationships/slide" Target="slides/slide12.xml"/><Relationship Id="rId27" Type="http://schemas.openxmlformats.org/officeDocument/2006/relationships/slide" Target="slides/slide13.xml"/><Relationship Id="rId28" Type="http://schemas.openxmlformats.org/officeDocument/2006/relationships/slide" Target="slides/slide14.xml"/><Relationship Id="rId29" Type="http://schemas.openxmlformats.org/officeDocument/2006/relationships/slide" Target="slides/slide15.xml"/><Relationship Id="rId30" Type="http://schemas.openxmlformats.org/officeDocument/2006/relationships/slide" Target="slides/slide16.xml"/><Relationship Id="rId31" Type="http://schemas.openxmlformats.org/officeDocument/2006/relationships/slide" Target="slides/slide17.xml"/><Relationship Id="rId32" Type="http://schemas.openxmlformats.org/officeDocument/2006/relationships/slide" Target="slides/slide18.xml"/><Relationship Id="rId33" Type="http://schemas.openxmlformats.org/officeDocument/2006/relationships/slide" Target="slides/slide19.xml"/><Relationship Id="rId34" Type="http://schemas.openxmlformats.org/officeDocument/2006/relationships/slide" Target="slides/slide20.xml"/><Relationship Id="rId35" Type="http://schemas.openxmlformats.org/officeDocument/2006/relationships/slide" Target="slides/slide21.xml"/><Relationship Id="rId36" Type="http://schemas.openxmlformats.org/officeDocument/2006/relationships/slide" Target="slides/slide22.xml"/><Relationship Id="rId37" Type="http://schemas.openxmlformats.org/officeDocument/2006/relationships/slide" Target="slides/slide23.xml"/><Relationship Id="rId38" Type="http://schemas.openxmlformats.org/officeDocument/2006/relationships/slide" Target="slides/slide24.xml"/><Relationship Id="rId39" Type="http://schemas.openxmlformats.org/officeDocument/2006/relationships/slide" Target="slides/slide25.xml"/><Relationship Id="rId40" Type="http://schemas.openxmlformats.org/officeDocument/2006/relationships/slide" Target="slides/slide26.xml"/><Relationship Id="rId41" Type="http://schemas.openxmlformats.org/officeDocument/2006/relationships/slide" Target="slides/slide27.xml"/><Relationship Id="rId42" Type="http://schemas.openxmlformats.org/officeDocument/2006/relationships/slide" Target="slides/slide28.xml"/><Relationship Id="rId43" Type="http://schemas.openxmlformats.org/officeDocument/2006/relationships/slide" Target="slides/slide29.xml"/><Relationship Id="rId44" Type="http://schemas.openxmlformats.org/officeDocument/2006/relationships/slide" Target="slides/slide30.xml"/><Relationship Id="rId45" Type="http://schemas.openxmlformats.org/officeDocument/2006/relationships/slide" Target="slides/slide31.xml"/><Relationship Id="rId46" Type="http://schemas.openxmlformats.org/officeDocument/2006/relationships/slide" Target="slides/slide32.xml"/><Relationship Id="rId47" Type="http://schemas.openxmlformats.org/officeDocument/2006/relationships/slide" Target="slides/slide33.xml"/><Relationship Id="rId48" Type="http://schemas.openxmlformats.org/officeDocument/2006/relationships/slide" Target="slides/slide34.xml"/><Relationship Id="rId49" Type="http://schemas.openxmlformats.org/officeDocument/2006/relationships/slide" Target="slides/slide35.xml"/><Relationship Id="rId50" Type="http://schemas.openxmlformats.org/officeDocument/2006/relationships/slide" Target="slides/slide36.xml"/><Relationship Id="rId51" Type="http://schemas.openxmlformats.org/officeDocument/2006/relationships/slide" Target="slides/slide37.xml"/><Relationship Id="rId52" Type="http://schemas.openxmlformats.org/officeDocument/2006/relationships/slide" Target="slides/slide38.xml"/><Relationship Id="rId53" Type="http://schemas.openxmlformats.org/officeDocument/2006/relationships/slide" Target="slides/slide39.xml"/><Relationship Id="rId54" Type="http://schemas.openxmlformats.org/officeDocument/2006/relationships/slide" Target="slides/slide40.xml"/><Relationship Id="rId55" Type="http://schemas.openxmlformats.org/officeDocument/2006/relationships/slide" Target="slides/slide41.xml"/><Relationship Id="rId56" Type="http://schemas.openxmlformats.org/officeDocument/2006/relationships/slide" Target="slides/slide42.xml"/><Relationship Id="rId57" Type="http://schemas.openxmlformats.org/officeDocument/2006/relationships/slide" Target="slides/slide43.xml"/><Relationship Id="rId58" Type="http://schemas.openxmlformats.org/officeDocument/2006/relationships/slide" Target="slides/slide44.xml"/><Relationship Id="rId59" Type="http://schemas.openxmlformats.org/officeDocument/2006/relationships/slide" Target="slides/slide45.xml"/><Relationship Id="rId60" Type="http://schemas.openxmlformats.org/officeDocument/2006/relationships/slide" Target="slides/slide46.xml"/><Relationship Id="rId61" Type="http://schemas.openxmlformats.org/officeDocument/2006/relationships/slide" Target="slides/slide47.xml"/><Relationship Id="rId62" Type="http://schemas.openxmlformats.org/officeDocument/2006/relationships/slide" Target="slides/slide48.xml"/><Relationship Id="rId63" Type="http://schemas.openxmlformats.org/officeDocument/2006/relationships/slide" Target="slides/slide49.xml"/><Relationship Id="rId64" Type="http://schemas.openxmlformats.org/officeDocument/2006/relationships/slide" Target="slides/slide50.xml"/><Relationship Id="rId65" Type="http://schemas.openxmlformats.org/officeDocument/2006/relationships/slide" Target="slides/slide51.xml"/><Relationship Id="rId66" Type="http://schemas.openxmlformats.org/officeDocument/2006/relationships/slide" Target="slides/slide52.xml"/><Relationship Id="rId67" Type="http://schemas.openxmlformats.org/officeDocument/2006/relationships/slide" Target="slides/slide53.xml"/><Relationship Id="rId68" Type="http://schemas.openxmlformats.org/officeDocument/2006/relationships/slide" Target="slides/slide54.xml"/><Relationship Id="rId69" Type="http://schemas.openxmlformats.org/officeDocument/2006/relationships/slide" Target="slides/slide55.xml"/><Relationship Id="rId70" Type="http://schemas.openxmlformats.org/officeDocument/2006/relationships/slide" Target="slides/slide56.xml"/><Relationship Id="rId71" Type="http://schemas.openxmlformats.org/officeDocument/2006/relationships/slide" Target="slides/slide57.xml"/><Relationship Id="rId72" Type="http://schemas.openxmlformats.org/officeDocument/2006/relationships/slide" Target="slides/slide58.xml"/><Relationship Id="rId73" Type="http://schemas.openxmlformats.org/officeDocument/2006/relationships/slide" Target="slides/slide59.xml"/><Relationship Id="rId74" Type="http://schemas.openxmlformats.org/officeDocument/2006/relationships/slide" Target="slides/slide60.xml"/><Relationship Id="rId75" Type="http://schemas.openxmlformats.org/officeDocument/2006/relationships/slide" Target="slides/slide61.xml"/><Relationship Id="rId76" Type="http://schemas.openxmlformats.org/officeDocument/2006/relationships/slide" Target="slides/slide62.xml"/><Relationship Id="rId77" Type="http://schemas.openxmlformats.org/officeDocument/2006/relationships/slide" Target="slides/slide63.xml"/><Relationship Id="rId78" Type="http://schemas.openxmlformats.org/officeDocument/2006/relationships/slide" Target="slides/slide64.xml"/><Relationship Id="rId79" Type="http://schemas.openxmlformats.org/officeDocument/2006/relationships/slide" Target="slides/slide65.xml"/><Relationship Id="rId80" Type="http://schemas.openxmlformats.org/officeDocument/2006/relationships/slide" Target="slides/slide66.xml"/><Relationship Id="rId81" Type="http://schemas.openxmlformats.org/officeDocument/2006/relationships/slide" Target="slides/slide67.xml"/><Relationship Id="rId82" Type="http://schemas.openxmlformats.org/officeDocument/2006/relationships/slide" Target="slides/slide68.xml"/><Relationship Id="rId83" Type="http://schemas.openxmlformats.org/officeDocument/2006/relationships/notesMaster" Target="notesMasters/notesMaster1.xml"/><Relationship Id="rId84" Type="http://schemas.openxmlformats.org/officeDocument/2006/relationships/commentAuthors" Target="commentAuthors.xml"/><Relationship Id="rId85" Type="http://schemas.openxmlformats.org/officeDocument/2006/relationships/presProps" Target="presProps.xml"/><Relationship Id="rId86" Type="http://schemas.openxmlformats.org/officeDocument/2006/relationships/viewProps" Target="viewProps.xml"/><Relationship Id="rId87" Type="http://schemas.openxmlformats.org/officeDocument/2006/relationships/theme" Target="theme/theme1.xml"/><Relationship Id="rId88" Type="http://schemas.openxmlformats.org/officeDocument/2006/relationships/tableStyles" Target="tableStyles.xml"/><Relationship Id="rId89" Type="http://schemas.openxmlformats.org/officeDocument/2006/relationships/slide" Target="slides/slide75.xml"/><Relationship Id="rId90" Type="http://schemas.openxmlformats.org/officeDocument/2006/relationships/slide" Target="slides/slide76.xml"/><Relationship Id="rId91" Type="http://schemas.openxmlformats.org/officeDocument/2006/relationships/slide" Target="slides/slide77.xml"/><Relationship Id="rId92" Type="http://schemas.openxmlformats.org/officeDocument/2006/relationships/slide" Target="slides/slide78.xml"/><Relationship Id="rId93" Type="http://schemas.openxmlformats.org/officeDocument/2006/relationships/slide" Target="slides/slide79.xml"/><Relationship Id="rId94" Type="http://schemas.openxmlformats.org/officeDocument/2006/relationships/slide" Target="slides/slide8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7E76DA-25DE-442D-98CF-7CFC519F8A48}" type="datetimeFigureOut">
              <a:rPr lang="en-US" smtClean="0"/>
              <a:t>4/10/26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3A88D9-1113-425D-9781-D2F6804CB3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5187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83097BF-F0BD-4B72-94C3-193DEE93E5C1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191218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>
            <a:extLst>
              <a:ext uri="{FF2B5EF4-FFF2-40B4-BE49-F238E27FC236}">
                <a16:creationId xmlns:a16="http://schemas.microsoft.com/office/drawing/2014/main" id="{78E8E74C-1396-4E14-A8A8-67D9974880E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B299B60-162C-4270-9559-63403B557EF2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59ACE9F4-924F-43A9-9681-C5D107D96F8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5450" y="706438"/>
            <a:ext cx="6251575" cy="3517900"/>
          </a:xfrm>
          <a:ln/>
        </p:spPr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6160F321-9A0E-4764-8508-DD07466482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9613" y="4459288"/>
            <a:ext cx="5683250" cy="42227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>
            <a:extLst>
              <a:ext uri="{FF2B5EF4-FFF2-40B4-BE49-F238E27FC236}">
                <a16:creationId xmlns:a16="http://schemas.microsoft.com/office/drawing/2014/main" id="{6AC9661B-BC26-4CFB-9D9D-E2183099C61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5FCD92-5053-479E-AEA2-7C950F2FA137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3B4424AC-1D7F-475A-8A94-BB9C86C4554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DC9574EE-A8CD-4AAA-87E9-C99FC724A5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Slide Image Placeholder 1">
            <a:extLst>
              <a:ext uri="{FF2B5EF4-FFF2-40B4-BE49-F238E27FC236}">
                <a16:creationId xmlns:a16="http://schemas.microsoft.com/office/drawing/2014/main" id="{51F4C909-636B-46BC-9F9A-D225184AE26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23" name="Notes Placeholder 2">
            <a:extLst>
              <a:ext uri="{FF2B5EF4-FFF2-40B4-BE49-F238E27FC236}">
                <a16:creationId xmlns:a16="http://schemas.microsoft.com/office/drawing/2014/main" id="{33153DBE-634A-4BB2-9DDC-7B684E5667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133124" name="Slide Number Placeholder 3">
            <a:extLst>
              <a:ext uri="{FF2B5EF4-FFF2-40B4-BE49-F238E27FC236}">
                <a16:creationId xmlns:a16="http://schemas.microsoft.com/office/drawing/2014/main" id="{F0092AFB-B032-4919-A4CC-B9E7C6121F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E6C3AE7-9E64-4EB3-B4CE-4AA087AE8E2C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910028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0986DD-550E-4D24-A661-455899D3FA2B}" type="slidenum">
              <a:rPr kumimoji="0" lang="zh-TW" altLang="en-US" sz="1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zh-TW" sz="1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5450" y="706438"/>
            <a:ext cx="6251575" cy="3517900"/>
          </a:xfrm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9613" y="4459288"/>
            <a:ext cx="5683250" cy="42227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264369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86B4D77-EBEB-499E-894F-32545526D0BD}" type="slidenum">
              <a:rPr kumimoji="0" lang="zh-TW" alt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zh-TW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294052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.gi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69B3B98-E9B8-4E99-AEB7-6951F8FECCF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6A96C95-D923-4231-B1F2-758DDD8189B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A403903-B1D9-4153-8254-8C46905401F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D345E3-FC01-478F-9FC4-58385120BC7E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00721026"/>
      </p:ext>
    </p:extLst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4A9AD07-1AED-4C84-9481-5A5D07859D3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7D7CB1D-FBB7-4CAC-82F0-4792CB3F00E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C699C39-612E-41E1-A195-1E993D1232E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119A43-982A-41FB-B8E3-54CDEF9CBDE2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544254338"/>
      </p:ext>
    </p:extLst>
  </p:cSld>
  <p:clrMapOvr>
    <a:masterClrMapping/>
  </p:clrMapOvr>
  <p:transition spd="slow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80C0F9B1-7DCB-4955-9888-069330EB1AF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42166CF0-E9F0-4AA1-B8D4-93363ACCC8F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4C59857A-6A44-489F-9608-1C930B83DEE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8BE2C0-FFA6-4233-8A13-5B4FA15A1860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06171547"/>
      </p:ext>
    </p:extLst>
  </p:cSld>
  <p:clrMapOvr>
    <a:masterClrMapping/>
  </p:clrMapOvr>
  <p:transition spd="slow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D5DDD1D-AC72-4E0D-A025-3421178DACC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9067E1E-7EB5-43E8-8416-C8D64D825AE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8AD74EA-6EFC-4FAE-BBAC-D3E31CDB8D4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2F7006-FA76-46A7-A636-E64AF30D5F5F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937463692"/>
      </p:ext>
    </p:extLst>
  </p:cSld>
  <p:clrMapOvr>
    <a:masterClrMapping/>
  </p:clrMapOvr>
  <p:transition spd="slow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C6373D6-778D-4A2F-BBAA-027C7EC5322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4337936-5525-44BE-8AEE-6C8DB6922E4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CFDF131-0030-4329-996E-541270FCF52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F4832D-D41F-4D9C-BFE1-620B9401BDDC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4107951"/>
      </p:ext>
    </p:extLst>
  </p:cSld>
  <p:clrMapOvr>
    <a:masterClrMapping/>
  </p:clrMapOvr>
  <p:transition spd="slow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40E7551F-9729-41DC-A9A7-4B13BAC5D09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E953E19E-5A4E-48E4-A7A1-B01D365C597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3DEBF52B-63FD-4047-A9F4-B592C8422B8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533BDB-A888-4E42-B109-2E0B65C19727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563964203"/>
      </p:ext>
    </p:extLst>
  </p:cSld>
  <p:clrMapOvr>
    <a:masterClrMapping/>
  </p:clrMapOvr>
  <p:transition spd="slow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6D083F0-58FE-4473-BD49-3D568F4BF45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F6CA7C8-9ADE-436B-9211-F5CCB9D30D6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7B02B96-D6E6-4577-9AFF-5FB3A21FF50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003297-250C-4010-B30B-52BD9F8749BB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25206031"/>
      </p:ext>
    </p:extLst>
  </p:cSld>
  <p:clrMapOvr>
    <a:masterClrMapping/>
  </p:clrMapOvr>
  <p:transition spd="slow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39A1B1C-9C1E-497A-86AC-30F16CAFEB3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9CF00EA-617B-4D74-87C4-C110D65FABA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BDEE462-8DD1-4392-8F05-5202F311F0F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778DC2-5969-4581-B3BF-AD55EBC27F83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06421809"/>
      </p:ext>
    </p:extLst>
  </p:cSld>
  <p:clrMapOvr>
    <a:masterClrMapping/>
  </p:clrMapOvr>
  <p:transition spd="slow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0762CF56-CD78-497A-BD2C-268069C70BF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A05C6E1B-411F-4525-850B-946F21FD134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04FFDD4D-0A78-4514-B92B-BF070EC1FCE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7D061C-E733-42F0-80CE-5CB4E041D607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65296423"/>
      </p:ext>
    </p:extLst>
  </p:cSld>
  <p:clrMapOvr>
    <a:masterClrMapping/>
  </p:clrMapOvr>
  <p:transition spd="slow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sz="4000"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3731AD5-48B0-4EA1-B582-55B9CF45BEF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E7BFDD9-3B2D-4BC6-9242-608310793A2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12F6C06-A0F7-407B-B881-52A6D91BE13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81B02FB-0A40-4E75-BB87-73585C9481E2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85585495"/>
      </p:ext>
    </p:extLst>
  </p:cSld>
  <p:clrMapOvr>
    <a:masterClrMapping/>
  </p:clrMapOvr>
  <p:transition spd="slow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9BDE3580-C8EA-40C2-B681-1DC42344A19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B4ED5481-A784-4140-813D-394841F424A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1F7C1313-B308-463E-B9D1-E5B9CE558C4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3F6927C-A7E1-47F7-A5B8-85A5B2360D56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259031172"/>
      </p:ext>
    </p:extLst>
  </p:cSld>
  <p:clrMapOvr>
    <a:masterClrMapping/>
  </p:clrMapOvr>
  <p:transition spd="slow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1F637B3F-F45B-4C6F-A25B-7606E982E352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79246613"/>
      </p:ext>
    </p:extLst>
  </p:cSld>
  <p:clrMapOvr>
    <a:masterClrMapping/>
  </p:clrMapOvr>
  <p:transition spd="slow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585EEA2D-E59D-43D9-9D5F-38FF762C1CE9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946031871"/>
      </p:ext>
    </p:extLst>
  </p:cSld>
  <p:clrMapOvr>
    <a:masterClrMapping/>
  </p:clrMapOvr>
  <p:transition spd="slow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2327DB82-F0C7-4AF6-819E-64A5E2960BCC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08138598"/>
      </p:ext>
    </p:extLst>
  </p:cSld>
  <p:clrMapOvr>
    <a:masterClrMapping/>
  </p:clrMapOvr>
  <p:transition spd="slow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9FC4A93C-0FC7-4072-830D-4C3A5450632E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86312939"/>
      </p:ext>
    </p:extLst>
  </p:cSld>
  <p:clrMapOvr>
    <a:masterClrMapping/>
  </p:clrMapOvr>
  <p:transition spd="slow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3067238F-B339-43B7-A637-07E3743BF94F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528425469"/>
      </p:ext>
    </p:extLst>
  </p:cSld>
  <p:clrMapOvr>
    <a:masterClrMapping/>
  </p:clrMapOvr>
  <p:transition spd="slow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A822ED09-1093-49F2-A2E3-9AA8A086B841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472547598"/>
      </p:ext>
    </p:extLst>
  </p:cSld>
  <p:clrMapOvr>
    <a:masterClrMapping/>
  </p:clrMapOvr>
  <p:transition spd="slow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EBDC73EB-9344-45C4-ADC6-E1273050F310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059748089"/>
      </p:ext>
    </p:extLst>
  </p:cSld>
  <p:clrMapOvr>
    <a:masterClrMapping/>
  </p:clrMapOvr>
  <p:transition spd="slow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0CC4AC2D-2465-47BE-B7DC-170D93954985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29945997"/>
      </p:ext>
    </p:extLst>
  </p:cSld>
  <p:clrMapOvr>
    <a:masterClrMapping/>
  </p:clrMapOvr>
  <p:transition spd="slow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EA5265BC-AE00-47CD-99DC-2B09792A0565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276281997"/>
      </p:ext>
    </p:extLst>
  </p:cSld>
  <p:clrMapOvr>
    <a:masterClrMapping/>
  </p:clrMapOvr>
  <p:transition spd="slow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D1730548-7313-449C-BECC-5249F46EF988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540881503"/>
      </p:ext>
    </p:extLst>
  </p:cSld>
  <p:clrMapOvr>
    <a:masterClrMapping/>
  </p:clrMapOvr>
  <p:transition spd="slow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914ABCAB-A6AC-44D4-B2B8-52E3E7E7BB07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097464036"/>
      </p:ext>
    </p:extLst>
  </p:cSld>
  <p:clrMapOvr>
    <a:masterClrMapping/>
  </p:clrMapOvr>
  <p:transition spd="slow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起應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32593E9-7A3A-45AC-83D5-C6FC430465A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C12117F-5049-4516-947D-78BB8A0FFDB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8CFB86A-6B3C-4AF1-BF6F-64BA7D26288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76C5FD-77EB-48FA-8E45-A9FEF7CF9C6A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36206141"/>
      </p:ext>
    </p:extLst>
  </p:cSld>
  <p:clrMapOvr>
    <a:masterClrMapping/>
  </p:clrMapOvr>
  <p:transition spd="slow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732593E9-7A3A-45AC-83D5-C6FC430465A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DC12117F-5049-4516-947D-78BB8A0FFDB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A8CFB86A-6B3C-4AF1-BF6F-64BA7D26288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313024-B5AF-48B4-A827-6864658D4044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672864696"/>
      </p:ext>
    </p:extLst>
  </p:cSld>
  <p:clrMapOvr>
    <a:masterClrMapping/>
  </p:clrMapOvr>
  <p:transition spd="slow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起應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FFEE950-9217-497E-8C69-4FEB1F5711C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B234AEE-2265-4543-89B4-3E3B20112D7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7FCB772-13AC-4235-B9E3-109F7B63402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6026BB-9B99-4168-9A77-98AC4B367444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895101491"/>
      </p:ext>
    </p:extLst>
  </p:cSld>
  <p:clrMapOvr>
    <a:masterClrMapping/>
  </p:clrMapOvr>
  <p:transition spd="slow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1" y="-14288"/>
            <a:ext cx="12206817" cy="6884988"/>
            <a:chOff x="0" y="-9"/>
            <a:chExt cx="5767" cy="4337"/>
          </a:xfrm>
        </p:grpSpPr>
        <p:sp>
          <p:nvSpPr>
            <p:cNvPr id="5" name="Freeform 3"/>
            <p:cNvSpPr>
              <a:spLocks/>
            </p:cNvSpPr>
            <p:nvPr/>
          </p:nvSpPr>
          <p:spPr bwMode="hidden">
            <a:xfrm>
              <a:off x="1632" y="-5"/>
              <a:ext cx="1737" cy="4333"/>
            </a:xfrm>
            <a:custGeom>
              <a:avLst/>
              <a:gdLst>
                <a:gd name="T0" fmla="*/ 494 w 1737"/>
                <a:gd name="T1" fmla="*/ 4322 h 4320"/>
                <a:gd name="T2" fmla="*/ 1737 w 1737"/>
                <a:gd name="T3" fmla="*/ 4333 h 4320"/>
                <a:gd name="T4" fmla="*/ 524 w 1737"/>
                <a:gd name="T5" fmla="*/ 0 h 4320"/>
                <a:gd name="T6" fmla="*/ 0 w 1737"/>
                <a:gd name="T7" fmla="*/ 7 h 4320"/>
                <a:gd name="T8" fmla="*/ 494 w 1737"/>
                <a:gd name="T9" fmla="*/ 4322 h 43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7" h="4320">
                  <a:moveTo>
                    <a:pt x="494" y="4309"/>
                  </a:moveTo>
                  <a:lnTo>
                    <a:pt x="1737" y="43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30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6" name="Freeform 4"/>
            <p:cNvSpPr>
              <a:spLocks/>
            </p:cNvSpPr>
            <p:nvPr/>
          </p:nvSpPr>
          <p:spPr bwMode="hidden">
            <a:xfrm>
              <a:off x="0" y="-7"/>
              <a:ext cx="1737" cy="4329"/>
            </a:xfrm>
            <a:custGeom>
              <a:avLst/>
              <a:gdLst>
                <a:gd name="T0" fmla="*/ 494 w 1737"/>
                <a:gd name="T1" fmla="*/ 4318 h 4320"/>
                <a:gd name="T2" fmla="*/ 1737 w 1737"/>
                <a:gd name="T3" fmla="*/ 4329 h 4320"/>
                <a:gd name="T4" fmla="*/ 524 w 1737"/>
                <a:gd name="T5" fmla="*/ 0 h 4320"/>
                <a:gd name="T6" fmla="*/ 0 w 1737"/>
                <a:gd name="T7" fmla="*/ 7 h 4320"/>
                <a:gd name="T8" fmla="*/ 494 w 1737"/>
                <a:gd name="T9" fmla="*/ 4318 h 43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7" h="4320">
                  <a:moveTo>
                    <a:pt x="494" y="4309"/>
                  </a:moveTo>
                  <a:lnTo>
                    <a:pt x="1737" y="43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30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7" name="Freeform 5"/>
            <p:cNvSpPr>
              <a:spLocks/>
            </p:cNvSpPr>
            <p:nvPr/>
          </p:nvSpPr>
          <p:spPr bwMode="hidden">
            <a:xfrm>
              <a:off x="3744" y="-4"/>
              <a:ext cx="1739" cy="4330"/>
            </a:xfrm>
            <a:custGeom>
              <a:avLst/>
              <a:gdLst>
                <a:gd name="T0" fmla="*/ 494 w 1739"/>
                <a:gd name="T1" fmla="*/ 4325 h 4420"/>
                <a:gd name="T2" fmla="*/ 1739 w 1739"/>
                <a:gd name="T3" fmla="*/ 4330 h 4420"/>
                <a:gd name="T4" fmla="*/ 524 w 1739"/>
                <a:gd name="T5" fmla="*/ 0 h 4420"/>
                <a:gd name="T6" fmla="*/ 0 w 1739"/>
                <a:gd name="T7" fmla="*/ 7 h 4420"/>
                <a:gd name="T8" fmla="*/ 494 w 1739"/>
                <a:gd name="T9" fmla="*/ 4325 h 44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9" h="4420">
                  <a:moveTo>
                    <a:pt x="494" y="4415"/>
                  </a:moveTo>
                  <a:lnTo>
                    <a:pt x="1739" y="44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415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8" name="Freeform 6"/>
            <p:cNvSpPr>
              <a:spLocks/>
            </p:cNvSpPr>
            <p:nvPr/>
          </p:nvSpPr>
          <p:spPr bwMode="hidden">
            <a:xfrm>
              <a:off x="1920" y="-9"/>
              <a:ext cx="2080" cy="4324"/>
            </a:xfrm>
            <a:custGeom>
              <a:avLst/>
              <a:gdLst>
                <a:gd name="T0" fmla="*/ 0 w 2080"/>
                <a:gd name="T1" fmla="*/ 7 h 4338"/>
                <a:gd name="T2" fmla="*/ 1870 w 2080"/>
                <a:gd name="T3" fmla="*/ 4324 h 4338"/>
                <a:gd name="T4" fmla="*/ 2080 w 2080"/>
                <a:gd name="T5" fmla="*/ 4324 h 4338"/>
                <a:gd name="T6" fmla="*/ 1033 w 2080"/>
                <a:gd name="T7" fmla="*/ 0 h 4338"/>
                <a:gd name="T8" fmla="*/ 0 w 2080"/>
                <a:gd name="T9" fmla="*/ 7 h 43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80" h="4338">
                  <a:moveTo>
                    <a:pt x="0" y="7"/>
                  </a:moveTo>
                  <a:lnTo>
                    <a:pt x="1870" y="4338"/>
                  </a:lnTo>
                  <a:lnTo>
                    <a:pt x="2080" y="4338"/>
                  </a:lnTo>
                  <a:lnTo>
                    <a:pt x="1033" y="0"/>
                  </a:lnTo>
                  <a:lnTo>
                    <a:pt x="0" y="7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DFBEA48A-6380-439C-A85F-1E1099CC8A75}"/>
                </a:ext>
              </a:extLst>
            </p:cNvPr>
            <p:cNvSpPr>
              <a:spLocks/>
            </p:cNvSpPr>
            <p:nvPr/>
          </p:nvSpPr>
          <p:spPr bwMode="hidden">
            <a:xfrm>
              <a:off x="117" y="97"/>
              <a:ext cx="3504" cy="1536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0" name="Freeform 8">
              <a:extLst>
                <a:ext uri="{FF2B5EF4-FFF2-40B4-BE49-F238E27FC236}">
                  <a16:creationId xmlns:a16="http://schemas.microsoft.com/office/drawing/2014/main" id="{D0FFE6F5-AA2E-4934-A90E-1EFE1F19BD60}"/>
                </a:ext>
              </a:extLst>
            </p:cNvPr>
            <p:cNvSpPr>
              <a:spLocks/>
            </p:cNvSpPr>
            <p:nvPr/>
          </p:nvSpPr>
          <p:spPr bwMode="hidden">
            <a:xfrm rot="2702961" flipH="1">
              <a:off x="810" y="766"/>
              <a:ext cx="2544" cy="1008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1" name="Freeform 9">
              <a:extLst>
                <a:ext uri="{FF2B5EF4-FFF2-40B4-BE49-F238E27FC236}">
                  <a16:creationId xmlns:a16="http://schemas.microsoft.com/office/drawing/2014/main" id="{CD77A607-7851-4017-8C3B-29E754AEA57F}"/>
                </a:ext>
              </a:extLst>
            </p:cNvPr>
            <p:cNvSpPr>
              <a:spLocks/>
            </p:cNvSpPr>
            <p:nvPr/>
          </p:nvSpPr>
          <p:spPr bwMode="hidden">
            <a:xfrm>
              <a:off x="83" y="49"/>
              <a:ext cx="3504" cy="1536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2" name="Freeform 10">
              <a:extLst>
                <a:ext uri="{FF2B5EF4-FFF2-40B4-BE49-F238E27FC236}">
                  <a16:creationId xmlns:a16="http://schemas.microsoft.com/office/drawing/2014/main" id="{B90E5FDA-AFAF-471E-BF83-E428D19C9E35}"/>
                </a:ext>
              </a:extLst>
            </p:cNvPr>
            <p:cNvSpPr>
              <a:spLocks/>
            </p:cNvSpPr>
            <p:nvPr/>
          </p:nvSpPr>
          <p:spPr bwMode="hidden">
            <a:xfrm rot="-2895842">
              <a:off x="-984" y="1041"/>
              <a:ext cx="3504" cy="1536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21A3D39D-5A57-4490-803E-7D31EDCAFC4E}"/>
                </a:ext>
              </a:extLst>
            </p:cNvPr>
            <p:cNvSpPr>
              <a:spLocks/>
            </p:cNvSpPr>
            <p:nvPr/>
          </p:nvSpPr>
          <p:spPr bwMode="hidden">
            <a:xfrm rot="-2305141">
              <a:off x="1331" y="913"/>
              <a:ext cx="3594" cy="1735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4" name="Freeform 12">
              <a:extLst>
                <a:ext uri="{FF2B5EF4-FFF2-40B4-BE49-F238E27FC236}">
                  <a16:creationId xmlns:a16="http://schemas.microsoft.com/office/drawing/2014/main" id="{127D59BC-6A34-448E-A49D-7549424E6226}"/>
                </a:ext>
              </a:extLst>
            </p:cNvPr>
            <p:cNvSpPr>
              <a:spLocks/>
            </p:cNvSpPr>
            <p:nvPr/>
          </p:nvSpPr>
          <p:spPr bwMode="hidden">
            <a:xfrm rot="2084418" flipH="1">
              <a:off x="1859" y="865"/>
              <a:ext cx="3504" cy="1536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5" name="Freeform 13">
              <a:extLst>
                <a:ext uri="{FF2B5EF4-FFF2-40B4-BE49-F238E27FC236}">
                  <a16:creationId xmlns:a16="http://schemas.microsoft.com/office/drawing/2014/main" id="{4E4E4C7B-DDEB-4DDF-A022-0D808F835DFF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250" y="-7"/>
              <a:ext cx="1089" cy="2285"/>
            </a:xfrm>
            <a:custGeom>
              <a:avLst/>
              <a:gdLst/>
              <a:ahLst/>
              <a:cxnLst>
                <a:cxn ang="0">
                  <a:pos x="0" y="2265"/>
                </a:cxn>
                <a:cxn ang="0">
                  <a:pos x="1030" y="0"/>
                </a:cxn>
                <a:cxn ang="0">
                  <a:pos x="1089" y="0"/>
                </a:cxn>
                <a:cxn ang="0">
                  <a:pos x="37" y="2285"/>
                </a:cxn>
                <a:cxn ang="0">
                  <a:pos x="0" y="2265"/>
                </a:cxn>
              </a:cxnLst>
              <a:rect l="0" t="0" r="r" b="b"/>
              <a:pathLst>
                <a:path w="1089" h="2285">
                  <a:moveTo>
                    <a:pt x="0" y="2265"/>
                  </a:moveTo>
                  <a:cubicBezTo>
                    <a:pt x="438" y="996"/>
                    <a:pt x="865" y="377"/>
                    <a:pt x="1030" y="0"/>
                  </a:cubicBezTo>
                  <a:cubicBezTo>
                    <a:pt x="1030" y="0"/>
                    <a:pt x="1059" y="0"/>
                    <a:pt x="1089" y="0"/>
                  </a:cubicBezTo>
                  <a:cubicBezTo>
                    <a:pt x="565" y="834"/>
                    <a:pt x="181" y="1853"/>
                    <a:pt x="37" y="2285"/>
                  </a:cubicBezTo>
                  <a:cubicBezTo>
                    <a:pt x="37" y="2285"/>
                    <a:pt x="0" y="2265"/>
                    <a:pt x="0" y="2265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6" name="Rectangle 14">
              <a:extLst>
                <a:ext uri="{FF2B5EF4-FFF2-40B4-BE49-F238E27FC236}">
                  <a16:creationId xmlns:a16="http://schemas.microsoft.com/office/drawing/2014/main" id="{3E562CC4-E837-4BAB-8801-D175535E81F4}"/>
                </a:ext>
              </a:extLst>
            </p:cNvPr>
            <p:cNvSpPr>
              <a:spLocks noChangeArrowheads="1"/>
            </p:cNvSpPr>
            <p:nvPr/>
          </p:nvSpPr>
          <p:spPr bwMode="invGray">
            <a:xfrm>
              <a:off x="0" y="2441"/>
              <a:ext cx="5760" cy="432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1pPr>
              <a:lvl2pPr marL="742950" indent="-28575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2pPr>
              <a:lvl3pPr marL="11430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3pPr>
              <a:lvl4pPr marL="16002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4pPr>
              <a:lvl5pPr marL="20574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9pPr>
            </a:lstStyle>
            <a:p>
              <a:pPr eaLnBrk="1" hangingPunct="1">
                <a:defRPr/>
              </a:pPr>
              <a:endParaRPr lang="zh-TW" altLang="en-US" sz="6900">
                <a:cs typeface="Arial" panose="020B0604020202020204" pitchFamily="34" charset="0"/>
              </a:endParaRPr>
            </a:p>
          </p:txBody>
        </p:sp>
        <p:sp>
          <p:nvSpPr>
            <p:cNvPr id="17" name="Freeform 15"/>
            <p:cNvSpPr>
              <a:spLocks/>
            </p:cNvSpPr>
            <p:nvPr/>
          </p:nvSpPr>
          <p:spPr bwMode="invGray">
            <a:xfrm>
              <a:off x="1632" y="2487"/>
              <a:ext cx="1737" cy="382"/>
            </a:xfrm>
            <a:custGeom>
              <a:avLst/>
              <a:gdLst>
                <a:gd name="T0" fmla="*/ 494 w 1737"/>
                <a:gd name="T1" fmla="*/ 381 h 4320"/>
                <a:gd name="T2" fmla="*/ 1737 w 1737"/>
                <a:gd name="T3" fmla="*/ 382 h 4320"/>
                <a:gd name="T4" fmla="*/ 524 w 1737"/>
                <a:gd name="T5" fmla="*/ 0 h 4320"/>
                <a:gd name="T6" fmla="*/ 0 w 1737"/>
                <a:gd name="T7" fmla="*/ 1 h 4320"/>
                <a:gd name="T8" fmla="*/ 494 w 1737"/>
                <a:gd name="T9" fmla="*/ 381 h 43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7" h="4320">
                  <a:moveTo>
                    <a:pt x="494" y="4309"/>
                  </a:moveTo>
                  <a:lnTo>
                    <a:pt x="1737" y="43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30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18" name="Freeform 16"/>
            <p:cNvSpPr>
              <a:spLocks/>
            </p:cNvSpPr>
            <p:nvPr/>
          </p:nvSpPr>
          <p:spPr bwMode="invGray">
            <a:xfrm>
              <a:off x="0" y="2487"/>
              <a:ext cx="1737" cy="381"/>
            </a:xfrm>
            <a:custGeom>
              <a:avLst/>
              <a:gdLst>
                <a:gd name="T0" fmla="*/ 494 w 1737"/>
                <a:gd name="T1" fmla="*/ 380 h 4320"/>
                <a:gd name="T2" fmla="*/ 1737 w 1737"/>
                <a:gd name="T3" fmla="*/ 381 h 4320"/>
                <a:gd name="T4" fmla="*/ 524 w 1737"/>
                <a:gd name="T5" fmla="*/ 0 h 4320"/>
                <a:gd name="T6" fmla="*/ 0 w 1737"/>
                <a:gd name="T7" fmla="*/ 1 h 4320"/>
                <a:gd name="T8" fmla="*/ 494 w 1737"/>
                <a:gd name="T9" fmla="*/ 380 h 43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7" h="4320">
                  <a:moveTo>
                    <a:pt x="494" y="4309"/>
                  </a:moveTo>
                  <a:lnTo>
                    <a:pt x="1737" y="43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30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19" name="Freeform 17"/>
            <p:cNvSpPr>
              <a:spLocks/>
            </p:cNvSpPr>
            <p:nvPr/>
          </p:nvSpPr>
          <p:spPr bwMode="invGray">
            <a:xfrm>
              <a:off x="3744" y="2487"/>
              <a:ext cx="1739" cy="382"/>
            </a:xfrm>
            <a:custGeom>
              <a:avLst/>
              <a:gdLst>
                <a:gd name="T0" fmla="*/ 494 w 1739"/>
                <a:gd name="T1" fmla="*/ 382 h 4420"/>
                <a:gd name="T2" fmla="*/ 1739 w 1739"/>
                <a:gd name="T3" fmla="*/ 382 h 4420"/>
                <a:gd name="T4" fmla="*/ 524 w 1739"/>
                <a:gd name="T5" fmla="*/ 0 h 4420"/>
                <a:gd name="T6" fmla="*/ 0 w 1739"/>
                <a:gd name="T7" fmla="*/ 1 h 4420"/>
                <a:gd name="T8" fmla="*/ 494 w 1739"/>
                <a:gd name="T9" fmla="*/ 382 h 44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9" h="4420">
                  <a:moveTo>
                    <a:pt x="494" y="4415"/>
                  </a:moveTo>
                  <a:lnTo>
                    <a:pt x="1739" y="44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415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20" name="Freeform 18"/>
            <p:cNvSpPr>
              <a:spLocks/>
            </p:cNvSpPr>
            <p:nvPr/>
          </p:nvSpPr>
          <p:spPr bwMode="invGray">
            <a:xfrm>
              <a:off x="1920" y="2487"/>
              <a:ext cx="2080" cy="381"/>
            </a:xfrm>
            <a:custGeom>
              <a:avLst/>
              <a:gdLst>
                <a:gd name="T0" fmla="*/ 0 w 2080"/>
                <a:gd name="T1" fmla="*/ 1 h 4338"/>
                <a:gd name="T2" fmla="*/ 1870 w 2080"/>
                <a:gd name="T3" fmla="*/ 381 h 4338"/>
                <a:gd name="T4" fmla="*/ 2080 w 2080"/>
                <a:gd name="T5" fmla="*/ 381 h 4338"/>
                <a:gd name="T6" fmla="*/ 1033 w 2080"/>
                <a:gd name="T7" fmla="*/ 0 h 4338"/>
                <a:gd name="T8" fmla="*/ 0 w 2080"/>
                <a:gd name="T9" fmla="*/ 1 h 43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80" h="4338">
                  <a:moveTo>
                    <a:pt x="0" y="7"/>
                  </a:moveTo>
                  <a:lnTo>
                    <a:pt x="1870" y="4338"/>
                  </a:lnTo>
                  <a:lnTo>
                    <a:pt x="2080" y="4338"/>
                  </a:lnTo>
                  <a:lnTo>
                    <a:pt x="1033" y="0"/>
                  </a:lnTo>
                  <a:lnTo>
                    <a:pt x="0" y="7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21" name="Rectangle 19">
              <a:extLst>
                <a:ext uri="{FF2B5EF4-FFF2-40B4-BE49-F238E27FC236}">
                  <a16:creationId xmlns:a16="http://schemas.microsoft.com/office/drawing/2014/main" id="{6F7F9F6A-29BF-4BEF-991D-7ECC4D7678C3}"/>
                </a:ext>
              </a:extLst>
            </p:cNvPr>
            <p:cNvSpPr>
              <a:spLocks noChangeArrowheads="1"/>
            </p:cNvSpPr>
            <p:nvPr/>
          </p:nvSpPr>
          <p:spPr bwMode="invGray">
            <a:xfrm>
              <a:off x="7" y="2456"/>
              <a:ext cx="5760" cy="432"/>
            </a:xfrm>
            <a:prstGeom prst="rect">
              <a:avLst/>
            </a:pr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1pPr>
              <a:lvl2pPr marL="742950" indent="-28575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2pPr>
              <a:lvl3pPr marL="11430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3pPr>
              <a:lvl4pPr marL="16002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4pPr>
              <a:lvl5pPr marL="20574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9pPr>
            </a:lstStyle>
            <a:p>
              <a:pPr eaLnBrk="1" hangingPunct="1">
                <a:defRPr/>
              </a:pPr>
              <a:endParaRPr lang="zh-TW" altLang="en-US" sz="6900">
                <a:cs typeface="Arial" panose="020B0604020202020204" pitchFamily="34" charset="0"/>
              </a:endParaRPr>
            </a:p>
          </p:txBody>
        </p:sp>
        <p:sp>
          <p:nvSpPr>
            <p:cNvPr id="22" name="Freeform 20">
              <a:extLst>
                <a:ext uri="{FF2B5EF4-FFF2-40B4-BE49-F238E27FC236}">
                  <a16:creationId xmlns:a16="http://schemas.microsoft.com/office/drawing/2014/main" id="{82D9103E-B775-4D14-B6F8-9589C6F38F6B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2583" y="2449"/>
              <a:ext cx="1036" cy="420"/>
            </a:xfrm>
            <a:custGeom>
              <a:avLst/>
              <a:gdLst/>
              <a:ahLst/>
              <a:cxnLst>
                <a:cxn ang="0">
                  <a:pos x="1027" y="0"/>
                </a:cxn>
                <a:cxn ang="0">
                  <a:pos x="0" y="417"/>
                </a:cxn>
                <a:cxn ang="0">
                  <a:pos x="24" y="420"/>
                </a:cxn>
                <a:cxn ang="0">
                  <a:pos x="1036" y="16"/>
                </a:cxn>
                <a:cxn ang="0">
                  <a:pos x="1027" y="0"/>
                </a:cxn>
              </a:cxnLst>
              <a:rect l="0" t="0" r="r" b="b"/>
              <a:pathLst>
                <a:path w="1036" h="420">
                  <a:moveTo>
                    <a:pt x="1027" y="0"/>
                  </a:moveTo>
                  <a:cubicBezTo>
                    <a:pt x="508" y="159"/>
                    <a:pt x="167" y="347"/>
                    <a:pt x="0" y="417"/>
                  </a:cubicBezTo>
                  <a:cubicBezTo>
                    <a:pt x="0" y="417"/>
                    <a:pt x="12" y="418"/>
                    <a:pt x="24" y="420"/>
                  </a:cubicBezTo>
                  <a:cubicBezTo>
                    <a:pt x="237" y="321"/>
                    <a:pt x="708" y="105"/>
                    <a:pt x="1036" y="16"/>
                  </a:cubicBezTo>
                  <a:cubicBezTo>
                    <a:pt x="1036" y="16"/>
                    <a:pt x="1027" y="0"/>
                    <a:pt x="1027" y="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3" name="Freeform 21">
              <a:extLst>
                <a:ext uri="{FF2B5EF4-FFF2-40B4-BE49-F238E27FC236}">
                  <a16:creationId xmlns:a16="http://schemas.microsoft.com/office/drawing/2014/main" id="{1A481562-6E13-450E-8E86-813A4DD18B6B}"/>
                </a:ext>
              </a:extLst>
            </p:cNvPr>
            <p:cNvSpPr>
              <a:spLocks/>
            </p:cNvSpPr>
            <p:nvPr/>
          </p:nvSpPr>
          <p:spPr bwMode="invGray">
            <a:xfrm rot="18897039" flipH="1">
              <a:off x="1486" y="2417"/>
              <a:ext cx="1060" cy="480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4" name="Freeform 22">
              <a:extLst>
                <a:ext uri="{FF2B5EF4-FFF2-40B4-BE49-F238E27FC236}">
                  <a16:creationId xmlns:a16="http://schemas.microsoft.com/office/drawing/2014/main" id="{42AAED80-0BB1-42B0-8901-32D69E526DBB}"/>
                </a:ext>
              </a:extLst>
            </p:cNvPr>
            <p:cNvSpPr>
              <a:spLocks/>
            </p:cNvSpPr>
            <p:nvPr/>
          </p:nvSpPr>
          <p:spPr bwMode="invGray">
            <a:xfrm rot="18897039" flipH="1">
              <a:off x="766" y="2417"/>
              <a:ext cx="1060" cy="480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5" name="Freeform 23">
              <a:extLst>
                <a:ext uri="{FF2B5EF4-FFF2-40B4-BE49-F238E27FC236}">
                  <a16:creationId xmlns:a16="http://schemas.microsoft.com/office/drawing/2014/main" id="{5ACF0571-FCB7-428A-8D2B-B3DFB16CB487}"/>
                </a:ext>
              </a:extLst>
            </p:cNvPr>
            <p:cNvSpPr>
              <a:spLocks/>
            </p:cNvSpPr>
            <p:nvPr/>
          </p:nvSpPr>
          <p:spPr bwMode="invGray">
            <a:xfrm rot="18897039" flipH="1">
              <a:off x="31" y="2385"/>
              <a:ext cx="1034" cy="487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6" name="Freeform 24">
              <a:extLst>
                <a:ext uri="{FF2B5EF4-FFF2-40B4-BE49-F238E27FC236}">
                  <a16:creationId xmlns:a16="http://schemas.microsoft.com/office/drawing/2014/main" id="{2F57F0A9-E547-4CC1-A7F9-6E4FBBC21848}"/>
                </a:ext>
              </a:extLst>
            </p:cNvPr>
            <p:cNvSpPr>
              <a:spLocks/>
            </p:cNvSpPr>
            <p:nvPr/>
          </p:nvSpPr>
          <p:spPr bwMode="invGray">
            <a:xfrm flipH="1" flipV="1">
              <a:off x="576" y="2441"/>
              <a:ext cx="3552" cy="432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7" name="Freeform 25">
              <a:extLst>
                <a:ext uri="{FF2B5EF4-FFF2-40B4-BE49-F238E27FC236}">
                  <a16:creationId xmlns:a16="http://schemas.microsoft.com/office/drawing/2014/main" id="{D499A713-07AF-4D97-8E0B-3A505597EDC9}"/>
                </a:ext>
              </a:extLst>
            </p:cNvPr>
            <p:cNvSpPr>
              <a:spLocks/>
            </p:cNvSpPr>
            <p:nvPr/>
          </p:nvSpPr>
          <p:spPr bwMode="invGray">
            <a:xfrm flipH="1" flipV="1">
              <a:off x="240" y="2441"/>
              <a:ext cx="1536" cy="432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8" name="Freeform 26">
              <a:extLst>
                <a:ext uri="{FF2B5EF4-FFF2-40B4-BE49-F238E27FC236}">
                  <a16:creationId xmlns:a16="http://schemas.microsoft.com/office/drawing/2014/main" id="{A25A67E8-1FC3-4609-83F1-DDC5505D756C}"/>
                </a:ext>
              </a:extLst>
            </p:cNvPr>
            <p:cNvSpPr>
              <a:spLocks/>
            </p:cNvSpPr>
            <p:nvPr/>
          </p:nvSpPr>
          <p:spPr bwMode="invGray">
            <a:xfrm flipH="1" flipV="1">
              <a:off x="3036" y="2489"/>
              <a:ext cx="1332" cy="383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9" name="Freeform 27">
              <a:extLst>
                <a:ext uri="{FF2B5EF4-FFF2-40B4-BE49-F238E27FC236}">
                  <a16:creationId xmlns:a16="http://schemas.microsoft.com/office/drawing/2014/main" id="{350CF563-8F6E-4DB9-9335-29B9429D9F52}"/>
                </a:ext>
              </a:extLst>
            </p:cNvPr>
            <p:cNvSpPr>
              <a:spLocks/>
            </p:cNvSpPr>
            <p:nvPr/>
          </p:nvSpPr>
          <p:spPr bwMode="invGray">
            <a:xfrm flipH="1" flipV="1">
              <a:off x="3984" y="2441"/>
              <a:ext cx="1536" cy="432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30" name="Freeform 28">
              <a:extLst>
                <a:ext uri="{FF2B5EF4-FFF2-40B4-BE49-F238E27FC236}">
                  <a16:creationId xmlns:a16="http://schemas.microsoft.com/office/drawing/2014/main" id="{F5CEBC45-CC86-4EE5-99DB-9CBB9A89F8F6}"/>
                </a:ext>
              </a:extLst>
            </p:cNvPr>
            <p:cNvSpPr>
              <a:spLocks/>
            </p:cNvSpPr>
            <p:nvPr/>
          </p:nvSpPr>
          <p:spPr bwMode="invGray">
            <a:xfrm flipH="1" flipV="1">
              <a:off x="3456" y="2441"/>
              <a:ext cx="2304" cy="432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31" name="Rectangle 29">
              <a:extLst>
                <a:ext uri="{FF2B5EF4-FFF2-40B4-BE49-F238E27FC236}">
                  <a16:creationId xmlns:a16="http://schemas.microsoft.com/office/drawing/2014/main" id="{3B1BDC5C-9D36-4CE9-B2F3-DC034DCEF67B}"/>
                </a:ext>
              </a:extLst>
            </p:cNvPr>
            <p:cNvSpPr>
              <a:spLocks noChangeArrowheads="1"/>
            </p:cNvSpPr>
            <p:nvPr/>
          </p:nvSpPr>
          <p:spPr bwMode="invGray">
            <a:xfrm>
              <a:off x="0" y="2462"/>
              <a:ext cx="5760" cy="14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50000">
                  <a:schemeClr val="accent1"/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32" name="Rectangle 30">
              <a:extLst>
                <a:ext uri="{FF2B5EF4-FFF2-40B4-BE49-F238E27FC236}">
                  <a16:creationId xmlns:a16="http://schemas.microsoft.com/office/drawing/2014/main" id="{2B3124DC-F11F-46CE-8B97-16EAD64E2E1F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0" y="2880"/>
              <a:ext cx="5760" cy="576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1pPr>
              <a:lvl2pPr marL="742950" indent="-28575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2pPr>
              <a:lvl3pPr marL="11430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3pPr>
              <a:lvl4pPr marL="16002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4pPr>
              <a:lvl5pPr marL="20574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9pPr>
            </a:lstStyle>
            <a:p>
              <a:pPr eaLnBrk="1" hangingPunct="1">
                <a:defRPr/>
              </a:pPr>
              <a:endParaRPr lang="zh-TW" altLang="en-US" sz="6900">
                <a:cs typeface="Arial" panose="020B0604020202020204" pitchFamily="34" charset="0"/>
              </a:endParaRPr>
            </a:p>
          </p:txBody>
        </p:sp>
        <p:sp>
          <p:nvSpPr>
            <p:cNvPr id="33" name="Rectangle 31">
              <a:extLst>
                <a:ext uri="{FF2B5EF4-FFF2-40B4-BE49-F238E27FC236}">
                  <a16:creationId xmlns:a16="http://schemas.microsoft.com/office/drawing/2014/main" id="{7097D5F9-9E49-4C74-A4FF-5290B7B5CCFE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0" y="3408"/>
              <a:ext cx="5760" cy="9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1pPr>
              <a:lvl2pPr marL="742950" indent="-28575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2pPr>
              <a:lvl3pPr marL="11430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3pPr>
              <a:lvl4pPr marL="16002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4pPr>
              <a:lvl5pPr marL="20574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9pPr>
            </a:lstStyle>
            <a:p>
              <a:pPr eaLnBrk="1" hangingPunct="1">
                <a:defRPr/>
              </a:pPr>
              <a:endParaRPr lang="zh-TW" altLang="en-US" sz="6900">
                <a:cs typeface="Arial" panose="020B0604020202020204" pitchFamily="34" charset="0"/>
              </a:endParaRPr>
            </a:p>
          </p:txBody>
        </p:sp>
        <p:pic>
          <p:nvPicPr>
            <p:cNvPr id="34" name="Picture 32" descr="D:\FRONTPAGE THEMES\BLITZ\BTZBUL1A.GIF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6" y="1650"/>
              <a:ext cx="204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0273" name="Rectangle 33"/>
          <p:cNvSpPr>
            <a:spLocks noGrp="1" noChangeArrowheads="1"/>
          </p:cNvSpPr>
          <p:nvPr>
            <p:ph type="ctrTitle"/>
          </p:nvPr>
        </p:nvSpPr>
        <p:spPr>
          <a:xfrm>
            <a:off x="2235200" y="1905000"/>
            <a:ext cx="9652000" cy="1905000"/>
          </a:xfrm>
        </p:spPr>
        <p:txBody>
          <a:bodyPr/>
          <a:lstStyle>
            <a:lvl1pPr algn="l"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10274" name="Rectangle 34"/>
          <p:cNvSpPr>
            <a:spLocks noGrp="1" noChangeArrowheads="1"/>
          </p:cNvSpPr>
          <p:nvPr>
            <p:ph type="subTitle" idx="1"/>
          </p:nvPr>
        </p:nvSpPr>
        <p:spPr>
          <a:xfrm>
            <a:off x="2235200" y="4572001"/>
            <a:ext cx="8534400" cy="1679575"/>
          </a:xfrm>
        </p:spPr>
        <p:txBody>
          <a:bodyPr anchor="ctr"/>
          <a:lstStyle>
            <a:lvl1pPr marL="0" indent="0" algn="ctr">
              <a:buFontTx/>
              <a:buNone/>
              <a:defRPr/>
            </a:lvl1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35" name="Rectangle 35">
            <a:extLst>
              <a:ext uri="{FF2B5EF4-FFF2-40B4-BE49-F238E27FC236}">
                <a16:creationId xmlns:a16="http://schemas.microsoft.com/office/drawing/2014/main" id="{7EEFCBA9-8136-4C8F-B7D2-59DB8CAB68B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3246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6" name="Rectangle 36">
            <a:extLst>
              <a:ext uri="{FF2B5EF4-FFF2-40B4-BE49-F238E27FC236}">
                <a16:creationId xmlns:a16="http://schemas.microsoft.com/office/drawing/2014/main" id="{BC676330-C207-4776-9A11-73EB313CEA7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3246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7" name="Rectangle 37">
            <a:extLst>
              <a:ext uri="{FF2B5EF4-FFF2-40B4-BE49-F238E27FC236}">
                <a16:creationId xmlns:a16="http://schemas.microsoft.com/office/drawing/2014/main" id="{2E4DE064-A3B1-40DB-8D1B-D6AD3446E4F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3246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028016-D2B6-4E2B-B32F-CFC55C570A9A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315656064"/>
      </p:ext>
    </p:extLst>
  </p:cSld>
  <p:clrMapOvr>
    <a:masterClrMapping/>
  </p:clrMapOvr>
  <p:transition spd="slow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slideLayout" Target="../slideLayouts/slideLayout6.xml"/><Relationship Id="rId4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8.xml"/><Relationship Id="rId3" Type="http://schemas.openxmlformats.org/officeDocument/2006/relationships/slideLayout" Target="../slideLayouts/slideLayout9.xml"/><Relationship Id="rId4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slideLayout" Target="../slideLayouts/slideLayout11.xml"/><Relationship Id="rId3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theme" Target="../theme/theme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6.xml"/><Relationship Id="rId3" Type="http://schemas.openxmlformats.org/officeDocument/2006/relationships/theme" Target="../theme/theme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045F8ED-947E-4703-B809-51AC31ABAD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6646935D-4EDE-4E27-95AE-4C999ABFD0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1EC8EEE-008D-4FAD-BBE0-7D48E1534CD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697A4B42-2EA2-454E-85A7-565ACC1C53D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DB9F71E6-C115-4FB6-B300-6BA43D2001A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 smtClean="0"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FD25218F-40A1-4621-8A9C-1D13555297C0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28005490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E08D52E6-4146-4D3E-B83D-22FA3C36AA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CD970D23-B23C-4666-9604-6FAAFD7E44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C8E8EE4-7753-4323-B5CA-FE16F48A2C3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4CA68123-6B39-4AB4-8CC4-65126B11DBD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6CD73471-9FBF-421E-B3D4-377CB6EA6B0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 smtClean="0"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CA43700B-5AD5-4DF8-B5EB-622B795DDC17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71850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A768B7A-A7F2-44B2-ABA4-2728DE55E0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0E9EF706-A1C0-444A-9AE5-63C2C25FB8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D8E0434-B5C3-468C-990A-989560D1EC2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153B1B57-BF43-4EA3-80F8-8C515906959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08220A42-41D3-4A5C-B724-0E400339634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 smtClean="0"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BF6395CF-4EB5-4C0D-AEF8-C2323ABCDC34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00463278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88F92C0A-80D0-46AB-A95F-C6AA22AB02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D9E29EF4-B18E-48D0-BB2D-A73E8A7B1E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E0739121-E34F-4ED2-B77C-D871E539ED3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3B670001-DA50-417C-8005-5E1BC001FC5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0627F243-7891-4440-8C26-1FD97571D7F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>
                <a:ea typeface="新細明體" panose="02020500000000000000" pitchFamily="18" charset="-120"/>
              </a:defRPr>
            </a:lvl1pPr>
          </a:lstStyle>
          <a:p>
            <a:fld id="{0FA0184E-5ABE-4EE1-B075-3E242272C913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4905719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7" r:id="rId1"/>
    <p:sldLayoutId id="2147483728" r:id="rId2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kumimoji="1" sz="1400" b="0">
                <a:solidFill>
                  <a:srgbClr val="000000"/>
                </a:solidFill>
                <a:latin typeface="Arial" panose="020B0604020202020204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kumimoji="1" sz="1400" b="0">
                <a:solidFill>
                  <a:srgbClr val="000000"/>
                </a:solidFill>
                <a:latin typeface="Arial" panose="020B0604020202020204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400" b="0">
                <a:solidFill>
                  <a:srgbClr val="000000"/>
                </a:solidFill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D84F2B82-CAF4-4796-BB18-FC7AAB714C04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61284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732593E9-7A3A-45AC-83D5-C6FC430465AF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DC12117F-5049-4516-947D-78BB8A0FFDB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A8CFB86A-6B3C-4AF1-BF6F-64BA7D26288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 smtClean="0">
                <a:ea typeface="新細明體" panose="02020500000000000000" pitchFamily="18" charset="-12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1C90037C-C661-4379-B7B1-358A0EBA8660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02045313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00" r:id="rId1"/>
    <p:sldLayoutId id="2147484001" r:id="rId2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6FFEE950-9217-497E-8C69-4FEB1F5711C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7B234AEE-2265-4543-89B4-3E3B20112D7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37FCB772-13AC-4235-B9E3-109F7B63402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8224DFE8-C4CF-42B7-B10D-892870FD4817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13224697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54" r:id="rId1"/>
    <p:sldLayoutId id="2147484055" r:id="rId2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>
            <a:extLst>
              <a:ext uri="{FF2B5EF4-FFF2-40B4-BE49-F238E27FC236}">
                <a16:creationId xmlns:a16="http://schemas.microsoft.com/office/drawing/2014/main" id="{6BC4E9A0-D859-472A-AEE2-D5CC29566A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</a:t>
            </a:r>
          </a:p>
        </p:txBody>
      </p:sp>
      <p:pic>
        <p:nvPicPr>
          <p:cNvPr id="26627" name="Content Placeholder 8">
            <a:extLst>
              <a:ext uri="{FF2B5EF4-FFF2-40B4-BE49-F238E27FC236}">
                <a16:creationId xmlns:a16="http://schemas.microsoft.com/office/drawing/2014/main" id="{6A811F3E-D7E7-410C-9FB6-51A9AD89691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81" b="388"/>
          <a:stretch>
            <a:fillRect/>
          </a:stretch>
        </p:blipFill>
        <p:spPr>
          <a:xfrm>
            <a:off x="1524000" y="0"/>
            <a:ext cx="9144000" cy="2895600"/>
          </a:xfrm>
        </p:spPr>
      </p:pic>
      <p:pic>
        <p:nvPicPr>
          <p:cNvPr id="26628" name="Picture 10">
            <a:extLst>
              <a:ext uri="{FF2B5EF4-FFF2-40B4-BE49-F238E27FC236}">
                <a16:creationId xmlns:a16="http://schemas.microsoft.com/office/drawing/2014/main" id="{52D61696-9BB7-4251-B206-77AB532470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2895600"/>
            <a:ext cx="6477000" cy="396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Content Placeholder 8">
            <a:extLst>
              <a:ext uri="{FF2B5EF4-FFF2-40B4-BE49-F238E27FC236}">
                <a16:creationId xmlns:a16="http://schemas.microsoft.com/office/drawing/2014/main" id="{9304C1C8-67B3-2F9A-9B20-C991F0A592F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845" t="58600" r="55199" b="38110"/>
          <a:stretch/>
        </p:blipFill>
        <p:spPr bwMode="auto">
          <a:xfrm>
            <a:off x="5679992" y="1703697"/>
            <a:ext cx="87867" cy="956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 Box 4">
            <a:extLst>
              <a:ext uri="{FF2B5EF4-FFF2-40B4-BE49-F238E27FC236}">
                <a16:creationId xmlns:a16="http://schemas.microsoft.com/office/drawing/2014/main" id="{12460F02-D5DD-4E97-B015-A4F9A6D15A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000" y="1250950"/>
            <a:ext cx="6350000" cy="4062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rPr>
              <a:t>歡迎來到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8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rPr>
              <a:t>新城歸正教會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1" i="0" u="none" strike="noStrike" kern="1200" cap="none" spc="0" normalizeH="0" baseline="0" noProof="0">
              <a:ln>
                <a:noFill/>
              </a:ln>
              <a:solidFill>
                <a:srgbClr val="292929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7200" b="1" i="0" u="none" strike="noStrike" kern="1200" cap="none" spc="0" normalizeH="0" baseline="0" noProof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rPr>
              <a:t>台語崇拜</a:t>
            </a:r>
            <a:endParaRPr kumimoji="0" lang="en-GB" altLang="zh-TW" sz="7200" b="1" i="0" u="none" strike="noStrike" kern="1200" cap="none" spc="0" normalizeH="0" baseline="0" noProof="0">
              <a:ln>
                <a:noFill/>
              </a:ln>
              <a:solidFill>
                <a:srgbClr val="00FFFF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  <a:cs typeface="+mn-cs"/>
            </a:endParaRPr>
          </a:p>
        </p:txBody>
      </p:sp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1" name="Content Placeholder 2">
            <a:extLst>
              <a:ext uri="{FF2B5EF4-FFF2-40B4-BE49-F238E27FC236}">
                <a16:creationId xmlns:a16="http://schemas.microsoft.com/office/drawing/2014/main" id="{F93CF712-58A5-4DA0-9AF8-9E5BB660109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759656"/>
            <a:ext cx="12192000" cy="6295292"/>
          </a:xfrm>
        </p:spPr>
        <p:txBody>
          <a:bodyPr/>
          <a:lstStyle/>
          <a:p>
            <a:pPr lvl="0" algn="l"/>
            <a:r>
              <a:rPr lang="zh-TW" altLang="en-US" dirty="0"/>
              <a:t>  台語崇拜使用 </a:t>
            </a:r>
            <a:r>
              <a:rPr lang="en-US" altLang="zh-TW" dirty="0"/>
              <a:t>Zoom </a:t>
            </a:r>
            <a:r>
              <a:rPr lang="zh-TW" altLang="en-US" dirty="0"/>
              <a:t>華語翻譯</a:t>
            </a:r>
            <a:r>
              <a:rPr lang="en-US" altLang="zh-TW" dirty="0"/>
              <a:t>: </a:t>
            </a:r>
          </a:p>
          <a:p>
            <a:pPr lvl="0" algn="l"/>
            <a:r>
              <a:rPr lang="zh-TW" altLang="en-US" dirty="0"/>
              <a:t>  會議號碼</a:t>
            </a:r>
            <a:r>
              <a:rPr lang="en-US" altLang="zh-TW" dirty="0"/>
              <a:t>: </a:t>
            </a:r>
            <a:r>
              <a:rPr lang="en-US" altLang="zh-TW" dirty="0">
                <a:solidFill>
                  <a:srgbClr val="FFFF00"/>
                </a:solidFill>
              </a:rPr>
              <a:t>867 5272 8884 </a:t>
            </a:r>
          </a:p>
          <a:p>
            <a:pPr lvl="0" algn="l"/>
            <a:r>
              <a:rPr lang="zh-TW" altLang="en-US" dirty="0"/>
              <a:t>  密碼 </a:t>
            </a:r>
            <a:r>
              <a:rPr lang="en-US" altLang="zh-TW" dirty="0">
                <a:solidFill>
                  <a:srgbClr val="FFFF00"/>
                </a:solidFill>
              </a:rPr>
              <a:t>8515 </a:t>
            </a:r>
            <a:r>
              <a:rPr lang="zh-TW" altLang="en-US" dirty="0"/>
              <a:t>手機加入 </a:t>
            </a:r>
            <a:r>
              <a:rPr lang="en-US" altLang="zh-TW" dirty="0">
                <a:solidFill>
                  <a:srgbClr val="FFFF00"/>
                </a:solidFill>
              </a:rPr>
              <a:t>646-558-8656</a:t>
            </a:r>
            <a:r>
              <a:rPr lang="en-US" altLang="zh-TW" dirty="0"/>
              <a:t> </a:t>
            </a:r>
          </a:p>
          <a:p>
            <a:pPr lvl="0" algn="l"/>
            <a:r>
              <a:rPr lang="zh-TW" altLang="en-US" dirty="0"/>
              <a:t>  請自帶耳機</a:t>
            </a:r>
            <a:r>
              <a:rPr lang="en-US" altLang="zh-TW" dirty="0"/>
              <a:t>,</a:t>
            </a:r>
            <a:r>
              <a:rPr lang="zh-TW" altLang="en-US" dirty="0"/>
              <a:t>加入後麥克風請靜音。</a:t>
            </a:r>
            <a:endParaRPr lang="zh-TW" altLang="en-US" b="0" spc="-15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6365533"/>
      </p:ext>
    </p:extLst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 Box 4"/>
          <p:cNvSpPr txBox="1">
            <a:spLocks noChangeArrowheads="1"/>
          </p:cNvSpPr>
          <p:nvPr/>
        </p:nvSpPr>
        <p:spPr bwMode="auto">
          <a:xfrm>
            <a:off x="3216275" y="620713"/>
            <a:ext cx="6219825" cy="550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</a:rPr>
              <a:t>請咱用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5400" b="0" i="0" u="none" strike="noStrike" kern="0" cap="none" spc="0" normalizeH="0" baseline="0" noProof="0" dirty="0">
              <a:ln>
                <a:noFill/>
              </a:ln>
              <a:solidFill>
                <a:srgbClr val="FFFF66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>
              <a:ln>
                <a:noFill/>
              </a:ln>
              <a:solidFill>
                <a:srgbClr val="292929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54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5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</a:rPr>
              <a:t>來參加今天的敬拜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GB" altLang="zh-TW" sz="5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8197" name="Rectangle 5"/>
          <p:cNvSpPr>
            <a:spLocks noChangeArrowheads="1"/>
          </p:cNvSpPr>
          <p:nvPr/>
        </p:nvSpPr>
        <p:spPr bwMode="auto">
          <a:xfrm>
            <a:off x="2855913" y="2332038"/>
            <a:ext cx="6799262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8000" b="1" i="0" u="none" strike="noStrike" kern="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安靜 敬虔的心</a:t>
            </a:r>
          </a:p>
        </p:txBody>
      </p:sp>
    </p:spTree>
    <p:extLst>
      <p:ext uri="{BB962C8B-B14F-4D97-AF65-F5344CB8AC3E}">
        <p14:creationId xmlns:p14="http://schemas.microsoft.com/office/powerpoint/2010/main" val="2818651562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8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ext Box 2"/>
          <p:cNvSpPr txBox="1">
            <a:spLocks noChangeArrowheads="1"/>
          </p:cNvSpPr>
          <p:nvPr/>
        </p:nvSpPr>
        <p:spPr bwMode="auto">
          <a:xfrm>
            <a:off x="3709988" y="127000"/>
            <a:ext cx="4773612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6000" b="1" i="0" u="sng" strike="noStrike" kern="0" cap="none" spc="0" normalizeH="0" baseline="0" noProof="0" dirty="0">
                <a:ln>
                  <a:noFill/>
                </a:ln>
                <a:solidFill>
                  <a:srgbClr val="66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開  會  詩</a:t>
            </a:r>
          </a:p>
        </p:txBody>
      </p:sp>
      <p:sp>
        <p:nvSpPr>
          <p:cNvPr id="32771" name="Text Box 3"/>
          <p:cNvSpPr txBox="1">
            <a:spLocks noChangeArrowheads="1"/>
          </p:cNvSpPr>
          <p:nvPr/>
        </p:nvSpPr>
        <p:spPr bwMode="auto">
          <a:xfrm>
            <a:off x="1676400" y="1143000"/>
            <a:ext cx="9144000" cy="537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endParaRPr kumimoji="0" lang="en-US" altLang="zh-TW" sz="3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上帝此時臨在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 大家同心敬拜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佇主面前虔誠服事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;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上帝永遠存在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 彈琴彈瑟和諧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萬姓萬族圍圍敬拜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;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 聖旨意到永遠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 萬軍的主臨到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;</a:t>
            </a: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管理聖會做頭</a:t>
            </a:r>
            <a:r>
              <a:rPr lang="en-US" altLang="zh-TW" sz="4800" b="1" kern="0" dirty="0">
                <a:solidFill>
                  <a:srgbClr val="FFFF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.</a:t>
            </a:r>
            <a:endParaRPr kumimoji="0" lang="zh-TW" altLang="en-US" sz="4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6723266"/>
      </p:ext>
    </p:extLst>
  </p:cSld>
  <p:clrMapOvr>
    <a:masterClrMapping/>
  </p:clrMapOvr>
  <p:transition spd="slow"/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 Box 2">
            <a:extLst>
              <a:ext uri="{FF2B5EF4-FFF2-40B4-BE49-F238E27FC236}">
                <a16:creationId xmlns:a16="http://schemas.microsoft.com/office/drawing/2014/main" id="{6F6D6D72-0502-467D-9F16-488811C60E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8563" y="2357438"/>
            <a:ext cx="4773612" cy="1098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6600" b="1" i="0" u="none" strike="noStrike" kern="1200" cap="none" spc="0" normalizeH="0" baseline="0" noProof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宣  召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26761BF0-0A0A-E467-C0B5-F885E97C4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F8EFA3D7-D5FE-06D6-025E-4489B5C0B3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69: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我的心神你當唱歌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(1/3)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9B4DF612-D356-93A7-6E73-B9A7C08BBB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我的心神你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當</a:t>
            </a:r>
            <a:r>
              <a:rPr lang="en-US" altLang="zh-TW" sz="4000">
                <a:latin typeface="Arial" panose="020B0604020202020204" pitchFamily="34" charset="0"/>
                <a:ea typeface="新細明體" panose="02020500000000000000" pitchFamily="18" charset="-120"/>
              </a:rPr>
              <a:t>(tioh)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唱歌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讚美</a:t>
            </a:r>
            <a:r>
              <a:rPr lang="en-US" altLang="zh-TW" sz="4000">
                <a:latin typeface="Arial" panose="020B0604020202020204" pitchFamily="34" charset="0"/>
                <a:ea typeface="新細明體" panose="02020500000000000000" pitchFamily="18" charset="-120"/>
              </a:rPr>
              <a:t>(o-ló)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感謝耶和華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 耶和華是我的上帝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 祂有創造天頂地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下</a:t>
            </a:r>
            <a:r>
              <a:rPr lang="en-US" altLang="zh-TW" sz="4000">
                <a:latin typeface="Arial" panose="020B0604020202020204" pitchFamily="34" charset="0"/>
                <a:ea typeface="新細明體" panose="02020500000000000000" pitchFamily="18" charset="-120"/>
              </a:rPr>
              <a:t>(ē)</a:t>
            </a:r>
            <a:endParaRPr lang="zh-TW" altLang="en-US" u="sng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讚美</a:t>
            </a:r>
            <a:r>
              <a:rPr lang="en-US" altLang="zh-TW" sz="4000">
                <a:latin typeface="Arial" panose="020B0604020202020204" pitchFamily="34" charset="0"/>
                <a:ea typeface="新細明體" panose="02020500000000000000" pitchFamily="18" charset="-120"/>
              </a:rPr>
              <a:t>(o-ló)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耶和華上帝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9A952FF5-08A4-4E9C-0827-C10C764F06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69: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我的心神你當唱歌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(2/3)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17F8C826-E544-F70B-779A-916CCA7DD8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至大救主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愛疼</a:t>
            </a:r>
            <a:r>
              <a:rPr lang="en-US" altLang="zh-TW" sz="4000">
                <a:latin typeface="Arial" panose="020B0604020202020204" pitchFamily="34" charset="0"/>
                <a:ea typeface="新細明體" panose="02020500000000000000" pitchFamily="18" charset="-120"/>
              </a:rPr>
              <a:t>(thiàⁿ-thàng)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上帝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 照顧人類的天父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 四季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運轉</a:t>
            </a:r>
            <a:r>
              <a:rPr lang="en-US" altLang="zh-TW" sz="4000">
                <a:latin typeface="Arial" panose="020B0604020202020204" pitchFamily="34" charset="0"/>
                <a:ea typeface="新細明體" panose="02020500000000000000" pitchFamily="18" charset="-120"/>
              </a:rPr>
              <a:t>(ūn-choán)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賜福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天下</a:t>
            </a:r>
            <a:r>
              <a:rPr lang="en-US" altLang="zh-TW" sz="4000">
                <a:latin typeface="Arial" panose="020B0604020202020204" pitchFamily="34" charset="0"/>
                <a:ea typeface="新細明體" panose="02020500000000000000" pitchFamily="18" charset="-120"/>
              </a:rPr>
              <a:t>(thiⁿ-ē)</a:t>
            </a:r>
            <a:endParaRPr lang="zh-TW" altLang="en-US" u="sng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 田園出產補阮欠缺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讚美</a:t>
            </a:r>
            <a:r>
              <a:rPr lang="en-US" altLang="zh-TW" sz="4000">
                <a:latin typeface="Arial" panose="020B0604020202020204" pitchFamily="34" charset="0"/>
                <a:ea typeface="新細明體" panose="02020500000000000000" pitchFamily="18" charset="-120"/>
              </a:rPr>
              <a:t>(o-ló)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耶和華上帝</a:t>
            </a: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3F7EB507-FB68-5E86-4A69-E9813AEF58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69: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我的心神你當唱歌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(3/3)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64011915-3AE5-49E9-7720-2091F2CFBB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我的心神我的心神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 虔誠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朝覲</a:t>
            </a:r>
            <a:r>
              <a:rPr lang="en-US" altLang="zh-TW" sz="4000">
                <a:latin typeface="Arial" panose="020B0604020202020204" pitchFamily="34" charset="0"/>
                <a:ea typeface="新細明體" panose="02020500000000000000" pitchFamily="18" charset="-120"/>
              </a:rPr>
              <a:t>(tiâu-kìⁿ)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主的面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 祂是全能榮光上帝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 永遠治理天頂地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下</a:t>
            </a:r>
            <a:r>
              <a:rPr lang="en-US" altLang="zh-TW" sz="4000">
                <a:latin typeface="Arial" panose="020B0604020202020204" pitchFamily="34" charset="0"/>
                <a:ea typeface="新細明體" panose="02020500000000000000" pitchFamily="18" charset="-120"/>
              </a:rPr>
              <a:t>(ē)</a:t>
            </a:r>
            <a:endParaRPr lang="zh-TW" altLang="en-US" u="sng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讚美</a:t>
            </a:r>
            <a:r>
              <a:rPr lang="en-US" altLang="zh-TW" sz="4000">
                <a:latin typeface="Arial" panose="020B0604020202020204" pitchFamily="34" charset="0"/>
                <a:ea typeface="新細明體" panose="02020500000000000000" pitchFamily="18" charset="-120"/>
              </a:rPr>
              <a:t>(o-ló)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耶和華上帝   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阿們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ext Box 2">
            <a:extLst>
              <a:ext uri="{FF2B5EF4-FFF2-40B4-BE49-F238E27FC236}">
                <a16:creationId xmlns:a16="http://schemas.microsoft.com/office/drawing/2014/main" id="{01A9837D-1969-4BDE-8F03-F37C0D845C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8563" y="2357438"/>
            <a:ext cx="4773612" cy="1098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6600" b="1" i="0" u="none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祈  禱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4">
            <a:extLst>
              <a:ext uri="{FF2B5EF4-FFF2-40B4-BE49-F238E27FC236}">
                <a16:creationId xmlns:a16="http://schemas.microsoft.com/office/drawing/2014/main" id="{BBC052D0-803D-459C-825E-153F05B650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58187"/>
            <a:ext cx="12192000" cy="60939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4000" b="1" i="0" u="sng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Arial" panose="020B0604020202020204" pitchFamily="34" charset="0"/>
                <a:ea typeface="標楷體" panose="03000509000000000000" pitchFamily="65" charset="-120"/>
                <a:cs typeface="+mn-cs"/>
              </a:rPr>
              <a:t>主禱文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阮在天裡的父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願祢的名聖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祢的國臨到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祢的旨意得成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在地裡親像在天裡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阮的日食今仔日給阮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赦免阮的辜負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親像阮亦有赦免辜負阮的人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標楷體" panose="03000509000000000000" pitchFamily="65" charset="-120"/>
              <a:cs typeface="+mn-c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4">
            <a:extLst>
              <a:ext uri="{FF2B5EF4-FFF2-40B4-BE49-F238E27FC236}">
                <a16:creationId xmlns:a16="http://schemas.microsoft.com/office/drawing/2014/main" id="{BBC052D0-803D-459C-825E-153F05B650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53245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Arial" panose="020B0604020202020204" pitchFamily="34" charset="0"/>
                <a:ea typeface="標楷體" panose="03000509000000000000" pitchFamily="65" charset="-120"/>
                <a:cs typeface="+mn-cs"/>
              </a:rPr>
              <a:t> </a:t>
            </a:r>
            <a:r>
              <a:rPr kumimoji="1" lang="zh-TW" altLang="en-US" sz="4000" b="1" i="0" u="sng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Arial" panose="020B0604020202020204" pitchFamily="34" charset="0"/>
                <a:ea typeface="標楷體" panose="03000509000000000000" pitchFamily="65" charset="-120"/>
                <a:cs typeface="+mn-cs"/>
              </a:rPr>
              <a:t>主禱文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勿得導阮入於試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著救阮脫離彼個歹的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因為國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權能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榮光攏是祢所有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代代無盡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!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阿們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4">
            <a:extLst>
              <a:ext uri="{FF2B5EF4-FFF2-40B4-BE49-F238E27FC236}">
                <a16:creationId xmlns:a16="http://schemas.microsoft.com/office/drawing/2014/main" id="{EDC18CEB-632D-465C-917B-68F6575948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000" b="1" i="0" u="sng" strike="noStrike" kern="1200" cap="none" spc="0" normalizeH="0" baseline="0" noProof="0" dirty="0">
                <a:ln>
                  <a:noFill/>
                </a:ln>
                <a:solidFill>
                  <a:srgbClr val="66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信仰告白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我信上帝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全能的父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創造天地的主宰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.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我信耶穌基督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上帝的獨生子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咱的主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;</a:t>
            </a:r>
            <a:endParaRPr kumimoji="0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祂對聖神投胎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對在室女馬利亞出世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佇本丟彼拉多任內受苦</a:t>
            </a:r>
            <a:r>
              <a:rPr lang="en-US" altLang="zh-TW" sz="5000" b="1" dirty="0">
                <a:solidFill>
                  <a:prstClr val="white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endParaRPr kumimoji="0" lang="en-US" altLang="zh-TW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釘十字架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死</a:t>
            </a:r>
            <a:r>
              <a:rPr lang="en-US" altLang="zh-TW" sz="5000" b="1" dirty="0">
                <a:solidFill>
                  <a:prstClr val="white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endParaRPr kumimoji="0" lang="en-US" altLang="zh-TW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埋葬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落陰府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4">
            <a:extLst>
              <a:ext uri="{FF2B5EF4-FFF2-40B4-BE49-F238E27FC236}">
                <a16:creationId xmlns:a16="http://schemas.microsoft.com/office/drawing/2014/main" id="{EDC18CEB-632D-465C-917B-68F6575948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000" b="1" i="0" u="sng" strike="noStrike" kern="1200" cap="none" spc="0" normalizeH="0" baseline="0" noProof="0" dirty="0">
                <a:ln>
                  <a:noFill/>
                </a:ln>
                <a:solidFill>
                  <a:srgbClr val="66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信仰告白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第三日對死人中復活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上天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 今坐佇全能的父上帝的大傍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;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祂要對彼復來審判活人與死人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.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我信聖神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我信聖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公同的教會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聖徒的相通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罪的赦免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肉體的復活</a:t>
            </a:r>
            <a:r>
              <a:rPr lang="en-US" altLang="zh-TW" sz="5000" b="1" dirty="0">
                <a:solidFill>
                  <a:prstClr val="white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endParaRPr kumimoji="0" lang="en-US" altLang="zh-TW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永遠的活命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.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阿們</a:t>
            </a:r>
            <a:endParaRPr kumimoji="0" lang="en-US" altLang="zh-TW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CBEFE664-BB05-315B-325F-A8FCA452C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30: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箴言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8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705E9ED6-4EE0-0D55-07C5-A438D89096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990600"/>
            <a:ext cx="10668000" cy="5715000"/>
          </a:xfrm>
        </p:spPr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智慧豈無在叫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?</a:t>
            </a:r>
          </a:p>
          <a:p>
            <a:pPr algn="l"/>
            <a:r>
              <a:rPr lang="en-US" altLang="zh-TW" dirty="0">
                <a:solidFill>
                  <a:srgbClr val="FF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solidFill>
                  <a:srgbClr val="FF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聰明</a:t>
            </a:r>
            <a:r>
              <a:rPr lang="zh-TW" altLang="en-US" u="sng" dirty="0">
                <a:solidFill>
                  <a:srgbClr val="FF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豈</a:t>
            </a:r>
            <a:r>
              <a:rPr lang="en-US" altLang="zh-TW" sz="3200" dirty="0">
                <a:solidFill>
                  <a:srgbClr val="FFFFFF"/>
                </a:solidFill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solidFill>
                  <a:srgbClr val="FFFFFF"/>
                </a:solidFill>
                <a:latin typeface="Arial" panose="020B0604020202020204" pitchFamily="34" charset="0"/>
                <a:ea typeface="標楷體" panose="03000509000000000000" pitchFamily="49" charset="-120"/>
              </a:rPr>
              <a:t>kiám</a:t>
            </a:r>
            <a:r>
              <a:rPr lang="en-US" altLang="zh-TW" sz="3200" dirty="0">
                <a:solidFill>
                  <a:srgbClr val="FFFFFF"/>
                </a:solidFill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solidFill>
                  <a:srgbClr val="FF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無出聲</a:t>
            </a:r>
            <a:r>
              <a:rPr lang="en-US" altLang="zh-TW" dirty="0">
                <a:solidFill>
                  <a:srgbClr val="FF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?</a:t>
            </a:r>
          </a:p>
          <a:p>
            <a:pPr algn="l"/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他在路邊高地的頂面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在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tī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十字路口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在</a:t>
            </a:r>
            <a:r>
              <a:rPr lang="zh-TW" altLang="en-US" sz="3200" dirty="0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竪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(the</a:t>
            </a:r>
            <a:r>
              <a:rPr lang="zh-TW" altLang="en-US" sz="3200" dirty="0">
                <a:latin typeface="Arial" panose="020B0604020202020204" pitchFamily="34" charset="0"/>
                <a:ea typeface="標楷體" panose="03000509000000000000" pitchFamily="49" charset="-120"/>
              </a:rPr>
              <a:t> 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 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khiā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F13A28C1-54A6-980A-5B1A-CD3B34A46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30: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箴言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8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ABDE8F46-F27E-6AB4-05B6-37DB59DAF3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990600"/>
            <a:ext cx="10668000" cy="4449764"/>
          </a:xfrm>
        </p:spPr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在城門邊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在城門口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在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tī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城出入的所在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大聲叫講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/>
            <a:endParaRPr lang="en-US" altLang="zh-TW" dirty="0">
              <a:solidFill>
                <a:srgbClr val="FFFF00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眾人啊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我叫恁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我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向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ǹg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世間人出聲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/>
            <a:endParaRPr lang="en-US" altLang="zh-TW" dirty="0">
              <a:solidFill>
                <a:srgbClr val="FFFF00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3363A2B7-A814-F237-0D35-BB25CF0AB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30: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箴言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8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72A1E57C-2220-3A7B-6157-0BF53620D7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講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戇直的人啊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恁當能曉得通逹的理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愚戇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gû-gōng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的人啊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恁心內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當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tio̍h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明白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61BFC4F8-9D78-1552-806F-050191F6D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30: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箴言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8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D5C9927A-5FD1-21FB-EE21-07D0B00076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恁當聽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因為我要講極好的事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我要開嘴論正直的事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/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F2D58009-0467-136C-D4E7-DCD20F2F4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30: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箴言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8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F3386AD0-AB98-8B94-0064-F6985EC756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在耶和華造化的起頭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在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tī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極起頭創造的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在先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tāi-seng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en-US" altLang="zh-TW" sz="3200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我是祂</a:t>
            </a:r>
            <a:b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</a:b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 所有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78E22FD9-0E40-049D-88DF-931AF2D79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30: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箴言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8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E77D25BC-55F4-E4EB-6EC7-05AB8EF5ED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從永遠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從極起頭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u="sng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未</a:t>
            </a:r>
            <a:r>
              <a:rPr lang="en-US" altLang="zh-TW" sz="3200" dirty="0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</a:rPr>
              <a:t>bē</a:t>
            </a:r>
            <a:r>
              <a:rPr lang="en-US" altLang="zh-TW" sz="3200" dirty="0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有世界的在</a:t>
            </a:r>
            <a:b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</a:b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 先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我已經受設立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未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bē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有深淵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未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bē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有多多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choē-choē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水的</a:t>
            </a:r>
            <a:b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</a:b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 水泉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已經生我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pPr algn="l"/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91343A0D-9D53-933D-6F13-9F0D4E73A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30: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箴言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8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40C62AB9-6D84-549C-9D21-1B94199B4A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大山未定着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小山未有的在先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已經生</a:t>
            </a:r>
            <a:b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</a:b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 我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耶和華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尚未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iáu-bē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創造大地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及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kap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田野</a:t>
            </a:r>
            <a:b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</a:b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以及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í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-kip)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地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上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chiū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ⁿ) 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土粉的原質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    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D6DB313C-DC02-6758-DC2A-DD078ACE4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30: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箴言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8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1F4A7E03-8A36-D7C7-5C25-AEE60AE0DF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祂建立這些天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設圓環在深淵的頂面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頂面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安置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(an-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tì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穹蒼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堅固深淵的水泉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94255CB5-1430-4290-48AB-C0EBBE395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30: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箴言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8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66EE1EC7-DB39-4E21-B055-9B7349DE64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給海定着界限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使水無般過祂的命令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 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定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tiā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ⁿ)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着大地的根基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我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與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 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kap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祂</a:t>
            </a:r>
            <a:b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</a:b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在的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tī-teh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/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069A3916-0700-9CF3-24C0-A246B39AB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30: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箴言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8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0FD3696D-4812-6957-919F-24ED34D5FD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-1" y="990600"/>
            <a:ext cx="12191999" cy="5943600"/>
          </a:xfrm>
        </p:spPr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彼時我在彼做師傅頭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日日給祂歡喜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b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</a:b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 常常在祂的面前快樂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  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在可居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tī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 thang 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khiā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起的地快樂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也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與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kap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b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</a:br>
            <a:r>
              <a:rPr lang="zh-TW" altLang="en-US" sz="3200" dirty="0">
                <a:latin typeface="Arial" panose="020B0604020202020204" pitchFamily="34" charset="0"/>
                <a:ea typeface="標楷體" panose="03000509000000000000" pitchFamily="49" charset="-120"/>
              </a:rPr>
              <a:t>   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世間人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相與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sa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ⁿ-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kap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歡喜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pPr algn="l"/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6D3864D4-3781-7B28-3730-C005A05F5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30: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箴言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8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CDD6601C-1719-31DC-7C20-A1F57D54EE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恁這些子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今着聽趁我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因為執守我</a:t>
            </a:r>
            <a:b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</a:b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 的道路者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就有福氣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着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tio̍h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聽教示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就得着智慧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不可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(m̄-thang)</a:t>
            </a:r>
            <a:b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</a:br>
            <a:r>
              <a:rPr lang="zh-TW" altLang="en-US" sz="3200">
                <a:latin typeface="Arial" panose="020B0604020202020204" pitchFamily="34" charset="0"/>
                <a:ea typeface="標楷體" panose="03000509000000000000" pitchFamily="49" charset="-120"/>
              </a:rPr>
              <a:t>  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棄絕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它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10278F65-4888-284A-51C9-357D8973B9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30: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箴言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8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15A0199C-9720-FFD2-4BDE-1A7F5C84BE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聽趁我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日日在我的門口在等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在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tī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我的門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竪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khiā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邊等候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者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ê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彼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(hit)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號</a:t>
            </a:r>
            <a:b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</a:b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 人有福氣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D5DFA222-910A-C637-A75A-0E4F28AF6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30: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箴言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8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B1B2481C-41B3-A410-9CBB-E850228069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因為尋着我者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就尋着活命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也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必由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beh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 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tùi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耶和華得着恩惠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pPr algn="l"/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得罪我的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是害自己的生命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怨恨我的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攏是自己取死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                 </a:t>
            </a:r>
          </a:p>
          <a:p>
            <a:pPr algn="l"/>
            <a:endParaRPr lang="en-US" altLang="zh-TW" dirty="0">
              <a:solidFill>
                <a:srgbClr val="FFFF00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                 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81777" y="2786743"/>
            <a:ext cx="10501161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0" b="1">
                <a:solidFill>
                  <a:srgbClr val="00FFFF"/>
                </a:solidFill>
              </a:rPr>
              <a:t>獻詩: 耶和華是我牧者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耶和華是我牧者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我不致到欠缺</a:t>
            </a:r>
          </a:p>
          <a:p>
            <a:r>
              <a:t>使我躺在青翠草埔</a:t>
            </a:r>
          </a:p>
          <a:p>
            <a:r>
              <a:t>在安歇的水邊</a:t>
            </a:r>
          </a:p>
          <a:p>
            <a:r>
              <a:t>祂使我靈魂精英</a:t>
            </a:r>
          </a:p>
          <a:p>
            <a:r>
              <a:t>導我行義的路</a:t>
            </a:r>
          </a:p>
          <a:p>
            <a:r>
              <a:t>行過死蔭的山谷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耶和華是我牧者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也不驚災害</a:t>
            </a:r>
          </a:p>
          <a:p>
            <a:r>
              <a:t>在我對敵的面前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耶和華是我牧者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給我擺設筵席</a:t>
            </a:r>
          </a:p>
          <a:p>
            <a:r>
              <a:t>祢用油抹我的頭殼</a:t>
            </a:r>
          </a:p>
          <a:p>
            <a:r>
              <a:t>我的杯滿出來</a:t>
            </a:r>
          </a:p>
          <a:p>
            <a:r>
              <a:t>祢的恩典和慈悲 隨我到一世人</a:t>
            </a:r>
          </a:p>
          <a:p>
            <a:r>
              <a:t>我要居起祢的厝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耶和華是我牧者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直到永永遠遠</a:t>
            </a:r>
          </a:p>
          <a:p>
            <a:r>
              <a:t>耶和華是我牧者</a:t>
            </a:r>
          </a:p>
          <a:p>
            <a:r>
              <a:t>我不致到欠缺</a:t>
            </a:r>
          </a:p>
          <a:p>
            <a:r>
              <a:t>使我躺在青翠草埔</a:t>
            </a:r>
          </a:p>
          <a:p>
            <a:r>
              <a:t>在安歇的水邊</a:t>
            </a:r>
          </a:p>
          <a:p>
            <a:r>
              <a:t>祂使我靈魂精英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耶和華是我牧者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導我行義的路</a:t>
            </a:r>
          </a:p>
          <a:p>
            <a:r>
              <a:t>行過死蔭的山谷</a:t>
            </a:r>
          </a:p>
          <a:p>
            <a:r>
              <a:t>也不驚災害</a:t>
            </a:r>
          </a:p>
          <a:p>
            <a:r>
              <a:t>嘿嘿喲 嘿嘿喲</a:t>
            </a:r>
          </a:p>
          <a:p>
            <a:r>
              <a:t>主祢與我同在</a:t>
            </a:r>
          </a:p>
          <a:p>
            <a:r>
              <a:t>祢的槌和祢的柺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耶和華是我牧者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時常來安慰我</a:t>
            </a:r>
          </a:p>
          <a:p>
            <a:r>
              <a:t>嘿嘿喲 嘿嘿喲</a:t>
            </a:r>
          </a:p>
          <a:p>
            <a:r>
              <a:t>祢慈愛跟隨我</a:t>
            </a:r>
          </a:p>
          <a:p>
            <a:r>
              <a:t>我要居起祢的厝</a:t>
            </a:r>
          </a:p>
          <a:p>
            <a:r>
              <a:t>直到永永遠遠</a:t>
            </a:r>
          </a:p>
          <a:p>
            <a:r>
              <a:t>我要居起祢的厝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耶和華是我牧者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直到永永遠遠</a:t>
            </a:r>
          </a:p>
          <a:p>
            <a:r>
              <a:t>直到永永遠遠</a:t>
            </a:r>
          </a:p>
          <a:p>
            <a:r>
              <a:t>直到永永遠遠</a:t>
            </a:r>
          </a:p>
          <a:p>
            <a:r>
              <a:t>到永遠 到永遠</a:t>
            </a:r>
          </a:p>
          <a:p>
            <a:r>
              <a:t>在祢的厝到永遠</a:t>
            </a:r>
          </a:p>
          <a:p>
            <a:r>
              <a:t>我要居起祢的厝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耶和華是我牧者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直到永永遠遠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00FFFF"/>
                </a:solidFill>
              </a:rPr>
              <a:t>經文
羅馬書 4:1~12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6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00FFFF"/>
                </a:solidFill>
              </a:rPr>
              <a:t>羅馬書 4:1~12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4800" y="685800"/>
            <a:ext cx="11582400" cy="59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>
                <a:solidFill>
                  <a:srgbClr val="FFFFFF"/>
                </a:solidFill>
              </a:rPr>
              <a:t>1.如此說來，我們的祖宗亞伯拉罕憑着肉體得了甚麼呢？</a:t>
            </a:r>
          </a:p>
          <a:p>
            <a:r>
              <a:rPr sz="2400">
                <a:solidFill>
                  <a:srgbClr val="FFFFFF"/>
                </a:solidFill>
              </a:rPr>
              <a:t>2.倘若亞伯拉罕是因行為稱義，就有可誇的；只是在神面前並無可誇。</a:t>
            </a:r>
          </a:p>
          <a:p>
            <a:r>
              <a:rPr sz="2400">
                <a:solidFill>
                  <a:srgbClr val="FFFFFF"/>
                </a:solidFill>
              </a:rPr>
              <a:t>3.經上說甚麼呢？說：「亞伯拉罕信神，這就算為他的義。」</a:t>
            </a:r>
          </a:p>
          <a:p>
            <a:r>
              <a:rPr sz="2400">
                <a:solidFill>
                  <a:srgbClr val="FFFFFF"/>
                </a:solidFill>
              </a:rPr>
              <a:t>4.作工的得工價，不算恩典，乃是該得的；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6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00FFFF"/>
                </a:solidFill>
              </a:rPr>
              <a:t>羅馬書 4:1~12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4800" y="685800"/>
            <a:ext cx="11582400" cy="59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>
                <a:solidFill>
                  <a:srgbClr val="FFFFFF"/>
                </a:solidFill>
              </a:rPr>
              <a:t>5.惟有不作工的，只信稱罪人為義的神，他的信就算為義。</a:t>
            </a:r>
          </a:p>
          <a:p>
            <a:r>
              <a:rPr sz="2400">
                <a:solidFill>
                  <a:srgbClr val="FFFFFF"/>
                </a:solidFill>
              </a:rPr>
              <a:t>6.正如大衛稱那在行為以外蒙神算為義的人是有福的。</a:t>
            </a:r>
          </a:p>
          <a:p>
            <a:r>
              <a:rPr sz="2400">
                <a:solidFill>
                  <a:srgbClr val="FFFFFF"/>
                </a:solidFill>
              </a:rPr>
              <a:t>7.他說：得赦免其過、遮蓋其罪的，這人是有福的。</a:t>
            </a:r>
          </a:p>
          <a:p>
            <a:r>
              <a:rPr sz="2400">
                <a:solidFill>
                  <a:srgbClr val="FFFFFF"/>
                </a:solidFill>
              </a:rPr>
              <a:t>8.主不算為有罪的，這人是有福的。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6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00FFFF"/>
                </a:solidFill>
              </a:rPr>
              <a:t>羅馬書 4:1~12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4800" y="685800"/>
            <a:ext cx="11582400" cy="59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>
                <a:solidFill>
                  <a:srgbClr val="FFFFFF"/>
                </a:solidFill>
              </a:rPr>
              <a:t>9.如此看來，這福是單加給那受割禮的人嗎？不也是加給那未受割禮的人嗎？因我們所說，亞伯拉罕的信，就算為他的義，</a:t>
            </a:r>
          </a:p>
          <a:p>
            <a:r>
              <a:rPr sz="2400">
                <a:solidFill>
                  <a:srgbClr val="FFFFFF"/>
                </a:solidFill>
              </a:rPr>
              <a:t>10.是怎麼算的呢？是在他受割禮的時候呢？是在他未受割禮的時候呢？不是在受割禮的時候，乃是在未受割禮的時候。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6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00FFFF"/>
                </a:solidFill>
              </a:rPr>
              <a:t>羅馬書 4:1~12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4800" y="685800"/>
            <a:ext cx="11582400" cy="59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>
                <a:solidFill>
                  <a:srgbClr val="FFFFFF"/>
                </a:solidFill>
              </a:rPr>
              <a:t>11.並且他受了割禮的記號，作他未受割禮的時候因信稱義的印證，叫他作一切未受割禮而信之人的父，使他們也算為義；</a:t>
            </a:r>
          </a:p>
          <a:p>
            <a:r>
              <a:rPr sz="2400">
                <a:solidFill>
                  <a:srgbClr val="FFFFFF"/>
                </a:solidFill>
              </a:rPr>
              <a:t>12.又作受割禮之人的父，就是那些不但受割禮，並且按我們的祖宗亞伯拉罕未受割禮而信之蹤跡去行的人。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今日信息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亞伯拉罕 因信而被稱為義   陳信銘牧師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今日信息</a:t>
            </a:r>
          </a:p>
          <a:p>
            <a:r>
              <a:t>一. 亞伯拉罕因信稱義：</a:t>
            </a:r>
          </a:p>
          <a:p>
            <a:r>
              <a:t>1. 倘若亞伯拉罕是因行為稱義，就有可誇的</a:t>
            </a:r>
          </a:p>
          <a:p>
            <a:r>
              <a:t>2. 做工的得工價，不算恩典，乃是該得的</a:t>
            </a:r>
          </a:p>
          <a:p>
            <a:r>
              <a:t>3. 惟有不做工的，只信稱罪人為義的 神就算為義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今日信息</a:t>
            </a:r>
          </a:p>
          <a:p>
            <a:r>
              <a:t>二. 大衛在詩篇 32 篇的論述：</a:t>
            </a:r>
          </a:p>
          <a:p>
            <a:r>
              <a:t>1. 得赦免其過、遮蓋其罪的，這人是有福的</a:t>
            </a:r>
          </a:p>
          <a:p>
            <a:r>
              <a:t>2. 主不算為有罪的，這人是有福的</a:t>
            </a:r>
          </a:p>
          <a:p>
            <a:r>
              <a:t>3. 這福是加給受割禮的人及未受割禮的人，沒有分別！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今日信息</a:t>
            </a:r>
          </a:p>
          <a:p>
            <a:r>
              <a:t>三. 亞伯拉罕是因信稱義之人的父：</a:t>
            </a:r>
          </a:p>
          <a:p>
            <a:r>
              <a:t>1. 亞伯拉罕因信稱義是在未受割禮的時候</a:t>
            </a:r>
          </a:p>
          <a:p>
            <a:r>
              <a:t>2. 割禮是未受割禮時候因信稱義的印證（記號）</a:t>
            </a:r>
          </a:p>
          <a:p>
            <a:r>
              <a:t>3. 亞伯拉罕是未受割禮而信之人的父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4">
            <a:extLst>
              <a:ext uri="{FF2B5EF4-FFF2-40B4-BE49-F238E27FC236}">
                <a16:creationId xmlns:a16="http://schemas.microsoft.com/office/drawing/2014/main" id="{8A8D6196-5E81-8E8D-7EDF-D36056025A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464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：福音鐘聲在大鳴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(1/3)</a:t>
            </a:r>
          </a:p>
        </p:txBody>
      </p:sp>
      <p:sp>
        <p:nvSpPr>
          <p:cNvPr id="3075" name="Rectangle 5">
            <a:extLst>
              <a:ext uri="{FF2B5EF4-FFF2-40B4-BE49-F238E27FC236}">
                <a16:creationId xmlns:a16="http://schemas.microsoft.com/office/drawing/2014/main" id="{BD27BE00-9261-5EDB-4A72-5C916FD118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福音鐘聲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在</a:t>
            </a:r>
            <a:r>
              <a:rPr lang="zh-TW" altLang="en-US" sz="1800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大</a:t>
            </a:r>
            <a:r>
              <a:rPr lang="zh-TW" altLang="en-US" sz="1800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鳴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(the tōa tân)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傳到眾海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與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(kap)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眾山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報傳得救歡喜消息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白白賞賜你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與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(kap)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139F01D0-FC8F-18C2-FCA9-F495F75233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464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：福音鐘聲在大鳴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(1/3)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BF9FA4D8-0BF7-AB87-B5FD-F1842AF438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上帝將獨生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子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(kiáⁿ)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賞賜世間萬萬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人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(lâng)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信靠救主無論是誰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能得永遠活穩當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0D3FBDAD-E4B2-BBC2-DC68-D92082E13B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464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：福音鐘聲在大鳴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(1/3)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19A47278-0C43-E12F-0413-25C514E638E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福音鐘 時時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鳴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(tân)</a:t>
            </a:r>
            <a:r>
              <a:rPr lang="en-US" altLang="zh-TW">
                <a:latin typeface="Arial" panose="020B0604020202020204" pitchFamily="34" charset="0"/>
                <a:ea typeface="標楷體" panose="03000509000000000000" pitchFamily="49" charset="-120"/>
              </a:rPr>
              <a:t>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傳到眾海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與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(kap)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眾山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福音鐘 直直鳴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報福氣給你與我。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4">
            <a:extLst>
              <a:ext uri="{FF2B5EF4-FFF2-40B4-BE49-F238E27FC236}">
                <a16:creationId xmlns:a16="http://schemas.microsoft.com/office/drawing/2014/main" id="{9DD6B42C-88DA-2AC3-98A8-2123A9621C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464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：福音鐘聲在大鳴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(2/3)</a:t>
            </a:r>
          </a:p>
        </p:txBody>
      </p:sp>
      <p:sp>
        <p:nvSpPr>
          <p:cNvPr id="6147" name="Rectangle 5">
            <a:extLst>
              <a:ext uri="{FF2B5EF4-FFF2-40B4-BE49-F238E27FC236}">
                <a16:creationId xmlns:a16="http://schemas.microsoft.com/office/drawing/2014/main" id="{46DD8998-4E2F-68FC-65D6-CC34D1AE08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福音鐘聲有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在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(teh)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請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咱人應該來就近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勿得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推辭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(the-sî)</a:t>
            </a:r>
          </a:p>
          <a:p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            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主的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筵席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(iân-sia̍h)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勿得看輕主的恩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06E1BD76-5762-4C8B-B14C-BE00141BF6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464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：福音鐘聲在大鳴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(2/3)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87BE0EB5-BF59-A9CA-201E-2D2F336A58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我是活命的餅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養飼心神的欠缺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罪過色緻親像朱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紅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(âng)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我能洗到白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若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(ná)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雪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6B63829B-BA6B-2879-70E7-8D6C10EDCD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464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：福音鐘聲在大鳴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(2/3)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E90979D6-BDD3-CBFB-B9CC-7DA252EFAE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福音鐘 時時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鳴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(tân)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傳到眾海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與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(kap)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眾山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福音鐘 直直鳴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報福氣給你與我。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4">
            <a:extLst>
              <a:ext uri="{FF2B5EF4-FFF2-40B4-BE49-F238E27FC236}">
                <a16:creationId xmlns:a16="http://schemas.microsoft.com/office/drawing/2014/main" id="{A17324B5-1246-BA14-D6EB-9521E91064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464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：福音鐘聲在大鳴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(3/3)</a:t>
            </a:r>
          </a:p>
        </p:txBody>
      </p:sp>
      <p:sp>
        <p:nvSpPr>
          <p:cNvPr id="9219" name="Rectangle 5">
            <a:extLst>
              <a:ext uri="{FF2B5EF4-FFF2-40B4-BE49-F238E27FC236}">
                <a16:creationId xmlns:a16="http://schemas.microsoft.com/office/drawing/2014/main" id="{6B69ED17-55A8-6924-B827-26D8157D551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福音鐘聲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尚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(iáu)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在鳴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應該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謹慎</a:t>
            </a:r>
            <a:r>
              <a:rPr lang="zh-TW" altLang="en-US" sz="1800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細膩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(kín-sīn sòe-jī)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聽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若無反悔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尚</a:t>
            </a:r>
            <a:r>
              <a:rPr lang="zh-TW" altLang="en-US" sz="1800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在</a:t>
            </a:r>
            <a:r>
              <a:rPr lang="zh-TW" altLang="en-US" sz="1800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延緩</a:t>
            </a:r>
            <a:endParaRPr lang="nl-NL" altLang="zh-TW" u="sng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>
              <a:lnSpc>
                <a:spcPts val="4000"/>
              </a:lnSpc>
              <a:spcBef>
                <a:spcPct val="0"/>
              </a:spcBef>
            </a:pPr>
            <a:r>
              <a:rPr lang="nl-NL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                                    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(iáu the iân-chhiân)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穩當遇着大驚惶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2C2CE22A-9E5A-5953-B62B-C7812F1991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464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：福音鐘聲在大鳴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(3/3)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820B8C65-C8BD-4BE5-1011-479828E5E0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逃走保全性命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勿得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息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(hio̍h)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在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此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(thit)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所在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勿得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越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(oa̍t)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頭勿得看後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驚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了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(liáu)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遇着大災害。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348B7343-845E-D396-A732-C490456B65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464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：福音鐘聲在大鳴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(3/3)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51E25B34-7825-A108-6CAB-13DB1E84D6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福音鐘 時時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鳴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tân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 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傳到眾海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與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kap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眾山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福音鐘 直直鳴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報福氣給你與我。</a:t>
            </a:r>
            <a:b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</a:b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阿們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Title 1">
            <a:extLst>
              <a:ext uri="{FF2B5EF4-FFF2-40B4-BE49-F238E27FC236}">
                <a16:creationId xmlns:a16="http://schemas.microsoft.com/office/drawing/2014/main" id="{9AEEC10F-9350-4F5B-8F6C-112079D085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solidFill>
                  <a:srgbClr val="00FFFF"/>
                </a:solidFill>
              </a:rPr>
              <a:t>奉獻</a:t>
            </a:r>
            <a:endParaRPr lang="zh-TW" altLang="en-US"/>
          </a:p>
        </p:txBody>
      </p:sp>
      <p:sp>
        <p:nvSpPr>
          <p:cNvPr id="108547" name="Content Placeholder 2">
            <a:extLst>
              <a:ext uri="{FF2B5EF4-FFF2-40B4-BE49-F238E27FC236}">
                <a16:creationId xmlns:a16="http://schemas.microsoft.com/office/drawing/2014/main" id="{4B8C926E-5155-4788-9D42-4F33E1FE18C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TW" altLang="en-US" dirty="0"/>
              <a:t>各人要隨本心所酌定的</a:t>
            </a:r>
            <a:r>
              <a:rPr lang="en-US" altLang="zh-TW" dirty="0"/>
              <a:t>,</a:t>
            </a:r>
          </a:p>
          <a:p>
            <a:pPr eaLnBrk="1" hangingPunct="1"/>
            <a:r>
              <a:rPr lang="zh-TW" altLang="en-US" dirty="0"/>
              <a:t>不要作難</a:t>
            </a:r>
            <a:r>
              <a:rPr lang="en-US" altLang="zh-TW" dirty="0"/>
              <a:t>,</a:t>
            </a:r>
            <a:r>
              <a:rPr lang="zh-TW" altLang="en-US" dirty="0"/>
              <a:t>不要勉強</a:t>
            </a:r>
            <a:r>
              <a:rPr lang="en-US" altLang="zh-TW" dirty="0"/>
              <a:t>,</a:t>
            </a:r>
          </a:p>
          <a:p>
            <a:pPr eaLnBrk="1" hangingPunct="1"/>
            <a:r>
              <a:rPr lang="zh-TW" altLang="en-US" dirty="0"/>
              <a:t>因為捐得樂意的人</a:t>
            </a:r>
            <a:r>
              <a:rPr lang="en-US" altLang="zh-TW" dirty="0"/>
              <a:t>,</a:t>
            </a:r>
          </a:p>
          <a:p>
            <a:pPr eaLnBrk="1" hangingPunct="1"/>
            <a:r>
              <a:rPr lang="zh-TW" altLang="en-US" dirty="0"/>
              <a:t>是上帝所歡喜的</a:t>
            </a:r>
            <a:r>
              <a:rPr lang="en-US" altLang="zh-TW" dirty="0"/>
              <a:t>.</a:t>
            </a:r>
            <a:endParaRPr lang="zh-TW" altLang="en-US" dirty="0"/>
          </a:p>
          <a:p>
            <a:pPr eaLnBrk="1" hangingPunct="1"/>
            <a:r>
              <a:rPr lang="zh-TW" altLang="en-US" dirty="0"/>
              <a:t>              </a:t>
            </a:r>
            <a:r>
              <a:rPr lang="zh-TW" altLang="en-US" sz="4000" dirty="0"/>
              <a:t>林後</a:t>
            </a:r>
            <a:r>
              <a:rPr lang="en-US" altLang="zh-TW" sz="4000" dirty="0"/>
              <a:t>9:7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Title 1">
            <a:extLst>
              <a:ext uri="{FF2B5EF4-FFF2-40B4-BE49-F238E27FC236}">
                <a16:creationId xmlns:a16="http://schemas.microsoft.com/office/drawing/2014/main" id="{74F9AA72-327A-4A57-ABA9-6ADFCCD831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奉獻詩</a:t>
            </a:r>
            <a:r>
              <a:rPr lang="en-US" altLang="zh-TW"/>
              <a:t>: </a:t>
            </a:r>
            <a:r>
              <a:rPr lang="zh-TW" altLang="en-US"/>
              <a:t>我的生命獻給祢</a:t>
            </a:r>
          </a:p>
        </p:txBody>
      </p:sp>
      <p:sp>
        <p:nvSpPr>
          <p:cNvPr id="110595" name="Content Placeholder 2">
            <a:extLst>
              <a:ext uri="{FF2B5EF4-FFF2-40B4-BE49-F238E27FC236}">
                <a16:creationId xmlns:a16="http://schemas.microsoft.com/office/drawing/2014/main" id="{D9B4988B-D077-4EB1-B961-532D3CAC79D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我的錢銀獻給祢</a:t>
            </a:r>
            <a:endParaRPr lang="en-US" altLang="zh-TW" dirty="0"/>
          </a:p>
          <a:p>
            <a:r>
              <a:rPr lang="zh-TW" altLang="en-US" dirty="0"/>
              <a:t>用出攏趁祢旨意</a:t>
            </a:r>
          </a:p>
          <a:p>
            <a:r>
              <a:rPr lang="zh-TW" altLang="en-US" dirty="0"/>
              <a:t>我的才情祢賞賜</a:t>
            </a:r>
          </a:p>
          <a:p>
            <a:r>
              <a:rPr lang="zh-TW" altLang="en-US" dirty="0"/>
              <a:t>甘願還祢做器具</a:t>
            </a:r>
          </a:p>
          <a:p>
            <a:r>
              <a:rPr lang="zh-TW" altLang="en-US" dirty="0"/>
              <a:t>阿們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Text Box 2">
            <a:extLst>
              <a:ext uri="{FF2B5EF4-FFF2-40B4-BE49-F238E27FC236}">
                <a16:creationId xmlns:a16="http://schemas.microsoft.com/office/drawing/2014/main" id="{9DDF1A1A-81C7-4EDF-AFAF-8CCDF2D3A6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9150" y="2492375"/>
            <a:ext cx="5040313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6000" b="1" i="0" u="sng" strike="noStrike" kern="1200" cap="none" spc="0" normalizeH="0" baseline="0" noProof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報告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全教會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1. 主日早晨停車: 1）台語部兄姊請使用教會停車場入口 一排，及靠辦公室兩排車位，也請將花圃兩邊第一個 位置預留給殘障車位之需要；2）並提醒兄姊放置停車 證及電話號碼；3）主日崇拜中請勿要求移車（英語部 崇拜時間 1:30-2:30）；4) 先到車輛請儘量向裡面停， 以利後來車輛停放 。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全教會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2. 維修同工招募：設備組徵求有願意一起修繕美化教會 的弟兄姐妹 有心服事者請向郭景光長老或是潘堅執事 , 報名。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台語部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1. 主日學---今天11:30在交誼廳, 陳牧師帶領新的課程： 「啓示錄」, 歡迎大家參加。線上: https://zoom.us/j/99429704298, 會號 994 2970 4298, 密碼 626954; 電話 646-558-8656。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台語部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2. 團契組和社青聯合舉辦春季郊遊賞櫻花，今天午餐後 1:30 出發，自己先找人搭載，並自備點心和飲料， 2:00 在公園 Fort Totten park 會合，結束後有自助餐 安排，有意參加者可以自由前往共進晚餐。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台語部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3. 事工研討會---因為今天的郊遊改為下周 4/26舉行。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台語部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4. 週三線上禱告---邀請您參加 4/22晚上 8點禱告會, 所有 事工都需要禱告求上帝扶持祝福, zoom 連結如同主日學。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台語部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5. 長島分區聚會---本週五 (24) 6:30pm在文鈴兄/慧苓姐 家舉行, 備有簡便晚餐, 歡迎兄姐大家一起來參加。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台語部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6. 愛餐服事---欲參與服事者, 請與鶴齡執事登記。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台語部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7. 請為教會守望代禱---中文學校, 兒童事工, 兄弟姐妹的健 康, 家人信主, 年輕會友立業成家, 紐約治安, 國際關係。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Title 1">
            <a:extLst>
              <a:ext uri="{FF2B5EF4-FFF2-40B4-BE49-F238E27FC236}">
                <a16:creationId xmlns:a16="http://schemas.microsoft.com/office/drawing/2014/main" id="{CEE98263-CE9D-4E50-A197-BB62D53C8D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頌榮</a:t>
            </a:r>
            <a:r>
              <a:rPr lang="en-US" altLang="zh-TW"/>
              <a:t>: </a:t>
            </a:r>
            <a:r>
              <a:rPr lang="zh-TW" altLang="en-US"/>
              <a:t>榮光歸聖父上帝</a:t>
            </a:r>
          </a:p>
        </p:txBody>
      </p:sp>
      <p:sp>
        <p:nvSpPr>
          <p:cNvPr id="137219" name="Content Placeholder 2">
            <a:extLst>
              <a:ext uri="{FF2B5EF4-FFF2-40B4-BE49-F238E27FC236}">
                <a16:creationId xmlns:a16="http://schemas.microsoft.com/office/drawing/2014/main" id="{3E0AEBB3-72FC-42E8-980C-AE3540AA985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524000" y="990600"/>
            <a:ext cx="9144000" cy="5257800"/>
          </a:xfrm>
        </p:spPr>
        <p:txBody>
          <a:bodyPr/>
          <a:lstStyle/>
          <a:p>
            <a:r>
              <a:rPr lang="zh-TW" altLang="en-US" dirty="0"/>
              <a:t>榮光歸聖父上帝</a:t>
            </a:r>
          </a:p>
          <a:p>
            <a:r>
              <a:rPr lang="zh-TW" altLang="en-US" dirty="0"/>
              <a:t>榮光聖子聖神三位一體</a:t>
            </a:r>
          </a:p>
          <a:p>
            <a:r>
              <a:rPr lang="zh-TW" altLang="en-US" dirty="0"/>
              <a:t>昔在的 現在在的</a:t>
            </a:r>
          </a:p>
          <a:p>
            <a:r>
              <a:rPr lang="zh-TW" altLang="en-US" dirty="0"/>
              <a:t>將來亦永遠在的</a:t>
            </a:r>
          </a:p>
          <a:p>
            <a:r>
              <a:rPr lang="zh-TW" altLang="en-US" dirty="0"/>
              <a:t>無窮無盡</a:t>
            </a:r>
          </a:p>
          <a:p>
            <a:r>
              <a:rPr lang="zh-TW" altLang="en-US" dirty="0"/>
              <a:t>阿們阿們</a:t>
            </a:r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3">
            <a:extLst>
              <a:ext uri="{FF2B5EF4-FFF2-40B4-BE49-F238E27FC236}">
                <a16:creationId xmlns:a16="http://schemas.microsoft.com/office/drawing/2014/main" id="{8E6BBC15-D05D-4E1D-9340-7701D0688B8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063750" y="2636838"/>
            <a:ext cx="8291513" cy="820737"/>
          </a:xfrm>
        </p:spPr>
        <p:txBody>
          <a:bodyPr/>
          <a:lstStyle/>
          <a:p>
            <a:pPr algn="ctr" eaLnBrk="1" hangingPunct="1">
              <a:lnSpc>
                <a:spcPct val="90000"/>
              </a:lnSpc>
              <a:buFontTx/>
              <a:buNone/>
            </a:pPr>
            <a:r>
              <a:rPr lang="zh-TW" altLang="en-US" sz="6600" b="1">
                <a:solidFill>
                  <a:srgbClr val="00FFFF"/>
                </a:solidFill>
                <a:ea typeface="標楷體" panose="03000509000000000000" pitchFamily="65" charset="-120"/>
              </a:rPr>
              <a:t>祝  禱</a:t>
            </a:r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DF52F9A4-8D15-4012-8CCD-0B3FB09651F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524000" y="274638"/>
            <a:ext cx="8229600" cy="1143000"/>
          </a:xfrm>
        </p:spPr>
        <p:txBody>
          <a:bodyPr/>
          <a:lstStyle/>
          <a:p>
            <a:pPr eaLnBrk="1" hangingPunct="1"/>
            <a:br>
              <a:rPr lang="en-US" altLang="zh-TW" sz="6600">
                <a:solidFill>
                  <a:srgbClr val="FFFF66"/>
                </a:solidFill>
                <a:ea typeface="新細明體" panose="02020500000000000000" pitchFamily="18" charset="-120"/>
              </a:rPr>
            </a:br>
            <a:endParaRPr lang="zh-TW" altLang="en-US" sz="6600">
              <a:solidFill>
                <a:srgbClr val="FFFF66"/>
              </a:solidFill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3">
            <a:extLst>
              <a:ext uri="{FF2B5EF4-FFF2-40B4-BE49-F238E27FC236}">
                <a16:creationId xmlns:a16="http://schemas.microsoft.com/office/drawing/2014/main" id="{B3E03521-A56A-4968-A142-2406998CD57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063750" y="2636838"/>
            <a:ext cx="8291513" cy="820737"/>
          </a:xfrm>
        </p:spPr>
        <p:txBody>
          <a:bodyPr/>
          <a:lstStyle/>
          <a:p>
            <a:pPr algn="ctr" eaLnBrk="1" hangingPunct="1">
              <a:lnSpc>
                <a:spcPct val="90000"/>
              </a:lnSpc>
              <a:buFontTx/>
              <a:buNone/>
            </a:pPr>
            <a:r>
              <a:rPr lang="zh-TW" altLang="en-US" sz="6600" b="1">
                <a:solidFill>
                  <a:srgbClr val="00FF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默 禱</a:t>
            </a:r>
            <a:r>
              <a:rPr lang="en-US" altLang="zh-TW" sz="6600" b="1">
                <a:solidFill>
                  <a:srgbClr val="00FF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lang="zh-TW" altLang="en-US" sz="6600" b="1">
                <a:solidFill>
                  <a:srgbClr val="00FF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散 會</a:t>
            </a:r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D1E95CF2-C5F4-4B2A-8643-D05C1D07C5D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524000" y="274638"/>
            <a:ext cx="8229600" cy="1143000"/>
          </a:xfrm>
        </p:spPr>
        <p:txBody>
          <a:bodyPr/>
          <a:lstStyle/>
          <a:p>
            <a:pPr eaLnBrk="1" hangingPunct="1"/>
            <a:br>
              <a:rPr lang="en-US" altLang="zh-TW" sz="6600">
                <a:solidFill>
                  <a:srgbClr val="FFFF66"/>
                </a:solidFill>
                <a:ea typeface="新細明體" panose="02020500000000000000" pitchFamily="18" charset="-120"/>
              </a:rPr>
            </a:br>
            <a:endParaRPr lang="zh-TW" altLang="en-US" sz="6600">
              <a:solidFill>
                <a:srgbClr val="FFFF66"/>
              </a:solidFill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3">
            <a:extLst>
              <a:ext uri="{FF2B5EF4-FFF2-40B4-BE49-F238E27FC236}">
                <a16:creationId xmlns:a16="http://schemas.microsoft.com/office/drawing/2014/main" id="{0F71E80E-17E1-4989-8F8D-81DCAFC728A5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001838" y="1828800"/>
            <a:ext cx="8291512" cy="2925763"/>
          </a:xfrm>
        </p:spPr>
        <p:txBody>
          <a:bodyPr/>
          <a:lstStyle/>
          <a:p>
            <a:pPr marL="0" indent="0" algn="ctr" eaLnBrk="1" hangingPunct="1">
              <a:buFontTx/>
              <a:buNone/>
              <a:defRPr/>
            </a:pPr>
            <a:endParaRPr lang="en-US" altLang="zh-TW" sz="4800" b="1" kern="1200" dirty="0">
              <a:solidFill>
                <a:prstClr val="white"/>
              </a:solidFill>
              <a:latin typeface="標楷體" panose="02010601000101010101" pitchFamily="2" charset="-120"/>
              <a:ea typeface="標楷體" panose="02010601000101010101" pitchFamily="2" charset="-120"/>
              <a:cs typeface="+mn-cs"/>
            </a:endParaRPr>
          </a:p>
          <a:p>
            <a:pPr marL="0" indent="0" algn="ctr" eaLnBrk="1" hangingPunct="1">
              <a:buFontTx/>
              <a:buNone/>
              <a:defRPr/>
            </a:pPr>
            <a:r>
              <a:rPr lang="zh-TW" altLang="en-US" b="1" kern="1200" dirty="0">
                <a:solidFill>
                  <a:prstClr val="white"/>
                </a:solidFill>
                <a:latin typeface="標楷體" panose="02010601000101010101" pitchFamily="2" charset="-120"/>
                <a:ea typeface="標楷體" panose="02010601000101010101" pitchFamily="2" charset="-120"/>
                <a:cs typeface="+mn-cs"/>
              </a:rPr>
              <a:t>今天的講台信息，請參閱</a:t>
            </a:r>
            <a:endParaRPr lang="en-US" altLang="zh-TW" b="1" kern="1200" dirty="0">
              <a:solidFill>
                <a:prstClr val="white"/>
              </a:solidFill>
              <a:latin typeface="標楷體" panose="02010601000101010101" pitchFamily="2" charset="-120"/>
              <a:ea typeface="標楷體" panose="02010601000101010101" pitchFamily="2" charset="-120"/>
              <a:cs typeface="+mn-cs"/>
            </a:endParaRPr>
          </a:p>
          <a:p>
            <a:pPr marL="0" indent="0" algn="ctr" eaLnBrk="1" hangingPunct="1">
              <a:buFontTx/>
              <a:buNone/>
              <a:defRPr/>
            </a:pPr>
            <a:r>
              <a:rPr lang="en-US" altLang="zh-TW" sz="7200" b="1" kern="1200" dirty="0">
                <a:solidFill>
                  <a:srgbClr val="FFFF00"/>
                </a:solidFill>
                <a:latin typeface="標楷體" panose="02010601000101010101" pitchFamily="2" charset="-120"/>
                <a:ea typeface="標楷體" panose="02010601000101010101" pitchFamily="2" charset="-120"/>
                <a:cs typeface="+mn-cs"/>
              </a:rPr>
              <a:t>rcnewtown.org</a:t>
            </a:r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6041E1B6-C294-4A3C-81B7-67B018D99EE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524000" y="274638"/>
            <a:ext cx="8229600" cy="1143000"/>
          </a:xfrm>
        </p:spPr>
        <p:txBody>
          <a:bodyPr/>
          <a:lstStyle/>
          <a:p>
            <a:pPr eaLnBrk="1" hangingPunct="1"/>
            <a:br>
              <a:rPr lang="en-US" altLang="zh-TW" sz="6600">
                <a:solidFill>
                  <a:srgbClr val="FFFF66"/>
                </a:solidFill>
                <a:ea typeface="新細明體" panose="02020500000000000000" pitchFamily="18" charset="-120"/>
              </a:rPr>
            </a:br>
            <a:endParaRPr lang="zh-TW" altLang="en-US" sz="6600">
              <a:solidFill>
                <a:srgbClr val="FFFF66"/>
              </a:solidFill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4_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5_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6_Default Design">
  <a:themeElements>
    <a:clrScheme name="3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3_Default Design">
      <a:majorFont>
        <a:latin typeface="Arial"/>
        <a:ea typeface="新細明體"/>
        <a:cs typeface="新細明體"/>
      </a:majorFont>
      <a:minorFont>
        <a:latin typeface="Arial"/>
        <a:ea typeface="新細明體"/>
        <a:cs typeface="新細明體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3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7_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9_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BBSettings xmlns="http://schemas.bloomberg.com/settings/1.0">
  <Item name="DocumentId_Charts">{DCF20479-549D-4993-A38F-31964E0376EF}</Item>
  <Item xmlns="" name="ShapesMap_Charts">{"{DCF20479-549D-4993-A38F-31964E0376EF}":{"1807":{},"1838":{},"1866":{},"1870":{},"1882":{},"1883":{},"1884":{},"1901":{},"1902":{},"1903":{},"1904":{},"2066":{},"2239":{},"2240":{},"2241":{},"2242":{},"256":{},"257":{},"261":{},"262":{},"269":{},"270":{},"274":{},"275":{},"2756":{},"276":{},"279":{},"2862":{},"2897":{},"2898":{},"2899":{},"3267":{},"3378":{},"3518":{},"3520":{},"3532":{},"3561":{},"3563":{},"3592":{},"3593":{},"3594":{},"360":{},"3610":{},"3617":{},"3628":{},"3660":{},"3661":{},"3662":{},"3663":{},"3664":{},"3665":{},"3666":{},"3667":{},"3668":{},"3669":{},"3670":{},"3671":{},"3672":{},"3673":{},"3674":{},"3675":{},"3676":{},"3677":{},"3678":{},"3679":{},"3680":{},"3681":{},"3682":{},"3683":{},"3684":{},"492":{},"493":{},"547":{},"548":{},"549":{},"550":{},"551":{},"552":{},"553":{},"554":{},"639":{},"753":{},"761":{}}}</Item>
</BBSettings>
</file>

<file path=customXml/itemProps1.xml><?xml version="1.0" encoding="utf-8"?>
<ds:datastoreItem xmlns:ds="http://schemas.openxmlformats.org/officeDocument/2006/customXml" ds:itemID="{6627DAC7-5361-4925-9466-7770BFDFAA7D}">
  <ds:schemaRefs>
    <ds:schemaRef ds:uri="http://schemas.bloomberg.com/settings/1.0"/>
    <ds:schemaRef ds:uri="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6728</TotalTime>
  <Words>2616</Words>
  <Application>Microsoft Macintosh PowerPoint</Application>
  <PresentationFormat>Widescreen</PresentationFormat>
  <Paragraphs>334</Paragraphs>
  <Slides>74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7</vt:i4>
      </vt:variant>
      <vt:variant>
        <vt:lpstr>Slide Titles</vt:lpstr>
      </vt:variant>
      <vt:variant>
        <vt:i4>74</vt:i4>
      </vt:variant>
    </vt:vector>
  </HeadingPairs>
  <TitlesOfParts>
    <vt:vector size="87" baseType="lpstr">
      <vt:lpstr>標楷體</vt:lpstr>
      <vt:lpstr>標楷體</vt:lpstr>
      <vt:lpstr>新細明體</vt:lpstr>
      <vt:lpstr>Arial</vt:lpstr>
      <vt:lpstr>Calibri</vt:lpstr>
      <vt:lpstr>Times New Roman</vt:lpstr>
      <vt:lpstr>Default Design</vt:lpstr>
      <vt:lpstr>4_Default Design</vt:lpstr>
      <vt:lpstr>2_Default Design</vt:lpstr>
      <vt:lpstr>5_Default Design</vt:lpstr>
      <vt:lpstr>6_Default Design</vt:lpstr>
      <vt:lpstr>7_Default Design</vt:lpstr>
      <vt:lpstr>9_Default Design</vt:lpstr>
      <vt:lpstr>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454:我讚美天父(1/3)</vt:lpstr>
      <vt:lpstr>454:我讚美天父(1/3)</vt:lpstr>
      <vt:lpstr>454:我讚美天父(2/3)</vt:lpstr>
      <vt:lpstr>454:我讚美天父(2/3)</vt:lpstr>
      <vt:lpstr>454:我讚美天父(3/3)</vt:lpstr>
      <vt:lpstr>454:我讚美天父(3/3)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啟應文29: 詩篇146</vt:lpstr>
      <vt:lpstr>啟應文29: 詩篇146</vt:lpstr>
      <vt:lpstr>啟應文29: 詩篇146</vt:lpstr>
      <vt:lpstr>啟應文29: 詩篇146</vt:lpstr>
      <vt:lpstr>啟應文29: 詩篇146</vt:lpstr>
      <vt:lpstr>啟應文29: 詩篇146</vt:lpstr>
      <vt:lpstr>啟應文29: 詩篇146</vt:lpstr>
      <vt:lpstr>PowerPoint Presentation</vt:lpstr>
      <vt:lpstr>PowerPoint Presentation</vt:lpstr>
      <vt:lpstr>耶穌 耶穌</vt:lpstr>
      <vt:lpstr>耶穌 耶穌</vt:lpstr>
      <vt:lpstr>耶穌 耶穌</vt:lpstr>
      <vt:lpstr>耶穌 耶穌</vt:lpstr>
      <vt:lpstr>耶穌 耶穌</vt:lpstr>
      <vt:lpstr>耶穌 耶穌</vt:lpstr>
      <vt:lpstr>PowerPoint Presentation</vt:lpstr>
      <vt:lpstr>經文  尼希米記 13:15~22                                           (舊約第614頁)</vt:lpstr>
      <vt:lpstr>尼希米記 13:15~22 </vt:lpstr>
      <vt:lpstr>尼希米記 13:15~22 </vt:lpstr>
      <vt:lpstr>尼希米記 13:15~22 </vt:lpstr>
      <vt:lpstr>尼希米記 13:15~22 </vt:lpstr>
      <vt:lpstr>尼希米記 13:15~22 </vt:lpstr>
      <vt:lpstr>  今日信息  </vt:lpstr>
      <vt:lpstr>PowerPoint Presentation</vt:lpstr>
      <vt:lpstr>PowerPoint Presentation</vt:lpstr>
      <vt:lpstr>PowerPoint Presentation</vt:lpstr>
      <vt:lpstr>PowerPoint Presentation</vt:lpstr>
      <vt:lpstr>211:上帝設立安息聖日 (1/4)</vt:lpstr>
      <vt:lpstr>211:上帝設立安息聖日 (1/4)</vt:lpstr>
      <vt:lpstr>211:上帝設立安息聖日 (2/4)</vt:lpstr>
      <vt:lpstr>211:上帝設立安息聖日 (2/4)</vt:lpstr>
      <vt:lpstr>211:上帝設立安息聖日 (3/4)</vt:lpstr>
      <vt:lpstr>211:上帝設立安息聖日 (3/4)</vt:lpstr>
      <vt:lpstr>211:上帝設立安息聖日 (4/4)</vt:lpstr>
      <vt:lpstr>211:上帝設立安息聖日 (4/4)</vt:lpstr>
      <vt:lpstr>211:上帝設立安息聖日 (4/4)</vt:lpstr>
      <vt:lpstr>PowerPoint Presentation</vt:lpstr>
      <vt:lpstr>奉獻</vt:lpstr>
      <vt:lpstr>奉獻詩: 我的生命獻給祢</vt:lpstr>
      <vt:lpstr>PowerPoint Presentation</vt:lpstr>
      <vt:lpstr>PowerPoint Presentation</vt:lpstr>
      <vt:lpstr>  報告： 全教會</vt:lpstr>
      <vt:lpstr>  報告： 全教會</vt:lpstr>
      <vt:lpstr>報告： 台語部</vt:lpstr>
      <vt:lpstr>報告： 台語部</vt:lpstr>
      <vt:lpstr>報告： 台語部</vt:lpstr>
      <vt:lpstr>報告： 台語部</vt:lpstr>
      <vt:lpstr>報告： 台語部</vt:lpstr>
      <vt:lpstr>PowerPoint Presentation</vt:lpstr>
      <vt:lpstr>頌榮: 榮光歸聖父上帝</vt:lpstr>
      <vt:lpstr> </vt:lpstr>
      <vt:lpstr> </vt:lpstr>
      <vt:lpstr>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</dc:title>
  <dc:creator>Julia Wu</dc:creator>
  <cp:lastModifiedBy>Joseph Chen</cp:lastModifiedBy>
  <cp:revision>551</cp:revision>
  <dcterms:created xsi:type="dcterms:W3CDTF">2020-10-09T17:40:37Z</dcterms:created>
  <dcterms:modified xsi:type="dcterms:W3CDTF">2026-04-11T03:11:14Z</dcterms:modified>
</cp:coreProperties>
</file>