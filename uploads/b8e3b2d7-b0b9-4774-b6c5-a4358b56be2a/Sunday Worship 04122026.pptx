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D0E996-28A4-86D7-5194-175C0D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B8F259-091A-43E7-2B9F-BE7C28CC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你當讚美耶和華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我一生要讚美耶和華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活的時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要唱歌讚美我的上帝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614B16-EA32-5FCD-5677-596438A4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29B294-F81E-3F06-53BE-00AEB049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恁勿得倚靠君王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勿得倚靠世間人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一點仔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boē-oē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他一下斷氣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就歸土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他所計劃的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在彼日就消滅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B3D82C-EA21-111E-1AB5-715787DA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96591A-7288-6041-D775-154057AC6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有雅各的上帝做他的幫助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盼望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ǹg-bāng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他的上帝耶和華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F8C4B1-CC2E-1B9D-1985-9084947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E94826-A58D-DB56-4742-45386FCC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祂是創造天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及其中的萬物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祂保守誠實到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祂為着受冤屈的人伸冤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食物給饑餓者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chia̍h-mi̍h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iau-gō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77F145-F43F-C11E-7F30-8D9A7BD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EDC02-171C-ACF0-DBB3-E7C52491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64008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耶和華釋放受關監者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睛盲人的目睭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mî-lâng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ba̍k-chiu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耶和華扶起受壓制的人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惜義人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9DD47E-5D8A-99B1-7F3C-DE2282DA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939D3CE-91CC-3CBA-3C35-27AA9FDD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耶和華保護出外人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扶持孤兒寡婦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的道路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khiau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CF2996-8C59-3B39-C656-A028360B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10A26-36BC-384C-DE70-B26F17AF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做王到永遠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錫安啊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做王到萬代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耶穌 耶穌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75D984D-0D95-4212-50F9-1ED07986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D603AFB-D97D-015A-0DEB-C6E610CC7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491465A-E4E6-6F60-BA97-21C22B7F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D4DA2A7-CA3C-D1B8-B6B2-84D085E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45CB51-AA00-1571-3808-DBAC8DE2D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21B2B5-7446-41EC-ACAB-3C1484ABE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3094858-A780-50D2-3D79-CF343D49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3E8ACF2-4446-F04B-001A-E6A485B39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BECDD58-6220-1398-23CC-5B09715A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671DF0-9080-6F29-78FB-8479ADA3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BE5B240-89EE-679C-7E73-D4EC7AD56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065F13-9580-00BF-CE93-03B484CE5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42D275-F5B7-7F54-E6EE-CAE389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5F912B-9AD9-5AEE-9CDC-1DBFE58E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2DFF058-3005-FB68-1B91-A09343010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FFFF"/>
                </a:solidFill>
                <a:latin typeface="標楷體"/>
              </a:rPr>
              <a:t>經文</a:t>
            </a:r>
            <a:r>
              <a:rPr sz="7200" b="1">
                <a:solidFill>
                  <a:srgbClr val="66FFFF"/>
                </a:solidFill>
                <a:latin typeface="DFKai-SB"/>
              </a:rPr>
              <a:t>尼希米記 13:15~22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15.那些日子，我在猶大見有人在
   安息日醡酒〔原文作踹酒醡〕，搬運
   禾捆馱在驢上，又把酒、葡萄、無花
   果，和各樣的擔子在安息日擔入耶路
   撒冷，我就在他們賣食物的那日警戒
   他們。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16.又有推羅人住在耶路撒冷；他
   們把魚和各樣貨物運進來，在安息日
   賣給猶大人。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17.我就斥責猶大的貴冑說：「你
   們怎麼行這惡事犯了安息日呢？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18.從前你們列祖豈不是這樣行，
   以致我們神使一切災禍臨到我們和這
   城嗎？現在你們還犯安息日，使忿怒
   越發臨到以色列！」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19.在安息日的前一日，耶路撒冷
   城門有黑影的時候，我就吩咐人將門
   關鎖，不過安息日不准開放。我又派
   我幾個僕人管理城門，免得有人在安
   息日擔甚麼擔子進城。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20.於是商人和販賣各樣貨物的，
   一兩次住宿在耶路撒冷城外。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21.我就警戒他們說：「你們為何
   在城外住宿呢？若再這樣，我必下手
   拿辦你們。」從此以後，他們在安息
   日不再來了。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22.我吩咐利未人潔淨自己，來守
   城門，使安息日為聖。我的神啊，求
   你因這事記念我，照你的大慈愛憐恤
   我。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FFF"/>
                </a:solidFill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0"/>
              <a:t>根據律法生活</a:t>
            </a:r>
            <a:r>
              <a:rPr sz="5000" b="1">
                <a:latin typeface="DFKai-SB"/>
              </a:rPr>
              <a:t>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一. 做安息日不可做的事：</a:t>
            </a:r>
          </a:p>
          <a:p>
            <a:pPr algn="l"/>
            <a:r>
              <a:t>1. 在安息日醡酒、搬運禾捆</a:t>
            </a:r>
          </a:p>
          <a:p>
            <a:pPr algn="l"/>
            <a:r>
              <a:t>2. 把酒、葡萄、無花果，和各樣的擔子在安息日擔入耶路撒冷</a:t>
            </a:r>
          </a:p>
          <a:p>
            <a:pPr algn="l"/>
            <a:r>
              <a:t>3. 泰爾人把魚和各樣貨物運進耶路撒冷，在安息日賣給猶大人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二. 尼希米對不守安息日者的警戒與措施：</a:t>
            </a:r>
          </a:p>
          <a:p>
            <a:pPr algn="l"/>
            <a:r>
              <a:t>1. 在他們賣食物的那日警戒他們</a:t>
            </a:r>
          </a:p>
          <a:p>
            <a:pPr algn="l"/>
            <a:r>
              <a:t>2. 責備貴胄，因他們讓人在安息日進城做買賣，使上帝的忿怒越發臨到以色列！</a:t>
            </a:r>
          </a:p>
          <a:p>
            <a:pPr algn="l"/>
            <a:r>
              <a:t>3. 派僕人及利未人在安息日管理城門，免得有人在擔甚麼擔子進城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三. 必另有一安息日的安息，為上帝的子民存留（希伯來書 4:9）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251C186-6C2F-DFF8-8524-F0C2C180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F151AA5-F7FF-B59F-58BE-CC28B478E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應允賜福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(thiⁿ-ē)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日信徒恭敬來守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恩典福氣充滿心神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2D2FE3-7306-57C1-EA29-320EFD883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48433A-321C-75B9-4B0A-728C2A83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AFD130B-6AF7-3066-9B16-E872DF1CD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0F28F2-4352-6C83-105F-9C92C0890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死復活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較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贏死失魔鬼的權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和平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活命米糧賜我完全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5E3B2B-4B9F-E6E9-69DF-A79A90B0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FC2ECCF-7195-B04F-CC11-5065E97A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142995-F523-01E8-DCAA-D94F4ECE9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8150E5-819A-AB55-13FD-19CB85AE0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極大無比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先生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(sian-siⁿ)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煩惱苦痛變做歡喜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BC741-55A8-4185-D00E-ECD1EA71E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110BFB-7B8C-81C0-D6AE-16D059FFD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287461-66C7-7A3D-2E65-44FD7FD6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F5A21-8E6F-357F-EADF-AC5A9495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與信徒同入殿堂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吟詩祈禱敬拜虔誠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願主助我堅心決意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盡一世人做祢學生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5B3CBD-C16D-16BE-191A-8E5B8CAD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131950-F1DA-2319-39E2-481E22651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E47DAA-3FDD-680E-7AB3-8D9737D73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ECFA9C7-9CA0-2182-28B2-61E3D77D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維修同工招募：設備組徵求有願意一起修繕美化教會 的弟兄姐妹, 有心服事者請向郭景光長老或是潘堅 執事報名。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百合花盆栽, 歡迎兄姐自行帶囘(自由奉獻, 建議金額: $3-$5 )。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週三線上禱告---邀請您參加 4/15晚上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週五線上查經---4/17晚 8點陳牧師帶領查考撒母耳記上, 請大家踴躍參加。zoom 連結如同主日學。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愛餐服事---欲參與服事者, 請與鶴齡執事登記。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