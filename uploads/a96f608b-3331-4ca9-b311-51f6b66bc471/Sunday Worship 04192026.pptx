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耶和華是我牧者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也不驚災害</a:t>
            </a:r>
          </a:p>
          <a:p>
            <a:r>
              <a:t>在我對敵的面前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給我擺設筵席</a:t>
            </a:r>
          </a:p>
          <a:p>
            <a:r>
              <a:t>祢用油抹我的頭殼</a:t>
            </a:r>
          </a:p>
          <a:p>
            <a:r>
              <a:t>我的杯滿出來</a:t>
            </a:r>
          </a:p>
          <a:p>
            <a:r>
              <a:t>祢的恩典和慈悲 隨我到一世人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耶和華是我牧者</a:t>
            </a:r>
          </a:p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導我行義的路</a:t>
            </a:r>
          </a:p>
          <a:p>
            <a:r>
              <a:t>行過死蔭的山谷</a:t>
            </a:r>
          </a:p>
          <a:p>
            <a:r>
              <a:t>也不驚災害</a:t>
            </a:r>
          </a:p>
          <a:p>
            <a:r>
              <a:t>嘿嘿喲 嘿嘿喲</a:t>
            </a:r>
          </a:p>
          <a:p>
            <a:r>
              <a:t>主祢與我同在</a:t>
            </a:r>
          </a:p>
          <a:p>
            <a:r>
              <a:t>祢的槌和祢的柺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時常來安慰我</a:t>
            </a:r>
          </a:p>
          <a:p>
            <a:r>
              <a:t>嘿嘿喲 嘿嘿喲</a:t>
            </a:r>
          </a:p>
          <a:p>
            <a:r>
              <a:t>祢慈愛跟隨我</a:t>
            </a:r>
          </a:p>
          <a:p>
            <a:r>
              <a:t>我要居起祢的厝</a:t>
            </a:r>
          </a:p>
          <a:p>
            <a:r>
              <a:t>直到永永遠遠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到永遠 到永遠</a:t>
            </a:r>
          </a:p>
          <a:p>
            <a:r>
              <a:t>在祢的厝到永遠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FFFF"/>
                </a:solidFill>
                <a:latin typeface="標楷體"/>
              </a:rPr>
              <a:t>經文   </a:t>
            </a:r>
            <a:r>
              <a:rPr sz="7200" b="1">
                <a:solidFill>
                  <a:srgbClr val="66FFFF"/>
                </a:solidFill>
                <a:latin typeface="DFKai-SB"/>
              </a:rPr>
              <a:t>羅馬書 4:1~12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1.如此說來，我們的祖宗亞伯拉罕
   憑着肉體得了甚麼呢？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2.倘若亞伯拉罕是因行為稱義，就
   有可誇的；只是在神面前並無可誇。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3.經上說甚麼呢？說：「亞伯拉罕
   信神，這就算為他的義。」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4.作工的得工價，不算恩典，乃是
   該得的；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5.惟有不作工的，只信稱罪人為義
   的神，他的信就算為義。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6.正如大衛稱那在行為以外蒙神算
   為義的人是有福的。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7.他說：得赦免其過、遮蓋其罪的
   ，這人是有福的。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8.主不算為有罪的，這人是有福的
   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9.如此看來，這福是單加給那受割
   禮的人嗎？不也是加給那未受割禮的
   人嗎？因我們所說，亞伯拉罕的信，
   就算為他的義，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10.是怎麼算的呢？是在他受割禮
   的時候呢？是在他未受割禮的時候呢
   ？不是在受割禮的時候，乃是在未受
   割禮的時候。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11.並且他受了割禮的記號，作他
   未受割禮的時候因信稱義的印證，叫
   他作一切未受割禮而信之人的父，使
   他們也算為義；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12.又作受割禮之人的父，就是那
   些不但受割禮，並且按我們的祖宗亞
   伯拉罕未受割禮而信之蹤跡去行的人
   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亞伯拉罕 因信而被稱為義   陳信銘牧師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一. 亞伯拉罕因信稱義：</a:t>
            </a:r>
          </a:p>
          <a:p>
            <a:r>
              <a:t>1. 倘若亞伯拉罕是因行為稱義，就有可誇的</a:t>
            </a:r>
          </a:p>
          <a:p>
            <a:r>
              <a:t>2. 做工的得工價，不算恩典，乃是該得的</a:t>
            </a:r>
          </a:p>
          <a:p>
            <a:r>
              <a:t>3. 惟有不做工的，只信稱罪人為義的 神就算為義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二. 大衛在詩篇 32 篇的論述：</a:t>
            </a:r>
          </a:p>
          <a:p>
            <a:r>
              <a:t>1. 得赦免其過、遮蓋其罪的，這人是有福的</a:t>
            </a:r>
          </a:p>
          <a:p>
            <a:r>
              <a:t>2. 主不算為有罪的，這人是有福的</a:t>
            </a:r>
          </a:p>
          <a:p>
            <a:r>
              <a:t>3. 這福是加給受割禮的人及未受割禮的人，沒有分別！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三. 亞伯拉罕是因信稱義之人的父：</a:t>
            </a:r>
          </a:p>
          <a:p>
            <a:r>
              <a:t>1. 亞伯拉罕因信稱義是在未受割禮的時候</a:t>
            </a:r>
          </a:p>
          <a:p>
            <a:r>
              <a:t>2. 割禮是未受割禮時候因信稱義的印證（記號）</a:t>
            </a:r>
          </a:p>
          <a:p>
            <a:r>
              <a:t>3. 亞伯拉罕是未受割禮而信之人的父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主日早晨停車: 1）台語部兄姊請使用教會停車場入口 一排，及靠辦公室兩排車位，也請將花圃兩邊第一個 位置預留給殘障車位之需要；2）並提醒兄姊放置停車 證及電話號碼；3）主日崇拜中請勿要求移車（英語部 崇拜時間 1:30-2:30）；4) 先到車輛請儘量向裡面停， 以利後來車輛停放 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維修同工招募：設備組徵求有願意一起修繕美化教會 的弟兄姐妹 有心服事者請向郭景光長老或是潘堅執事 , 報名。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團契組和社青聯合舉辦春季郊遊賞櫻花，今天午餐後 1:30 出發，自己先找人搭載，並自備點心和飲料， 2:00 在公園 Fort Totten park 會合，結束後有自助餐 安排，有意參加者可以自由前往共進晚餐。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事工研討會---因為今天的郊遊改為下周 4/26舉行。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週三線上禱告---邀請您參加 4/22晚上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長島分區聚會---本週五 (24) 6:30pm在文鈴兄/慧苓姐 家舉行, 備有簡便晚餐, 歡迎兄姐大家一起來參加。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6. 愛餐服事---欲參與服事者, 請與鶴齡執事登記。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7.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