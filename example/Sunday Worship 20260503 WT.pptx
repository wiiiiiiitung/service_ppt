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633" r:id="rId17"/>
    <p:sldId id="634" r:id="rId18"/>
    <p:sldId id="635" r:id="rId19"/>
    <p:sldId id="636" r:id="rId20"/>
    <p:sldId id="2866" r:id="rId21"/>
    <p:sldId id="2867" r:id="rId22"/>
    <p:sldId id="2868" r:id="rId23"/>
    <p:sldId id="2869" r:id="rId24"/>
    <p:sldId id="2870" r:id="rId25"/>
    <p:sldId id="2871" r:id="rId26"/>
    <p:sldId id="2872" r:id="rId27"/>
    <p:sldId id="325" r:id="rId28"/>
    <p:sldId id="330" r:id="rId29"/>
    <p:sldId id="326" r:id="rId30"/>
    <p:sldId id="333" r:id="rId31"/>
    <p:sldId id="331" r:id="rId32"/>
    <p:sldId id="334" r:id="rId33"/>
    <p:sldId id="328" r:id="rId34"/>
    <p:sldId id="332" r:id="rId35"/>
    <p:sldId id="329" r:id="rId36"/>
    <p:sldId id="2874" r:id="rId37"/>
    <p:sldId id="2910" r:id="rId38"/>
    <p:sldId id="2911" r:id="rId39"/>
    <p:sldId id="2912" r:id="rId40"/>
    <p:sldId id="2913" r:id="rId41"/>
    <p:sldId id="2914" r:id="rId42"/>
    <p:sldId id="2915" r:id="rId43"/>
    <p:sldId id="2916" r:id="rId44"/>
    <p:sldId id="2917" r:id="rId45"/>
    <p:sldId id="2881" r:id="rId46"/>
    <p:sldId id="279" r:id="rId47"/>
    <p:sldId id="3762" r:id="rId48"/>
    <p:sldId id="3961" r:id="rId49"/>
    <p:sldId id="3962" r:id="rId50"/>
    <p:sldId id="2921" r:id="rId51"/>
    <p:sldId id="2922" r:id="rId52"/>
    <p:sldId id="2924" r:id="rId53"/>
    <p:sldId id="2923" r:id="rId54"/>
    <p:sldId id="2890" r:id="rId55"/>
    <p:sldId id="256" r:id="rId56"/>
    <p:sldId id="259" r:id="rId57"/>
    <p:sldId id="2909" r:id="rId58"/>
    <p:sldId id="260" r:id="rId59"/>
    <p:sldId id="258" r:id="rId60"/>
    <p:sldId id="261" r:id="rId61"/>
    <p:sldId id="262" r:id="rId62"/>
    <p:sldId id="2892" r:id="rId63"/>
    <p:sldId id="2893" r:id="rId64"/>
    <p:sldId id="2894" r:id="rId65"/>
    <p:sldId id="2790" r:id="rId66"/>
    <p:sldId id="2791" r:id="rId67"/>
    <p:sldId id="2792" r:id="rId68"/>
    <p:sldId id="2895" r:id="rId69"/>
    <p:sldId id="2896" r:id="rId70"/>
    <p:sldId id="2925" r:id="rId71"/>
    <p:sldId id="2926" r:id="rId72"/>
    <p:sldId id="2927" r:id="rId73"/>
    <p:sldId id="2928" r:id="rId74"/>
    <p:sldId id="2929" r:id="rId75"/>
    <p:sldId id="2930" r:id="rId76"/>
    <p:sldId id="2931" r:id="rId77"/>
    <p:sldId id="2904" r:id="rId78"/>
    <p:sldId id="2905" r:id="rId79"/>
    <p:sldId id="2906" r:id="rId80"/>
    <p:sldId id="2907" r:id="rId81"/>
    <p:sldId id="2908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893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2" y="2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commentAuthors" Target="commentAuthor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theme" Target="theme/theme1.xml"/><Relationship Id="rId61" Type="http://schemas.openxmlformats.org/officeDocument/2006/relationships/slide" Target="slides/slide53.xml"/><Relationship Id="rId82" Type="http://schemas.openxmlformats.org/officeDocument/2006/relationships/slide" Target="slides/slide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047B042A-FACC-EF2A-A3D0-29366CA6FE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F072406-D39B-11D9-5B2F-AD91D211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F2D09A17-B714-310F-E736-2A9F1275D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12049BB4-1C1C-0D43-B4A4-BE6C41C50E63}" type="slidenum">
              <a:rPr lang="zh-TW" altLang="en-US" sz="1200" b="0">
                <a:ea typeface="新細明體" panose="02020500000000000000" pitchFamily="18" charset="-120"/>
              </a:rPr>
              <a:pPr eaLnBrk="1" hangingPunct="1"/>
              <a:t>9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657B903A-1A6A-C152-EF86-CE9BAE23B0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B3F7DEB4-A5FC-11F0-7534-12C500B9B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C5D92A5B-241E-603F-DE7A-98B0067AB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6804DCF8-FF97-3C4B-904C-603BE1E1BD6A}" type="slidenum">
              <a:rPr lang="zh-TW" altLang="en-US" sz="1200" b="0">
                <a:ea typeface="新細明體" panose="02020500000000000000" pitchFamily="18" charset="-120"/>
              </a:rPr>
              <a:pPr eaLnBrk="1" hangingPunct="1"/>
              <a:t>10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49B5E2A8-365B-2A08-C2DA-F4F558112B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A27A37FD-B586-2F04-F932-77115D94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BD44C043-494F-6885-C8BA-75412CA46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166562D2-4072-C046-BB78-E02DC3262344}" type="slidenum">
              <a:rPr lang="zh-TW" altLang="en-US" sz="1200" b="0">
                <a:ea typeface="新細明體" panose="02020500000000000000" pitchFamily="18" charset="-120"/>
              </a:rPr>
              <a:pPr eaLnBrk="1" hangingPunct="1"/>
              <a:t>11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2180D1CF-B878-5C1D-FE15-6AAE298C6D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708228A-9405-AC3F-4890-0E2924A3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FC09DA6-3B03-BED4-2373-0251B769E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4185CFB4-D208-944A-9832-57B8971BDD2A}" type="slidenum">
              <a:rPr lang="zh-TW" altLang="en-US" sz="1200" b="0">
                <a:ea typeface="新細明體" panose="02020500000000000000" pitchFamily="18" charset="-120"/>
              </a:rPr>
              <a:pPr eaLnBrk="1" hangingPunct="1"/>
              <a:t>12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4EA4EEA9-1563-2CCD-9883-1248C26623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9B7099D3-5355-7FA7-25E3-08C0A85B5C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B73BB264-4870-7B6B-767D-DB9A0085C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BFE043-6B28-4C47-A6FA-1C95E97DC173}" type="slidenum">
              <a:rPr lang="zh-TW" altLang="en-US"/>
              <a:pPr>
                <a:spcBef>
                  <a:spcPct val="0"/>
                </a:spcBef>
              </a:pPr>
              <a:t>20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4B77567B-B438-E60D-F59F-9FC2075998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2B0A4EB8-5FAC-0429-411F-3A259C8342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3E0E5A9C-9DFD-7A39-AFE1-A15694515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9BD4A0-790C-FD46-B5C8-249CAFFBEAD2}" type="slidenum">
              <a:rPr lang="zh-TW" altLang="en-US"/>
              <a:pPr>
                <a:spcBef>
                  <a:spcPct val="0"/>
                </a:spcBef>
              </a:pPr>
              <a:t>21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2526E08A-0B38-58F5-F1C8-9CF65133BF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0E339512-8045-F328-ADCC-B9EAC9C90E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4581BD1B-9B10-1343-3DB6-363032976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867929-01B0-1644-9808-2FA86F9C2CE1}" type="slidenum">
              <a:rPr lang="zh-TW" altLang="en-US"/>
              <a:pPr>
                <a:spcBef>
                  <a:spcPct val="0"/>
                </a:spcBef>
              </a:pPr>
              <a:t>22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76F3AB00-34F5-5745-8FA3-AB2CF705E4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EF22F156-8A5F-A4CF-03B4-3A42F790F8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565EE44B-AFAA-0BA4-8B7F-0E210A51678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185A36-E88A-754D-A24A-460962D404C7}" type="slidenum">
              <a:rPr lang="zh-TW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E8CDE63-F42F-B5E8-DAE0-B98760284E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E76E20B-6BD2-65E0-5FBC-8E447D29A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F7CFD73E-2C07-D33E-864B-EBE8D2908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1B7B99-4DC9-9C48-8A85-F0A26D3154B6}" type="slidenum">
              <a:rPr lang="zh-TW" altLang="en-US"/>
              <a:pPr>
                <a:spcBef>
                  <a:spcPct val="0"/>
                </a:spcBef>
              </a:pPr>
              <a:t>24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C3DAD31-2F96-4C6D-254F-D09494AA99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BCA853E-956D-712B-7DE3-8F0991A482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BD16025-7380-9042-9C41-091522992B0B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E52009D-D497-0849-986D-4AB609213ADF}" type="slidenum">
              <a:rPr lang="zh-TW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4BC95B26-7361-403F-A96A-56F449AC93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1E8A9F64-1C58-0FA0-1F66-5663FE8610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2D73CBA5-4FB6-F62B-7438-BF050137E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996206-0528-EA4E-B6A3-099F1E8EA202}" type="slidenum">
              <a:rPr lang="zh-TW" altLang="en-US"/>
              <a:pPr>
                <a:spcBef>
                  <a:spcPct val="0"/>
                </a:spcBef>
              </a:pPr>
              <a:t>26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45F01CAB-91BB-4BF5-27DD-1DAFBC8272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2D76CB0D-246A-060D-63D8-ED4C9740D9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D96CBB06-9DF3-8F30-CDB5-DC6C3D180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6C6DB1-85AE-434F-997A-ACEE5DE818BD}" type="slidenum">
              <a:rPr lang="zh-TW" altLang="en-US"/>
              <a:pPr>
                <a:spcBef>
                  <a:spcPct val="0"/>
                </a:spcBef>
              </a:pPr>
              <a:t>27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E226E0DF-7137-7CF4-7B1F-6602162B30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F3203CDE-81C7-C6BB-9BC3-AC598B898A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B1F50B5D-61E5-A20A-D731-EF29AB740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A16C62-1C4C-9D4E-9560-550138489177}" type="slidenum">
              <a:rPr lang="zh-TW" altLang="en-US"/>
              <a:pPr>
                <a:spcBef>
                  <a:spcPct val="0"/>
                </a:spcBef>
              </a:pPr>
              <a:t>28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86D77373-45D0-436E-B714-488C8C4FF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996DAD-3EF3-44AE-AE2C-6A61A2B7B0A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3C5ED7B-2D2D-4AFA-8184-5BCFE780F4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CCEF298-F2FA-40DD-8EB7-4E21F8521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8E31C03-6910-64FC-851D-7CBB940F48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0BB2F06-5125-736E-F979-E301411F5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CDE2316-4AC9-BAAB-E15F-D2D4D1B17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D0ABFC6-CF4C-C44C-D9DB-205C05C73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565401A-10CA-19B5-7C5F-7FB9F7383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AA70435-FC19-16C6-3DDC-CEC6FA81E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731AA3E-7DB3-4BE5-2875-B27B2580A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0122A36-2919-8D06-F459-42A16D40B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070288B-3727-C30C-9711-37EFDAC9E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3CD9490-3A60-2742-343F-FAA75C7BA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CEFDD0F-AE15-0F07-63B3-A1EB1500F3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2C0EA99-2176-6C8D-FD61-BE2785EC1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E5960EE-918E-173A-AE55-1068140AA9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D34985A-06BD-38A2-1A16-86EC6EDCF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489B5-7AB6-4972-A6FA-F45AC0EA269A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24691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CBA8FB-D512-4FBE-A5F5-53FDCBF47521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74195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3A37BD-5511-478C-A577-F6662F15CFA8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113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79540E1C-BF91-2B84-8038-BBD3335BE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54 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同心讚美天父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8484A1C8-95F1-6C33-FA15-D5A77C5CD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同心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自然永活上帝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憐憫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無窮無盡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照顧天頂地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(ē)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2A833C6-26D2-53D5-4358-14C2E1E28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54 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同心讚美天父 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C943E7C-BFBD-3A22-4088-277CDE668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耶穌尊名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上帝獨生的子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功勞極大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贖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(sio̍k)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人罪過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放拺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(lán  páng-sak)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生命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F666652-78DD-42C6-CA33-95DF9DBCF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54 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同心讚美天父 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7B591DB-E268-9DB1-BB52-5A8D9A98F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權能感化萬民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自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天降臨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(tiàm)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咱改舊換新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BA9F711-F707-1714-B7A0-4843D00F9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54 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同心讚美天父 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9E10A2C-FE96-A4DA-BBE9-1B1E93C89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三位一體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父子聖神上帝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至尊至大主耶和華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到萬萬世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E8CD99B-4FEE-8D7B-A4BF-57569A1C0A6C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5401F71-3B01-612C-3488-9CC1C470EEB6}"/>
              </a:ext>
            </a:extLst>
          </p:cNvPr>
          <p:cNvSpPr>
            <a:spLocks noGrp="1" noRot="1"/>
          </p:cNvSpPr>
          <p:nvPr>
            <p:ph type="body" idx="1"/>
          </p:nvPr>
        </p:nvSpPr>
        <p:spPr>
          <a:xfrm>
            <a:off x="0" y="990600"/>
            <a:ext cx="12369114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從耶西的樹頭必發一枝樣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從它的根所生的枝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結果子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sz="4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耶和華的神必站在他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就是智慧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聰明的神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5390176-7955-A185-A938-4A9985C2380F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AF40894-11A9-B19B-EBD6-A97CE218BBFF}"/>
              </a:ext>
            </a:extLst>
          </p:cNvPr>
          <p:cNvSpPr>
            <a:spLocks noGrp="1" noRot="1"/>
          </p:cNvSpPr>
          <p:nvPr>
            <p:ph type="body" idx="1"/>
          </p:nvPr>
        </p:nvSpPr>
        <p:spPr>
          <a:xfrm>
            <a:off x="0" y="990600"/>
            <a:ext cx="12192000" cy="46783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計劃及能力的神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智識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敬畏耶和華的神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必以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敬畏耶和華做歡喜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64BA0EC-8D52-CE63-0EF8-4E4E6AF9A1BB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ACFA6E0-2764-738E-EF00-3F2855766408}"/>
              </a:ext>
            </a:extLst>
          </p:cNvPr>
          <p:cNvSpPr>
            <a:spLocks noGrp="1" noRot="1"/>
          </p:cNvSpPr>
          <p:nvPr>
            <p:ph type="body" idx="1"/>
          </p:nvPr>
        </p:nvSpPr>
        <p:spPr>
          <a:xfrm>
            <a:off x="0" y="990600"/>
            <a:ext cx="12192000" cy="46783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他不是憑目睭所看見來審判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不是憑耳孔所聽見來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擬斷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gí-toàn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B55A29-3B98-4470-B3F1-81681657755B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E8C0A3E-E7EE-DF30-FA24-13BE04867559}"/>
              </a:ext>
            </a:extLst>
          </p:cNvPr>
          <p:cNvSpPr>
            <a:spLocks noGrp="1" noRot="1"/>
          </p:cNvSpPr>
          <p:nvPr>
            <p:ph type="body" idx="4294967295"/>
          </p:nvPr>
        </p:nvSpPr>
        <p:spPr>
          <a:xfrm>
            <a:off x="0" y="1037968"/>
            <a:ext cx="12192000" cy="4630996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他要用公義審判貧窮人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用正直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擬斷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gí-toàn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世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chiū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ⁿ) 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謙卑的人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852C248-198F-E9A1-D30B-6A6532057FC8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F7E1240-FB07-274F-E40C-B3A481B205BD}"/>
              </a:ext>
            </a:extLst>
          </p:cNvPr>
          <p:cNvSpPr>
            <a:spLocks noGrp="1" noRot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用嘴中的柺打世界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用嘴唇的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氣殺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thâi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死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惡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phái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A022074-43E1-773F-1415-207A1A192E23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AEDF1E4-7B90-CAB0-9995-469D32575850}"/>
              </a:ext>
            </a:extLst>
          </p:cNvPr>
          <p:cNvSpPr>
            <a:spLocks noGrp="1" noRot="1"/>
          </p:cNvSpPr>
          <p:nvPr>
            <p:ph type="body" idx="4294967295"/>
          </p:nvPr>
        </p:nvSpPr>
        <p:spPr>
          <a:xfrm>
            <a:off x="0" y="963827"/>
            <a:ext cx="12517395" cy="604657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公義必做他的腰帶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信實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做他的身軀的帶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4800" b="1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豺狼必與綿羊仔相與住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 b="1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豹與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pà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山羊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kiá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相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倒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latin typeface="Arial" panose="020B0604020202020204" pitchFamily="34" charset="0"/>
                <a:ea typeface="標楷體" panose="03000509000000000000" pitchFamily="49" charset="-120"/>
              </a:rPr>
              <a:t>teh</a:t>
            </a:r>
            <a:r>
              <a:rPr lang="en-US" altLang="zh-TW" sz="3200" b="1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b="1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b="1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b="1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b="1" dirty="0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0CF1C1E-72E4-3463-0137-731BD32E087B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5238CB8-F756-1F8F-4DCF-E2A1BF64CB44}"/>
              </a:ext>
            </a:extLst>
          </p:cNvPr>
          <p:cNvSpPr>
            <a:spLocks noGrp="1" noRot="1"/>
          </p:cNvSpPr>
          <p:nvPr>
            <p:ph type="body" idx="1"/>
          </p:nvPr>
        </p:nvSpPr>
        <p:spPr>
          <a:xfrm>
            <a:off x="0" y="990600"/>
            <a:ext cx="10668000" cy="57912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牛仔與小隻獅與肥的精牲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做小傼的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囝仔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gín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ná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</a:t>
            </a:r>
            <a:r>
              <a:rPr lang="zh-TW" altLang="en-US" sz="40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endParaRPr lang="en-US" altLang="zh-TW" sz="32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牛與熊必相與食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獅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必食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草親像牛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C7B72D2-C503-EA4E-B2AD-4794DC35093A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A392372-EE84-39DC-60EC-36CC001A51A5}"/>
              </a:ext>
            </a:extLst>
          </p:cNvPr>
          <p:cNvSpPr>
            <a:spLocks noGrp="1" noRot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吃乳的囝仔必遊玩在惡蛇的孔口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的囝仔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必下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毒蛇的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hiat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9694894-E31A-54EB-168C-3292B274D0ED}"/>
              </a:ext>
            </a:extLst>
          </p:cNvPr>
          <p:cNvSpPr>
            <a:spLocks noGrp="1" noRot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以賽亞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02E5622-A02E-0DAF-9293-69F091A983D1}"/>
              </a:ext>
            </a:extLst>
          </p:cNvPr>
          <p:cNvSpPr>
            <a:spLocks noGrp="1" noRot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在我的聖山的遍地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的確無損傷無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陷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hām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害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sz="4800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因為認識耶和華的知識要充滿地上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親像水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淹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im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滿在洋海</a:t>
            </a:r>
            <a:r>
              <a:rPr lang="zh-TW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•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人們需要主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每日人人在經過</a:t>
            </a:r>
          </a:p>
          <a:p>
            <a:r>
              <a:t>我看䄄的目睭內</a:t>
            </a:r>
          </a:p>
          <a:p>
            <a:r>
              <a:t>顯出空虛與期待</a:t>
            </a:r>
          </a:p>
          <a:p>
            <a:r>
              <a:t>什麼是未來？</a:t>
            </a:r>
          </a:p>
          <a:p>
            <a:r>
              <a:t>人生路途有艱難</a:t>
            </a:r>
          </a:p>
          <a:p>
            <a:r>
              <a:t>驚惶也在等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心內啼哭卻要笑</a:t>
            </a:r>
          </a:p>
          <a:p>
            <a:r>
              <a:t>耶穌會聽到</a:t>
            </a:r>
          </a:p>
          <a:p>
            <a:r>
              <a:t>人人需要主</a:t>
            </a:r>
          </a:p>
          <a:p>
            <a:r>
              <a:t>人人需要主</a:t>
            </a:r>
          </a:p>
          <a:p>
            <a:r>
              <a:t>當美夢破碎無步</a:t>
            </a:r>
          </a:p>
          <a:p>
            <a:r>
              <a:t>祂替咱開路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  <a:p>
            <a:r>
              <a:t>何時咱才了解</a:t>
            </a:r>
          </a:p>
          <a:p>
            <a:r>
              <a:t>人人需要主</a:t>
            </a:r>
          </a:p>
          <a:p>
            <a:r>
              <a:t>此世代是非無分</a:t>
            </a:r>
          </a:p>
          <a:p>
            <a:r>
              <a:t>主召咱來發真光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無論代價有多高</a:t>
            </a:r>
          </a:p>
          <a:p>
            <a:r>
              <a:t>伸手拯救失喪靈魂</a:t>
            </a:r>
          </a:p>
          <a:p>
            <a:r>
              <a:t>透過祂真實的愛</a:t>
            </a:r>
          </a:p>
          <a:p>
            <a:r>
              <a:t>擔當裀重擔</a:t>
            </a:r>
          </a:p>
          <a:p>
            <a:r>
              <a:t>咱著分享與宣揚</a:t>
            </a:r>
          </a:p>
          <a:p>
            <a:r>
              <a:t>主永遠活命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  <a:p>
            <a:r>
              <a:t>人人需要主</a:t>
            </a:r>
          </a:p>
          <a:p>
            <a:r>
              <a:t>在美夢破碎無步</a:t>
            </a:r>
          </a:p>
          <a:p>
            <a:r>
              <a:t>祂替咱開路</a:t>
            </a:r>
          </a:p>
          <a:p>
            <a:r>
              <a:t>人人需要主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  <a:p>
            <a:r>
              <a:t>何時咱才了解</a:t>
            </a:r>
          </a:p>
          <a:p>
            <a:r>
              <a:t>獻身給人悔改</a:t>
            </a:r>
          </a:p>
          <a:p>
            <a:r>
              <a:t>因人需要救主</a:t>
            </a:r>
          </a:p>
          <a:p>
            <a:r>
              <a:t>人人需要主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7DE79DA-2AD6-410E-AE2B-D2D4BEC490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4746" y="2086708"/>
            <a:ext cx="12037254" cy="200025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solidFill>
                  <a:srgbClr val="00FFFF"/>
                </a:solidFill>
                <a:ea typeface="標楷體" panose="03000509000000000000" pitchFamily="65" charset="-120"/>
              </a:rPr>
              <a:t>經文</a:t>
            </a:r>
            <a:br>
              <a:rPr lang="en-US" altLang="zh-TW" sz="54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br>
              <a:rPr lang="en-US" altLang="zh-TW" sz="40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馬太福音 </a:t>
            </a:r>
            <a:r>
              <a:rPr lang="en-US" altLang="zh-TW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5:1~12</a:t>
            </a: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                                      </a:t>
            </a:r>
            <a:br>
              <a:rPr lang="en-US" altLang="zh-TW" sz="7200" b="1" kern="1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新約第</a:t>
            </a: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</a:t>
            </a: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DD74-CE56-147B-D3B8-8039A6C3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D616527A-E07A-FE29-A3EB-539E641838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馬太福音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5:1~12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F48167C-DD09-AF05-8399-C81171E096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耶穌看見這許多的人，就上了山，既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已坐下，門徒到他跟前來，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他就開口教訓他們，說：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3.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虛心的人有福了！因為天國是他們的。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4.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哀慟的人有福了！因為他們必得安慰。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5.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溫柔的人有福了！因為他們必承受地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土。</a:t>
            </a:r>
          </a:p>
        </p:txBody>
      </p:sp>
    </p:spTree>
    <p:extLst>
      <p:ext uri="{BB962C8B-B14F-4D97-AF65-F5344CB8AC3E}">
        <p14:creationId xmlns:p14="http://schemas.microsoft.com/office/powerpoint/2010/main" val="1294196623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786E-0F81-11A8-99CF-0F751F5B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9FC17945-4C0B-24B7-DCBD-63C49A9681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馬太福音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5:1~12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2FFF276-7FE9-5502-D536-79F3F640C24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6.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飢渴慕義的人有福了！因為他們必得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飽足。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7.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憐恤人的人有福了！因為他們必蒙憐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恤。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8.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清心的人有福了！因為他們必得見神。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9.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使人和睦的人有福了！因為他們必稱為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神的兒子。</a:t>
            </a:r>
          </a:p>
        </p:txBody>
      </p:sp>
    </p:spTree>
    <p:extLst>
      <p:ext uri="{BB962C8B-B14F-4D97-AF65-F5344CB8AC3E}">
        <p14:creationId xmlns:p14="http://schemas.microsoft.com/office/powerpoint/2010/main" val="1298141080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2AE1D-4C3A-4E77-1BC5-8FD14B48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CD9016C2-2BA7-2F28-8735-F1440DDFAB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馬太福音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5:1~12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5E6E41C1-7196-92E8-9D63-230B71C4B2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10.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為義受逼迫的人有福了！因為天國是</a:t>
            </a:r>
            <a:endParaRPr lang="en-US" altLang="zh-TW" sz="5400" b="1" dirty="0">
              <a:solidFill>
                <a:schemeClr val="bg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他們的。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11.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人若因我辱罵你們，逼迫你們，捏造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各樣壞話毀謗你們，你們就有福了！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12.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應當歡喜快樂，因為你們在天上的賞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賜是大的。在你們以前的先知，人也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是這樣逼迫他們。」</a:t>
            </a:r>
          </a:p>
          <a:p>
            <a:pPr marL="0" indent="0">
              <a:spcBef>
                <a:spcPts val="0"/>
              </a:spcBef>
              <a:buNone/>
            </a:pPr>
            <a:endParaRPr lang="zh-TW" altLang="en-US" sz="5400" b="1" dirty="0">
              <a:solidFill>
                <a:schemeClr val="bg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marL="0" indent="0">
              <a:spcBef>
                <a:spcPts val="0"/>
              </a:spcBef>
              <a:buNone/>
            </a:pPr>
            <a:endParaRPr lang="zh-TW" altLang="en-US" sz="5400" b="1" dirty="0">
              <a:solidFill>
                <a:schemeClr val="bg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2746328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FFF"/>
                </a:solidFill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續論八福</a:t>
            </a:r>
            <a:r>
              <a:rPr sz="5000" b="1" dirty="0">
                <a:latin typeface="DFKai-SB"/>
              </a:rPr>
              <a:t> </a:t>
            </a:r>
            <a:endParaRPr lang="en-US" sz="5000" b="1" dirty="0">
              <a:latin typeface="DFKai-SB"/>
            </a:endParaRPr>
          </a:p>
          <a:p>
            <a:r>
              <a:rPr sz="5000" b="1" dirty="0">
                <a:latin typeface="DFKai-SB"/>
              </a:rPr>
              <a:t>      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sz="4400" b="1" dirty="0" err="1">
                <a:solidFill>
                  <a:srgbClr val="00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00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有福的人</a:t>
            </a:r>
            <a:r>
              <a:rPr dirty="0"/>
              <a:t>：</a:t>
            </a:r>
          </a:p>
          <a:p>
            <a:pPr algn="l"/>
            <a:r>
              <a:rPr dirty="0"/>
              <a:t>1. </a:t>
            </a:r>
            <a:r>
              <a:rPr dirty="0" err="1"/>
              <a:t>天國是虛心的人的</a:t>
            </a:r>
            <a:endParaRPr dirty="0"/>
          </a:p>
          <a:p>
            <a:pPr algn="l"/>
            <a:r>
              <a:rPr dirty="0"/>
              <a:t>2. </a:t>
            </a:r>
            <a:r>
              <a:rPr dirty="0" err="1"/>
              <a:t>哀慟的人必得安慰</a:t>
            </a:r>
            <a:endParaRPr dirty="0"/>
          </a:p>
          <a:p>
            <a:pPr algn="l"/>
            <a:r>
              <a:rPr dirty="0"/>
              <a:t>3. </a:t>
            </a:r>
            <a:r>
              <a:rPr dirty="0" err="1"/>
              <a:t>溫柔的人必承受地土</a:t>
            </a:r>
            <a:endParaRPr dirty="0"/>
          </a:p>
          <a:p>
            <a:pPr algn="l"/>
            <a:r>
              <a:rPr dirty="0"/>
              <a:t>4. </a:t>
            </a:r>
            <a:r>
              <a:rPr dirty="0" err="1"/>
              <a:t>飢渴慕義的人必得飽足</a:t>
            </a:r>
            <a:endParaRPr dirty="0"/>
          </a:p>
          <a:p>
            <a:pPr algn="l"/>
            <a:r>
              <a:rPr dirty="0"/>
              <a:t>5. </a:t>
            </a:r>
            <a:r>
              <a:rPr dirty="0" err="1"/>
              <a:t>清心的人必得見</a:t>
            </a:r>
            <a:r>
              <a:rPr dirty="0"/>
              <a:t> </a:t>
            </a:r>
            <a:r>
              <a:rPr dirty="0" err="1"/>
              <a:t>神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AF11-55FD-E5F7-2DD6-9540BCF6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0831-FD48-5DFF-3AF9-88A12A0B9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sz="4400" b="1" dirty="0" err="1">
                <a:solidFill>
                  <a:srgbClr val="00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00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有福的人</a:t>
            </a:r>
            <a:r>
              <a:rPr dirty="0"/>
              <a:t>：</a:t>
            </a:r>
          </a:p>
          <a:p>
            <a:pPr algn="l"/>
            <a:r>
              <a:rPr dirty="0"/>
              <a:t>6. </a:t>
            </a:r>
            <a:r>
              <a:rPr dirty="0" err="1"/>
              <a:t>使人和睦的人必稱為</a:t>
            </a:r>
            <a:r>
              <a:rPr dirty="0"/>
              <a:t> </a:t>
            </a:r>
            <a:r>
              <a:rPr dirty="0" err="1"/>
              <a:t>神的兒子</a:t>
            </a:r>
            <a:endParaRPr dirty="0"/>
          </a:p>
          <a:p>
            <a:pPr algn="l"/>
            <a:r>
              <a:rPr dirty="0"/>
              <a:t>7. </a:t>
            </a:r>
            <a:r>
              <a:rPr dirty="0" err="1"/>
              <a:t>天國是為義受逼迫的人的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61163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sz="4400" b="1" dirty="0" err="1">
                <a:solidFill>
                  <a:srgbClr val="00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00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面對逼迫應當歡喜快樂</a:t>
            </a:r>
            <a:r>
              <a:rPr dirty="0"/>
              <a:t>：</a:t>
            </a:r>
          </a:p>
          <a:p>
            <a:pPr algn="l"/>
            <a:r>
              <a:rPr dirty="0"/>
              <a:t>1. </a:t>
            </a:r>
            <a:r>
              <a:rPr dirty="0" err="1"/>
              <a:t>天上的賞賜是大的</a:t>
            </a:r>
            <a:endParaRPr dirty="0"/>
          </a:p>
          <a:p>
            <a:pPr algn="l"/>
            <a:r>
              <a:rPr dirty="0"/>
              <a:t>2. </a:t>
            </a:r>
            <a:r>
              <a:rPr dirty="0" err="1"/>
              <a:t>有先知的榜樣為證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6F3FA908-8713-4E71-09E3-D37EDF478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FAC58615-CD39-3E28-AF15-4BCEF97D2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上帝所賜活命的話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奧妙聖經明記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報人識主使人知罪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恩典明明指示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敎咱識主旨意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59066D2-E5D5-E0CF-8FE1-6AF8CA0E3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012EEDE-E787-8302-AFF8-5A49E7CBF8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誠心來服事祂。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476303C2-BF53-7E71-A369-24CB2929E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0DFB7FBA-AA4D-DC31-7A9D-7A6D0C943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救主耶穌真理的話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奧妙愛疼極深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遍傳天下使人反悔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成做天頂國民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願咱地上罪人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97CD8BD-043A-4A9F-567D-D7DFAD3CD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682572D-8D70-F050-29B7-679BFC571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承受救主憐憫。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9183CAA9-CBB0-8170-BB4A-704F474A2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5C7C3EC1-0487-FE0E-0A86-928A28570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真道活命福音的聲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萬民歡喜來赴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聖經常讀真道常聽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深信永活的主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2ECB1BA-601F-87AE-7BFC-D6BD15199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70F3EB4-4C3A-49A6-9F57-41AFE7785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赦罪平安恩賜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榮光活命攏有。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54D1602-98B1-1BCF-D569-0520CB6AD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265E33A-B9A9-F444-FCDA-89462D7DD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聖餐</a:t>
            </a:r>
          </a:p>
        </p:txBody>
      </p:sp>
    </p:spTree>
    <p:extLst>
      <p:ext uri="{BB962C8B-B14F-4D97-AF65-F5344CB8AC3E}">
        <p14:creationId xmlns:p14="http://schemas.microsoft.com/office/powerpoint/2010/main" val="1073264047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215:</a:t>
            </a:r>
            <a:r>
              <a:rPr lang="zh-TW" altLang="en-US" dirty="0"/>
              <a:t>耶穌身軀替咱釘死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157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耶穌身軀替咱釘死</a:t>
            </a:r>
            <a:endParaRPr lang="en-US" altLang="zh-TW" dirty="0"/>
          </a:p>
          <a:p>
            <a:r>
              <a:rPr lang="zh-TW" altLang="en-US" dirty="0"/>
              <a:t>擘餅傳授奧妙道理</a:t>
            </a:r>
            <a:endParaRPr lang="en-US" altLang="zh-TW" dirty="0"/>
          </a:p>
          <a:p>
            <a:r>
              <a:rPr lang="zh-TW" altLang="en-US" dirty="0"/>
              <a:t>寶血流出會救學生</a:t>
            </a:r>
            <a:endParaRPr lang="en-US" altLang="zh-TW" dirty="0"/>
          </a:p>
          <a:p>
            <a:r>
              <a:rPr lang="zh-TW" altLang="en-US" dirty="0"/>
              <a:t>葡萄紅汁代代表明</a:t>
            </a:r>
            <a:endParaRPr lang="en-US" altLang="zh-TW" dirty="0"/>
          </a:p>
          <a:p>
            <a:r>
              <a:rPr lang="zh-TW" altLang="en-US" dirty="0"/>
              <a:t>阿們</a:t>
            </a:r>
          </a:p>
        </p:txBody>
      </p:sp>
    </p:spTree>
    <p:extLst>
      <p:ext uri="{BB962C8B-B14F-4D97-AF65-F5344CB8AC3E}">
        <p14:creationId xmlns:p14="http://schemas.microsoft.com/office/powerpoint/2010/main" val="87641941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1981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TW" altLang="en-US" sz="6600">
                <a:solidFill>
                  <a:srgbClr val="00FFFF"/>
                </a:solidFill>
              </a:rPr>
              <a:t>聖餐</a:t>
            </a:r>
          </a:p>
        </p:txBody>
      </p:sp>
      <p:sp>
        <p:nvSpPr>
          <p:cNvPr id="1177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sz="3200"/>
          </a:p>
          <a:p>
            <a:r>
              <a:rPr lang="zh-TW" altLang="en-US" sz="6600"/>
              <a:t>與主同桌</a:t>
            </a:r>
            <a:endParaRPr lang="en-US" altLang="zh-TW" sz="6600"/>
          </a:p>
          <a:p>
            <a:r>
              <a:rPr lang="zh-TW" altLang="en-US" sz="6600"/>
              <a:t>紀念主愛</a:t>
            </a:r>
            <a:endParaRPr lang="en-US" altLang="zh-TW" sz="6600"/>
          </a:p>
          <a:p>
            <a:endParaRPr lang="en-US" altLang="zh-TW" sz="3600"/>
          </a:p>
          <a:p>
            <a:r>
              <a:rPr lang="zh-TW" altLang="en-US" sz="3600"/>
              <a:t> </a:t>
            </a:r>
            <a:r>
              <a:rPr lang="en-US" altLang="zh-TW" sz="3600"/>
              <a:t>(</a:t>
            </a:r>
            <a:r>
              <a:rPr lang="zh-TW" altLang="en-US" sz="3600"/>
              <a:t>只幼兒洗，或尚未堅信洗禮者，請僅觀禮</a:t>
            </a:r>
            <a:r>
              <a:rPr lang="en-US" altLang="zh-TW" sz="3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4648572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英文堂將於 5/10（下週日）下午 2:30 舉辦母親節 BBQ 活動，邀請教會的媽媽們及家人一同參加，地 點：教會小停車場 (當天上午 11:30前請將車輛移出小 停車場，以利活動準備)。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維修同工招募：設備組徵求有意願一起修繕美化教會的弟兄姐妹</a:t>
            </a:r>
            <a:r>
              <a:rPr err="1"/>
              <a:t>,</a:t>
            </a:r>
            <a:r>
              <a:t>有心服事者請向郭景光長老或是潘堅執事報名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今天11:30在交誼廳,陳牧師帶領新的課</a:t>
            </a:r>
            <a:br>
              <a:rPr lang="en-US" dirty="0"/>
            </a:br>
            <a:r>
              <a:rPr dirty="0" err="1"/>
              <a:t>程：啟示錄第三課</a:t>
            </a:r>
            <a:r>
              <a:rPr dirty="0"/>
              <a:t> --</a:t>
            </a:r>
            <a:r>
              <a:rPr dirty="0" err="1"/>
              <a:t>主給七個教會的信</a:t>
            </a:r>
            <a:r>
              <a:rPr dirty="0"/>
              <a:t>(</a:t>
            </a:r>
            <a:r>
              <a:rPr dirty="0" err="1"/>
              <a:t>一</a:t>
            </a:r>
            <a:r>
              <a:rPr dirty="0"/>
              <a:t>), </a:t>
            </a:r>
            <a:r>
              <a:rPr dirty="0" err="1"/>
              <a:t>歡迎大家參加</a:t>
            </a:r>
            <a:r>
              <a:rPr dirty="0"/>
              <a:t>， </a:t>
            </a:r>
            <a:r>
              <a:rPr dirty="0" err="1"/>
              <a:t>線上</a:t>
            </a:r>
            <a:r>
              <a:rPr dirty="0"/>
              <a:t>: https://</a:t>
            </a:r>
            <a:r>
              <a:rPr dirty="0" err="1"/>
              <a:t>zoom.us</a:t>
            </a:r>
            <a:r>
              <a:rPr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週三線上聯合禱告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邀請您參加</a:t>
            </a:r>
            <a:r>
              <a:rPr dirty="0"/>
              <a:t> 5/06晚 8點台華語聯合禱告會,(</a:t>
            </a:r>
            <a:r>
              <a:rPr dirty="0" err="1"/>
              <a:t>線上</a:t>
            </a:r>
            <a:r>
              <a:rPr dirty="0"/>
              <a:t> https://</a:t>
            </a:r>
            <a:r>
              <a:rPr dirty="0" err="1"/>
              <a:t>zoom.us</a:t>
            </a:r>
            <a:r>
              <a:rPr dirty="0"/>
              <a:t>/j/529965674;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529965674</a:t>
            </a:r>
            <a:r>
              <a:rPr lang="en-US" dirty="0"/>
              <a:t>;</a:t>
            </a:r>
            <a:r>
              <a:rPr dirty="0"/>
              <a:t>電話 646-558-8656),</a:t>
            </a:r>
            <a:r>
              <a:rPr dirty="0" err="1"/>
              <a:t>教會所有事工都需要以禱告來到上帝面前,求上帝扶持祝福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週五線上查經</a:t>
            </a:r>
            <a:r>
              <a:rPr dirty="0"/>
              <a:t>---</a:t>
            </a:r>
            <a:br>
              <a:rPr lang="zh-TW" altLang="en-US" dirty="0"/>
            </a:br>
            <a:r>
              <a:rPr lang="en-US" altLang="zh-TW" dirty="0"/>
              <a:t>5/8 </a:t>
            </a:r>
            <a:r>
              <a:rPr lang="zh-TW" altLang="en-US" dirty="0"/>
              <a:t>晚 </a:t>
            </a:r>
            <a:r>
              <a:rPr lang="en-US" altLang="zh-TW" dirty="0"/>
              <a:t>8</a:t>
            </a:r>
            <a:r>
              <a:rPr lang="zh-TW" altLang="en-US" dirty="0"/>
              <a:t>點陳牧師帶領查考撒母耳記</a:t>
            </a:r>
            <a:br>
              <a:rPr lang="en-US" altLang="zh-TW" dirty="0"/>
            </a:br>
            <a:r>
              <a:rPr dirty="0" err="1"/>
              <a:t>上,請大家踴躍參加。zoom連結如同主日學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</a:t>
            </a:r>
            <a:r>
              <a:rPr dirty="0" err="1"/>
              <a:t>Elmhurst分區聚會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5/9 (</a:t>
            </a:r>
            <a:r>
              <a:rPr dirty="0" err="1"/>
              <a:t>六</a:t>
            </a:r>
            <a:r>
              <a:rPr dirty="0"/>
              <a:t>) </a:t>
            </a:r>
            <a:r>
              <a:rPr dirty="0" err="1"/>
              <a:t>晚上</a:t>
            </a:r>
            <a:r>
              <a:rPr dirty="0"/>
              <a:t> 6:30pm </a:t>
            </a:r>
            <a:r>
              <a:rPr dirty="0" err="1"/>
              <a:t>一家一菜聚餐在交誼廳,歡迎兄姐踴躍參加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中文學校,兒童事工,兄弟姐妹的健康</a:t>
            </a:r>
            <a:r>
              <a:rPr dirty="0"/>
              <a:t>, </a:t>
            </a:r>
            <a:r>
              <a:rPr dirty="0" err="1"/>
              <a:t>家人信主,年輕會友立業成家,紐約治</a:t>
            </a:r>
            <a:br>
              <a:rPr lang="en-US" dirty="0"/>
            </a:br>
            <a:r>
              <a:rPr dirty="0" err="1"/>
              <a:t>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7288</TotalTime>
  <Words>1935</Words>
  <Application>Microsoft Macintosh PowerPoint</Application>
  <PresentationFormat>Widescreen</PresentationFormat>
  <Paragraphs>326</Paragraphs>
  <Slides>74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54 : 同心讚美天父 (1/4)</vt:lpstr>
      <vt:lpstr>54 : 同心讚美天父  (2/4)</vt:lpstr>
      <vt:lpstr>54 : 同心讚美天父  (3/4)</vt:lpstr>
      <vt:lpstr>54 : 同心讚美天父  (4/4)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啟應文32: 以賽亞11</vt:lpstr>
      <vt:lpstr>啟應文32: 以賽亞11</vt:lpstr>
      <vt:lpstr>啟應文32: 以賽亞11</vt:lpstr>
      <vt:lpstr>啟應文32: 以賽亞11</vt:lpstr>
      <vt:lpstr>啟應文32: 以賽亞11</vt:lpstr>
      <vt:lpstr>啟應文32: 以賽亞11</vt:lpstr>
      <vt:lpstr>啟應文32: 以賽亞11</vt:lpstr>
      <vt:lpstr>啟應文32: 以賽亞11</vt:lpstr>
      <vt:lpstr>啟應文32: 以賽亞11</vt:lpstr>
      <vt:lpstr>PowerPoint Presentation</vt:lpstr>
      <vt:lpstr>PowerPoint Presentation</vt:lpstr>
      <vt:lpstr>人們需要主</vt:lpstr>
      <vt:lpstr>人們需要主</vt:lpstr>
      <vt:lpstr>人們需要主</vt:lpstr>
      <vt:lpstr>人們需要主</vt:lpstr>
      <vt:lpstr>人們需要主</vt:lpstr>
      <vt:lpstr>人們需要主</vt:lpstr>
      <vt:lpstr>人們需要主</vt:lpstr>
      <vt:lpstr>PowerPoint Presentation</vt:lpstr>
      <vt:lpstr>經文  馬太福音 5:1~12                                          (新約第5頁)</vt:lpstr>
      <vt:lpstr>馬太福音 5:1~12 </vt:lpstr>
      <vt:lpstr>馬太福音 5:1~12 </vt:lpstr>
      <vt:lpstr>馬太福音 5:1~12 </vt:lpstr>
      <vt:lpstr>今日信息</vt:lpstr>
      <vt:lpstr>PowerPoint Presentation</vt:lpstr>
      <vt:lpstr>PowerPoint Presentation</vt:lpstr>
      <vt:lpstr>PowerPoint Presentation</vt:lpstr>
      <vt:lpstr>PowerPoint Presentation</vt:lpstr>
      <vt:lpstr>462：上帝所賜活命的話 (1/3)</vt:lpstr>
      <vt:lpstr>462：上帝所賜活命的話 (1/3)</vt:lpstr>
      <vt:lpstr>462 ：上帝所賜活命的話 (2/3)</vt:lpstr>
      <vt:lpstr>462 ：上帝所賜活命的話 (2/3)</vt:lpstr>
      <vt:lpstr>462 ：上帝所賜活命的話 (3/3)</vt:lpstr>
      <vt:lpstr>462 ：上帝所賜活命的話 (3/3)</vt:lpstr>
      <vt:lpstr>462 ：上帝所賜活命的話 (3/3)</vt:lpstr>
      <vt:lpstr>PowerPoint Presentation</vt:lpstr>
      <vt:lpstr>奉獻</vt:lpstr>
      <vt:lpstr>奉獻詩: 我的生命獻給祢</vt:lpstr>
      <vt:lpstr>PowerPoint Presentation</vt:lpstr>
      <vt:lpstr>215:耶穌身軀替咱釘死 (1/3)</vt:lpstr>
      <vt:lpstr>聖餐</vt:lpstr>
      <vt:lpstr>PowerPoint Presentation</vt:lpstr>
      <vt:lpstr>PowerPoint Presentation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2026-05-02T11:39:27Z</dcterms:modified>
</cp:coreProperties>
</file>