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5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62" r:id="rId15"/>
    <p:sldId id="3880" r:id="rId16"/>
    <p:sldId id="256" r:id="rId17"/>
    <p:sldId id="3965" r:id="rId18"/>
    <p:sldId id="258" r:id="rId19"/>
    <p:sldId id="259" r:id="rId20"/>
    <p:sldId id="260" r:id="rId21"/>
    <p:sldId id="261" r:id="rId22"/>
    <p:sldId id="1901" r:id="rId23"/>
    <p:sldId id="753" r:id="rId24"/>
    <p:sldId id="2239" r:id="rId25"/>
    <p:sldId id="2240" r:id="rId26"/>
    <p:sldId id="2241" r:id="rId27"/>
    <p:sldId id="2242" r:id="rId28"/>
    <p:sldId id="3875" r:id="rId29"/>
    <p:sldId id="3966" r:id="rId30"/>
    <p:sldId id="303" r:id="rId31"/>
    <p:sldId id="299" r:id="rId32"/>
    <p:sldId id="300" r:id="rId33"/>
    <p:sldId id="304" r:id="rId34"/>
    <p:sldId id="301" r:id="rId35"/>
    <p:sldId id="302" r:id="rId36"/>
    <p:sldId id="3883" r:id="rId37"/>
    <p:sldId id="1884" r:id="rId38"/>
    <p:sldId id="3719" r:id="rId39"/>
    <p:sldId id="3967" r:id="rId40"/>
    <p:sldId id="3968" r:id="rId41"/>
    <p:sldId id="3969" r:id="rId42"/>
    <p:sldId id="3970" r:id="rId43"/>
    <p:sldId id="3971" r:id="rId44"/>
    <p:sldId id="3872" r:id="rId45"/>
    <p:sldId id="279" r:id="rId46"/>
    <p:sldId id="3762" r:id="rId47"/>
    <p:sldId id="3972" r:id="rId48"/>
    <p:sldId id="3973" r:id="rId49"/>
    <p:sldId id="3974" r:id="rId50"/>
    <p:sldId id="3975" r:id="rId51"/>
    <p:sldId id="3561" r:id="rId52"/>
    <p:sldId id="3563" r:id="rId53"/>
    <p:sldId id="3963" r:id="rId54"/>
    <p:sldId id="3964" r:id="rId55"/>
    <p:sldId id="1866" r:id="rId56"/>
    <p:sldId id="3976" r:id="rId57"/>
    <p:sldId id="3977" r:id="rId58"/>
    <p:sldId id="3978" r:id="rId59"/>
    <p:sldId id="3979" r:id="rId60"/>
    <p:sldId id="3980" r:id="rId61"/>
    <p:sldId id="3981" r:id="rId62"/>
    <p:sldId id="3982" r:id="rId63"/>
    <p:sldId id="263" r:id="rId64"/>
    <p:sldId id="264" r:id="rId65"/>
    <p:sldId id="3684" r:id="rId66"/>
    <p:sldId id="492" r:id="rId67"/>
    <p:sldId id="493" r:id="rId68"/>
    <p:sldId id="3871" r:id="rId69"/>
    <p:sldId id="761" r:id="rId70"/>
    <p:sldId id="3867" r:id="rId71"/>
    <p:sldId id="3933" r:id="rId72"/>
    <p:sldId id="3593" r:id="rId73"/>
    <p:sldId id="3912" r:id="rId74"/>
    <p:sldId id="3761" r:id="rId75"/>
    <p:sldId id="3865" r:id="rId76"/>
    <p:sldId id="3869" r:id="rId77"/>
    <p:sldId id="1870" r:id="rId78"/>
    <p:sldId id="639" r:id="rId79"/>
    <p:sldId id="360" r:id="rId80"/>
    <p:sldId id="1882" r:id="rId81"/>
    <p:sldId id="1883" r:id="rId8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commentAuthors" Target="commentAuthor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4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7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presProps" Target="presProps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slide" Target="slides/slide73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6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1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87" Type="http://schemas.openxmlformats.org/officeDocument/2006/relationships/theme" Target="theme/theme1.xml"/><Relationship Id="rId61" Type="http://schemas.openxmlformats.org/officeDocument/2006/relationships/slide" Target="slides/slide53.xml"/><Relationship Id="rId82" Type="http://schemas.openxmlformats.org/officeDocument/2006/relationships/slide" Target="slides/slide7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1EC410DC-9996-438D-817F-99627BFD15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A7432E6-3027-48A9-99B7-959114B40B1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624F6AA-AECD-4049-AF45-36BF5E89444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DFA86612-72E7-450B-8F28-7B508EA46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6CA96E54-D59A-47F0-992D-F88F2ABD65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11908AC-40C1-433B-B3D8-4D938CB2CE6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565CF5E6-FBBA-44E4-A84F-11B8A0EE61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7ADE566B-08BA-4C50-8D06-B30CE465DA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BC989D8-D120-4E62-9EB2-310613133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23793E-4B1B-4684-AD96-82F2F5617E5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3" name="Rectangle 7">
            <a:extLst>
              <a:ext uri="{FF2B5EF4-FFF2-40B4-BE49-F238E27FC236}">
                <a16:creationId xmlns:a16="http://schemas.microsoft.com/office/drawing/2014/main" id="{890E0A6D-C423-4E22-A8AB-6110AD10A3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4E5F93-98E4-446E-949B-B34B22A64B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9B100CA6-BEE1-4360-91B4-6086CE390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CE5812ED-4879-4776-B1BB-7E26A1B98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36960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5BC989D8-D120-4E62-9EB2-310613133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23793E-4B1B-4684-AD96-82F2F5617E5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3" name="Rectangle 7">
            <a:extLst>
              <a:ext uri="{FF2B5EF4-FFF2-40B4-BE49-F238E27FC236}">
                <a16:creationId xmlns:a16="http://schemas.microsoft.com/office/drawing/2014/main" id="{890E0A6D-C423-4E22-A8AB-6110AD10A310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E4E5F93-98E4-446E-949B-B34B22A64BA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56324" name="Rectangle 2">
            <a:extLst>
              <a:ext uri="{FF2B5EF4-FFF2-40B4-BE49-F238E27FC236}">
                <a16:creationId xmlns:a16="http://schemas.microsoft.com/office/drawing/2014/main" id="{9B100CA6-BEE1-4360-91B4-6086CE390B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5" name="Rectangle 3">
            <a:extLst>
              <a:ext uri="{FF2B5EF4-FFF2-40B4-BE49-F238E27FC236}">
                <a16:creationId xmlns:a16="http://schemas.microsoft.com/office/drawing/2014/main" id="{CE5812ED-4879-4776-B1BB-7E26A1B98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0270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D9479E0B-9A15-445F-B631-F42D321AC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B521B81-48CF-4255-BC54-2EA36D7D1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6661F72-829C-49DE-BA9D-188FE00CFF7E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21E90-383A-4BAE-B102-45187845C48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993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D9479E0B-9A15-445F-B631-F42D321ACE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B521B81-48CF-4255-BC54-2EA36D7D17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zh-TW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6661F72-829C-49DE-BA9D-188FE00CFF7E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1F21E90-383A-4BAE-B102-45187845C48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3565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BB8A9438-D86F-9C81-E268-A02F7DDDDE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ACEDC915-CD63-8247-C4DB-6EDEC6B4071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67F66F9D-2457-5245-678E-4D706CC686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06A53FA-4970-EE47-863A-C2CBD9666F42}" type="slidenum">
              <a:rPr lang="zh-TW" altLang="en-US"/>
              <a:pPr>
                <a:spcBef>
                  <a:spcPct val="0"/>
                </a:spcBef>
              </a:pPr>
              <a:t>22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>
            <a:extLst>
              <a:ext uri="{FF2B5EF4-FFF2-40B4-BE49-F238E27FC236}">
                <a16:creationId xmlns:a16="http://schemas.microsoft.com/office/drawing/2014/main" id="{4455433D-26A8-AFD1-31C1-DB8BA8C179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>
            <a:extLst>
              <a:ext uri="{FF2B5EF4-FFF2-40B4-BE49-F238E27FC236}">
                <a16:creationId xmlns:a16="http://schemas.microsoft.com/office/drawing/2014/main" id="{87EA423C-716E-8BBF-5A63-978A1B4C55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6148" name="Slide Number Placeholder 3">
            <a:extLst>
              <a:ext uri="{FF2B5EF4-FFF2-40B4-BE49-F238E27FC236}">
                <a16:creationId xmlns:a16="http://schemas.microsoft.com/office/drawing/2014/main" id="{26AF5F50-CCFF-2807-C706-F3F9AEDA38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5D5C2A-0C9E-B94E-BE27-4E6DB17E6779}" type="slidenum">
              <a:rPr lang="zh-TW" altLang="en-US"/>
              <a:pPr>
                <a:spcBef>
                  <a:spcPct val="0"/>
                </a:spcBef>
              </a:pPr>
              <a:t>23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>
            <a:extLst>
              <a:ext uri="{FF2B5EF4-FFF2-40B4-BE49-F238E27FC236}">
                <a16:creationId xmlns:a16="http://schemas.microsoft.com/office/drawing/2014/main" id="{015A53E8-3343-DB9F-B5C0-8E8FF9E3EA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Notes Placeholder 2">
            <a:extLst>
              <a:ext uri="{FF2B5EF4-FFF2-40B4-BE49-F238E27FC236}">
                <a16:creationId xmlns:a16="http://schemas.microsoft.com/office/drawing/2014/main" id="{9FBD6F2F-5919-62FD-C055-BF7599F2F3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8196" name="Slide Number Placeholder 3">
            <a:extLst>
              <a:ext uri="{FF2B5EF4-FFF2-40B4-BE49-F238E27FC236}">
                <a16:creationId xmlns:a16="http://schemas.microsoft.com/office/drawing/2014/main" id="{EE5CE3B4-FC7D-1CFE-FB7B-E2F505C8D2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259044-353C-5142-9886-408A4DCAD99A}" type="slidenum">
              <a:rPr lang="zh-TW" altLang="en-US"/>
              <a:pPr>
                <a:spcBef>
                  <a:spcPct val="0"/>
                </a:spcBef>
              </a:pPr>
              <a:t>24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9B45EDCD-AFD7-7DB4-ED12-008DDAD9122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0BC147CC-72EE-2C79-2A4E-33185DDA44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1601D1C3-DE1D-8E8D-0829-4204DECBD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B91BD8E-44F6-5647-8B0F-3948C074B666}" type="slidenum">
              <a:rPr lang="zh-TW" altLang="en-US"/>
              <a:pPr>
                <a:spcBef>
                  <a:spcPct val="0"/>
                </a:spcBef>
              </a:pPr>
              <a:t>25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29726061-53C8-0F82-F85B-2D4374256AF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E9E64B49-6779-8DAB-1585-1ACA3DCCC5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A7B64964-904B-DA8A-4FA8-768C92FEE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34E9E3-F408-B643-B6F9-C6A3986C57A9}" type="slidenum">
              <a:rPr lang="zh-TW" altLang="en-US"/>
              <a:pPr>
                <a:spcBef>
                  <a:spcPct val="0"/>
                </a:spcBef>
              </a:pPr>
              <a:t>26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79FF61F0-ADC7-C128-29D6-D619DF9A94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E83F320F-D1B8-9917-A94C-14D2587C488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C0E4E94E-1400-7552-7888-38D6B12C04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D3926B6-5A54-724C-94FB-6915099231EC}" type="slidenum">
              <a:rPr lang="zh-TW" altLang="en-US"/>
              <a:pPr>
                <a:spcBef>
                  <a:spcPct val="0"/>
                </a:spcBef>
              </a:pPr>
              <a:t>27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D461B5E7-F5E6-101D-A273-2B0B114B79D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D6C59502-7F50-05E5-84AD-0023FFFBEA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15AB3DF2-A814-16A2-811F-F19635D182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B721066-1093-BD4D-A25D-9E09B3058812}" type="slidenum">
              <a:rPr lang="zh-TW" altLang="en-US"/>
              <a:pPr>
                <a:spcBef>
                  <a:spcPct val="0"/>
                </a:spcBef>
              </a:pPr>
              <a:t>28</a:t>
            </a:fld>
            <a:endParaRPr lang="en-US" altLang="zh-TW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86D77373-45D0-436E-B714-488C8C4FF6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996DAD-3EF3-44AE-AE2C-6A61A2B7B0A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B3C5ED7B-2D2D-4AFA-8184-5BCFE780F4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BCCEF298-F2FA-40DD-8EB7-4E21F8521A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538EA7AC-BB75-4799-B85C-42C8C2D2A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097A644D-7AAE-4246-B102-3ED83FEBA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4265D60E-BC67-4A3B-9ACD-4C8D62BEA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2DA5DDD-0365-4658-A9BA-F4E688BC4A3E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EFACDB98-1177-4DDD-BE04-7EB7CBE86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B7434589-1F07-44B7-876B-2D6D978DD9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60078AB3-69A1-4BCA-897A-AED047C89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476298-393F-4B8D-9964-058FA35AE2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2338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0C22D-F88C-3C47-9306-A52EB751F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7FAEFCE5-128D-0EFA-894C-1F29279F74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D391B8B2-826D-2F4C-99F6-43699A384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2A7C248D-BBAD-54EF-6F21-C946AC3B0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476298-393F-4B8D-9964-058FA35AE2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35700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00189-428A-B240-033B-1A1F8FAAF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42E6698B-57AA-D564-A8FB-492AB6128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C16539D1-1A7C-F0EB-0376-88B49973E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 dirty="0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78626001-8EAE-0510-A393-404ABD329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476298-393F-4B8D-9964-058FA35AE2E8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772347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>
            <a:extLst>
              <a:ext uri="{FF2B5EF4-FFF2-40B4-BE49-F238E27FC236}">
                <a16:creationId xmlns:a16="http://schemas.microsoft.com/office/drawing/2014/main" id="{F476DD35-6DF7-4840-B211-EEFC2B33B9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>
            <a:extLst>
              <a:ext uri="{FF2B5EF4-FFF2-40B4-BE49-F238E27FC236}">
                <a16:creationId xmlns:a16="http://schemas.microsoft.com/office/drawing/2014/main" id="{4B3AD84D-7458-43FA-8082-4A528A58E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09572" name="Slide Number Placeholder 3">
            <a:extLst>
              <a:ext uri="{FF2B5EF4-FFF2-40B4-BE49-F238E27FC236}">
                <a16:creationId xmlns:a16="http://schemas.microsoft.com/office/drawing/2014/main" id="{09B2E288-F6FA-4637-A502-CEEEA5957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31EAB0E-33E0-444E-A822-DBFF24C3986D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>
            <a:extLst>
              <a:ext uri="{FF2B5EF4-FFF2-40B4-BE49-F238E27FC236}">
                <a16:creationId xmlns:a16="http://schemas.microsoft.com/office/drawing/2014/main" id="{D5825BA7-6CF5-46E9-AA47-674F2C121C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>
            <a:extLst>
              <a:ext uri="{FF2B5EF4-FFF2-40B4-BE49-F238E27FC236}">
                <a16:creationId xmlns:a16="http://schemas.microsoft.com/office/drawing/2014/main" id="{3596B254-308A-4930-ACFC-EDA261231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11620" name="Slide Number Placeholder 3">
            <a:extLst>
              <a:ext uri="{FF2B5EF4-FFF2-40B4-BE49-F238E27FC236}">
                <a16:creationId xmlns:a16="http://schemas.microsoft.com/office/drawing/2014/main" id="{9705D800-596B-46B0-8E2E-36601F9FD8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C351755-6442-40F6-AE25-82D2623FA99B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>
            <a:extLst>
              <a:ext uri="{FF2B5EF4-FFF2-40B4-BE49-F238E27FC236}">
                <a16:creationId xmlns:a16="http://schemas.microsoft.com/office/drawing/2014/main" id="{182064CD-C2F9-4243-9B48-4BE51196B1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CDCC69C-B5F2-445E-84F8-289C69961D33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20835" name="Rectangle 2">
            <a:extLst>
              <a:ext uri="{FF2B5EF4-FFF2-40B4-BE49-F238E27FC236}">
                <a16:creationId xmlns:a16="http://schemas.microsoft.com/office/drawing/2014/main" id="{2AB674AC-6647-472F-81B8-1F7B6B2FB7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120836" name="Rectangle 3">
            <a:extLst>
              <a:ext uri="{FF2B5EF4-FFF2-40B4-BE49-F238E27FC236}">
                <a16:creationId xmlns:a16="http://schemas.microsoft.com/office/drawing/2014/main" id="{FDF60BB2-5467-4054-9A71-6ED527C425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0DFA4-E654-36BB-90D0-1C425645D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10765AA3-AF7E-546F-3BD7-79019CC7A5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7A1F85E8-3D29-878D-39A2-50F352300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89031C3E-F823-7729-EBFC-9657961906E0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B93C00-DD99-4C04-A27D-B5DD3B63F02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58692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C2EEC-2420-9BE9-11EC-19D2406D7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194AC839-6A21-6545-5473-A79967B2D7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8E2A1B75-31FA-D4C0-28E8-8026D73ADF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70BC8F57-F17B-5674-83F6-F67DB6A85AC8}"/>
              </a:ext>
            </a:extLst>
          </p:cNvPr>
          <p:cNvSpPr txBox="1">
            <a:spLocks noGrp="1"/>
          </p:cNvSpPr>
          <p:nvPr/>
        </p:nvSpPr>
        <p:spPr bwMode="auto">
          <a:xfrm>
            <a:off x="4022725" y="8916988"/>
            <a:ext cx="307816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229" tIns="47114" rIns="94229" bIns="47114" anchor="b"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B93C00-DD99-4C04-A27D-B5DD3B63F02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84881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9DFACEE4-2A07-49C0-8B63-9B9EDAA4CB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DA5F214F-CDF5-461F-AA1F-B384C2D7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5A4EFB5F-D812-47BC-9473-7C64994F9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95582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11970-6395-F5A4-A3BF-AA2508E72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B36AC20C-4D9A-23BA-1EB9-C99727E140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B518261A-2F31-E7C6-5745-6118FFF46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D7D42F79-C8BC-C430-06B4-2069CE793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23027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F54D4-6E92-82E2-84A3-E4ACBD71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A1302BC1-ACA2-AC53-A897-E82FB1AC3B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D4A86134-DEAF-8E97-BD39-04CE7DD41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146BA5D7-1EB9-CD39-FDA1-C560BBCB4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23001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0F1A-A15F-9419-C00A-88EBD11C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66435C6E-0FCC-061D-4C25-3BDEB900E1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FEFA31A6-D766-829F-C352-8A532645C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6EC623B9-F789-30B6-252C-97429622D6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129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893B8-EDE0-6257-EEAE-E2440B9F4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392A1125-B6E5-792C-1673-73F9AE20D4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46FCB36D-9E2B-3D7C-EB6D-0B8FAD76D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1F1AD970-D8B4-A408-57D7-749778FBA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FA3B751-81BD-4BE3-B42E-720FC07C47E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845884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>
            <a:extLst>
              <a:ext uri="{FF2B5EF4-FFF2-40B4-BE49-F238E27FC236}">
                <a16:creationId xmlns:a16="http://schemas.microsoft.com/office/drawing/2014/main" id="{C11C0B5C-B712-4C11-9BE6-5C57EE6579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Notes Placeholder 2">
            <a:extLst>
              <a:ext uri="{FF2B5EF4-FFF2-40B4-BE49-F238E27FC236}">
                <a16:creationId xmlns:a16="http://schemas.microsoft.com/office/drawing/2014/main" id="{1B475E55-AA0F-45CC-8E7C-9946AA1A4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8244" name="Slide Number Placeholder 3">
            <a:extLst>
              <a:ext uri="{FF2B5EF4-FFF2-40B4-BE49-F238E27FC236}">
                <a16:creationId xmlns:a16="http://schemas.microsoft.com/office/drawing/2014/main" id="{CD334585-0965-4965-BEA7-797ECA1825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C02107-1311-4D9A-A6A1-C385B6C94154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D215C738-0CD0-46D5-B2F2-21AA74F587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D1428A-68A1-4B3E-B5E5-18481569FFD0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F339784A-C157-4474-B85E-4AD1826D6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C5CB0B8B-3275-419C-A2A1-7D357FE9A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B10B6681-EF6D-440C-B200-2374890EFC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8901912-E887-4F58-BB6D-4723667276CA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2EB758D3-D033-4EDD-A142-E7D6EAE5F1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E2F09781-D859-4C48-9CEC-E400A51A26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34FC83D8-E09A-4919-BA1F-2BF138D32C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922FBB0-98F9-4015-AA99-6FF91A8BCE6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06D468DA-AEFC-4B2E-9EDB-D4D2B4EC39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7C28B0B0-1C25-4FF4-AD58-D79340ABC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572343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B4A9E695-874F-FA68-8A9C-0EDB744A32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4996F4D9-062D-E7B2-EAD0-2359AAA7F5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差遣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(chhe-khián)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聖子降世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就是耶穌替我死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復活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zh-TW" altLang="en-US" sz="32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(chiuⁿ  thiⁿ)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29831E4D-9D0A-DA53-80A7-09D0DBE64A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204B9A4-F47F-6B6F-AD9A-7256D77E1C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781F7B3-1604-67CE-AC98-B4DD06618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B2C18F7-2F61-415F-0958-744D59509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賞賜我保惠師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就是真理的聖神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要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D8BFCD-CED8-D6C1-9580-55869A15D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E9E7FB6-F90D-FCDF-A540-AADDF6878E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D58BEA6-5993-453D-49E3-BC11453B8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5C7E062-2D74-C1FB-2044-C216C5BB3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我讚美聖神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助我靠主深信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向前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跑走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(pháu-cháu)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到天堂我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兜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(tau)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46C698D-E830-7B47-9776-592AE4EDAC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454: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我讚美天父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2685452-37D3-8058-B0A0-DF1BC7D6DE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是我心所願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福氣權能榮光歸主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直直到永遠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820002"/>
      </p:ext>
    </p:extLst>
  </p:cSld>
  <p:clrMapOvr>
    <a:masterClrMapping/>
  </p:clrMapOvr>
  <p:transition spd="slow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  <p:transition spd="slow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6492079"/>
      </p:ext>
    </p:extLst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  <p:extLst>
      <p:ext uri="{BB962C8B-B14F-4D97-AF65-F5344CB8AC3E}">
        <p14:creationId xmlns:p14="http://schemas.microsoft.com/office/powerpoint/2010/main" val="3118640233"/>
      </p:ext>
    </p:extLst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104403129"/>
      </p:ext>
    </p:extLst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6241495"/>
      </p:ext>
    </p:extLst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05E58-5D45-1DDE-D42E-D10B4AA3D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79CD2-CB4D-D6CD-D28C-293809367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584C-676D-921D-21A2-1C9528B7D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495861"/>
      </p:ext>
    </p:extLst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3D0E996-28A4-86D7-5194-175C0D362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AB8F259-091A-43E7-2B9F-BE7C28CCD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(o-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ló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你當讚美耶和華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sz="4800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我一生要讚美耶和華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活的時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要唱歌讚美我的上帝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A614B16-EA32-5FCD-5677-596438A4F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C229B294-F81E-3F06-53BE-00AEB049F7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恁勿得倚靠君王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勿得倚靠世間人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nl-NL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in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一點仔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不能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boē-oē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幫助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他一下斷氣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就歸土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他所計劃的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在彼日就消滅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DB3D82C-EA21-111E-1AB5-715787DA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896591A-7288-6041-D775-154057AC6A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有雅各的上帝做他的幫助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盼望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ǹg-bāng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他的上帝耶和華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此號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CF8C4B1-CC2E-1B9D-1985-90849476C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4E94826-A58D-DB56-4742-45386FCCC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祂是創造天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海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及其中的萬物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祂保守誠實到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永遠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祂為着受冤屈的人伸冤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賞賜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食物給饑餓者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lnSpc>
                <a:spcPts val="5000"/>
              </a:lnSpc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chia̍h-mi̍h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iau-gō</a:t>
            </a:r>
            <a:r>
              <a:rPr lang="en-US" altLang="zh-TW" sz="1800" dirty="0">
                <a:latin typeface="Arial" panose="020B0604020202020204" pitchFamily="34" charset="0"/>
                <a:ea typeface="標楷體" panose="03000509000000000000" pitchFamily="49" charset="-120"/>
              </a:rPr>
              <a:t> 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endParaRPr lang="en-US" altLang="zh-TW" sz="3200" dirty="0">
              <a:solidFill>
                <a:srgbClr val="FFFF00"/>
              </a:solidFill>
              <a:latin typeface="Arial" panose="020B0604020202020204" pitchFamily="34" charset="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77F145-F43F-C11E-7F30-8D9A7BDA0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EDC02-171C-ACF0-DBB3-E7C524915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64008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耶和華釋放受關監者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睛盲人的目睭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endParaRPr lang="nl-NL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nl-NL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chhi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mî-lâng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ba̍k-chiu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耶和華扶起受壓制的人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愛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thià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惜義人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89DD47E-5D8A-99B1-7F3C-DE2282DA6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939D3CE-91CC-3CBA-3C35-27AA9FDDD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耶和華保護出外人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扶持孤兒寡婦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獨獨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惡人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phái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lâng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的道路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hō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͘  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曲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khiau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D1CF2996-8C59-3B39-C656-A028360BD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29: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詩篇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146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1910A26-36BC-384C-DE70-B26F17AFC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2192000" cy="58674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beh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做王到永遠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錫安啊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你的上帝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做王到萬代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>
              <a:spcBef>
                <a:spcPct val="0"/>
              </a:spcBef>
            </a:pPr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>
              <a:spcBef>
                <a:spcPct val="0"/>
              </a:spcBef>
            </a:pP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齊聲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):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(o-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ló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32EF-4CB2-8EC2-9291-9B9E79CF9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5825593"/>
      </p:ext>
    </p:extLst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0B90266-1CF3-40BD-9A15-877E27658A89}"/>
              </a:ext>
            </a:extLst>
          </p:cNvPr>
          <p:cNvSpPr txBox="1"/>
          <p:nvPr/>
        </p:nvSpPr>
        <p:spPr>
          <a:xfrm>
            <a:off x="981777" y="2786743"/>
            <a:ext cx="10501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zh-TW" altLang="en-US" sz="6000" b="1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獻詩</a:t>
            </a:r>
            <a:r>
              <a:rPr kumimoji="1" lang="en-US" altLang="zh-TW" sz="6000" b="1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kumimoji="1" lang="zh-TW" altLang="en-US" sz="6000" b="1" kern="0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耶穌 耶穌</a:t>
            </a:r>
            <a:endParaRPr kumimoji="1" lang="zh-TW" altLang="en-US" sz="6000" b="1" strike="noStrike" kern="0" cap="none" spc="0" normalizeH="0" baseline="0" noProof="0" dirty="0">
              <a:ln>
                <a:noFill/>
              </a:ln>
              <a:solidFill>
                <a:srgbClr val="66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52023287"/>
      </p:ext>
    </p:extLst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  <p:extLst>
      <p:ext uri="{BB962C8B-B14F-4D97-AF65-F5344CB8AC3E}">
        <p14:creationId xmlns:p14="http://schemas.microsoft.com/office/powerpoint/2010/main" val="117985102"/>
      </p:ext>
    </p:extLst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D984D-0D95-4212-50F9-1ED079865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2D603AFB-D97D-015A-0DEB-C6E610CC78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491465A-E4E6-6F60-BA97-21C22B7FC6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  <p:extLst>
      <p:ext uri="{BB962C8B-B14F-4D97-AF65-F5344CB8AC3E}">
        <p14:creationId xmlns:p14="http://schemas.microsoft.com/office/powerpoint/2010/main" val="479614045"/>
      </p:ext>
    </p:extLst>
  </p:cSld>
  <p:clrMapOvr>
    <a:masterClrMapping/>
  </p:clrMapOvr>
  <p:transition spd="slow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DA2A7-CA3C-D1B8-B6B2-84D085EF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C545CB51-AA00-1571-3808-DBAC8DE2D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2B21B2B5-7446-41EC-ACAB-3C1484ABE0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聖潔的救贖主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豐富祂賞賜</a:t>
            </a:r>
          </a:p>
          <a:p>
            <a:r>
              <a:rPr lang="zh-TW" altLang="en-US" dirty="0"/>
              <a:t>耶穌噢耶穌</a:t>
            </a:r>
            <a:r>
              <a:rPr lang="en-US" altLang="zh-TW" dirty="0"/>
              <a:t>﹐</a:t>
            </a:r>
            <a:r>
              <a:rPr lang="zh-TW" altLang="en-US" dirty="0"/>
              <a:t>至高的聖羊羔</a:t>
            </a:r>
          </a:p>
          <a:p>
            <a:r>
              <a:rPr lang="zh-TW" altLang="en-US" dirty="0"/>
              <a:t>耶穌耶穌</a:t>
            </a:r>
            <a:r>
              <a:rPr lang="en-US" altLang="zh-TW" dirty="0"/>
              <a:t>﹐</a:t>
            </a:r>
            <a:r>
              <a:rPr lang="zh-TW" altLang="en-US" dirty="0"/>
              <a:t>全能醫治主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  <p:extLst>
      <p:ext uri="{BB962C8B-B14F-4D97-AF65-F5344CB8AC3E}">
        <p14:creationId xmlns:p14="http://schemas.microsoft.com/office/powerpoint/2010/main" val="43065988"/>
      </p:ext>
    </p:extLst>
  </p:cSld>
  <p:clrMapOvr>
    <a:masterClrMapping/>
  </p:clrMapOvr>
  <p:transition spd="slow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94858-A780-50D2-3D79-CF343D49D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63E8ACF2-4446-F04B-001A-E6A485B394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6BECDD58-6220-1398-23CC-5B09715A6B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57428716"/>
      </p:ext>
    </p:extLst>
  </p:cSld>
  <p:clrMapOvr>
    <a:masterClrMapping/>
  </p:clrMapOvr>
  <p:transition spd="slow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71DF0-9080-6F29-78FB-8479ADA3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DBE5B240-89EE-679C-7E73-D4EC7AD56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B0065F13-9580-00BF-CE93-03B484CE5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  <a:p>
            <a:r>
              <a:rPr lang="zh-TW" altLang="en-US" dirty="0"/>
              <a:t>祢是古早現在佇在的主</a:t>
            </a:r>
          </a:p>
          <a:p>
            <a:r>
              <a:rPr lang="zh-TW" altLang="en-US" dirty="0"/>
              <a:t>永無改變</a:t>
            </a:r>
          </a:p>
          <a:p>
            <a:r>
              <a:rPr lang="zh-TW" altLang="en-US" dirty="0"/>
              <a:t>乎有活氣的攏講</a:t>
            </a:r>
          </a:p>
          <a:p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  <a:r>
              <a:rPr lang="en-US" altLang="zh-TW" dirty="0"/>
              <a:t>﹑</a:t>
            </a:r>
            <a:r>
              <a:rPr lang="zh-TW" altLang="en-US" dirty="0"/>
              <a:t>聖哉</a:t>
            </a:r>
          </a:p>
        </p:txBody>
      </p:sp>
    </p:spTree>
    <p:extLst>
      <p:ext uri="{BB962C8B-B14F-4D97-AF65-F5344CB8AC3E}">
        <p14:creationId xmlns:p14="http://schemas.microsoft.com/office/powerpoint/2010/main" val="4029727760"/>
      </p:ext>
    </p:extLst>
  </p:cSld>
  <p:clrMapOvr>
    <a:masterClrMapping/>
  </p:clrMapOvr>
  <p:transition spd="slow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2D275-F5B7-7F54-E6EE-CAE389BED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795F912B-9AD9-5AEE-9CDC-1DBFE58E0B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26609"/>
            <a:ext cx="12192000" cy="436100"/>
          </a:xfrm>
        </p:spPr>
        <p:txBody>
          <a:bodyPr/>
          <a:lstStyle/>
          <a:p>
            <a:r>
              <a:rPr lang="zh-TW" altLang="en-US" dirty="0"/>
              <a:t>耶穌 耶穌</a:t>
            </a:r>
            <a:endParaRPr kumimoji="1" lang="zh-TW" altLang="en-US" sz="4400" dirty="0"/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82DFF058-3005-FB68-1B91-A093430103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745435"/>
            <a:ext cx="12192000" cy="6112565"/>
          </a:xfrm>
        </p:spPr>
        <p:txBody>
          <a:bodyPr/>
          <a:lstStyle/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  <a:p>
            <a:r>
              <a:rPr lang="zh-TW" altLang="en-US" dirty="0"/>
              <a:t>只有祢會堪得一切嘔咾</a:t>
            </a:r>
          </a:p>
          <a:p>
            <a:r>
              <a:rPr lang="zh-TW" altLang="en-US" dirty="0"/>
              <a:t>尊貴和榮耀</a:t>
            </a:r>
          </a:p>
        </p:txBody>
      </p:sp>
    </p:spTree>
    <p:extLst>
      <p:ext uri="{BB962C8B-B14F-4D97-AF65-F5344CB8AC3E}">
        <p14:creationId xmlns:p14="http://schemas.microsoft.com/office/powerpoint/2010/main" val="1716004299"/>
      </p:ext>
    </p:extLst>
  </p:cSld>
  <p:clrMapOvr>
    <a:masterClrMapping/>
  </p:clrMapOvr>
  <p:transition spd="slow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8B90-2098-64EE-3EA0-C21EE1FE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8722239"/>
      </p:ext>
    </p:extLst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7DE79DA-2AD6-410E-AE2B-D2D4BEC4903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4746" y="2086708"/>
            <a:ext cx="12037254" cy="200025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solidFill>
                  <a:srgbClr val="00FFFF"/>
                </a:solidFill>
                <a:ea typeface="標楷體" panose="03000509000000000000" pitchFamily="65" charset="-120"/>
              </a:rPr>
              <a:t>經文</a:t>
            </a:r>
            <a:br>
              <a:rPr lang="en-US" altLang="zh-TW" sz="54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br>
              <a:rPr lang="en-US" altLang="zh-TW" sz="4000" b="1" u="sng" dirty="0">
                <a:solidFill>
                  <a:srgbClr val="00FFFF"/>
                </a:solidFill>
                <a:ea typeface="標楷體" panose="03000509000000000000" pitchFamily="65" charset="-120"/>
              </a:rPr>
            </a:b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尼希米記 </a:t>
            </a:r>
            <a:r>
              <a:rPr lang="en-US" altLang="zh-TW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13:15~22</a:t>
            </a:r>
            <a:r>
              <a:rPr lang="zh-TW" altLang="en-US" sz="7200" b="1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                                       </a:t>
            </a:r>
            <a:br>
              <a:rPr lang="en-US" altLang="zh-TW" sz="7200" b="1" kern="100" dirty="0">
                <a:solidFill>
                  <a:schemeClr val="tx1"/>
                </a:solidFill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5400" b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舊約第</a:t>
            </a:r>
            <a:r>
              <a:rPr lang="en-US" altLang="zh-TW" sz="5400" b="1">
                <a:solidFill>
                  <a:srgbClr val="FFFF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614</a:t>
            </a:r>
            <a:r>
              <a:rPr lang="zh-TW" altLang="en-US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頁</a:t>
            </a:r>
            <a:r>
              <a:rPr lang="en-US" altLang="zh-TW" sz="5400" b="1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1DD74-CE56-147B-D3B8-8039A6C3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D616527A-E07A-FE29-A3EB-539E6418386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6F48167C-DD09-AF05-8399-C81171E0964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15.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那些日子，我在猶大見有人在安息日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醡酒（原文是踹酒醡），搬運禾捆馱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在驢上，又把酒、葡萄、無花果，和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各樣的擔子在安息日擔入耶路撒冷，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我就在他們賣食物的那日警戒他們。</a:t>
            </a:r>
          </a:p>
        </p:txBody>
      </p:sp>
    </p:spTree>
    <p:extLst>
      <p:ext uri="{BB962C8B-B14F-4D97-AF65-F5344CB8AC3E}">
        <p14:creationId xmlns:p14="http://schemas.microsoft.com/office/powerpoint/2010/main" val="1294196623"/>
      </p:ext>
    </p:extLst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C473-4C16-FDAE-8D74-3289AC926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7E41810C-2956-9FF2-F6E5-7BD943914F0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A31A4DF7-C933-B995-95FD-34EE446627C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16.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又有推羅人住在耶路撒冷；他們把魚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和各樣貨物運進來，在安息日賣給猶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大人。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17.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我就斥責猶大的貴冑說：你們怎麼行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這惡事犯了安息日呢？</a:t>
            </a:r>
          </a:p>
        </p:txBody>
      </p:sp>
    </p:spTree>
    <p:extLst>
      <p:ext uri="{BB962C8B-B14F-4D97-AF65-F5344CB8AC3E}">
        <p14:creationId xmlns:p14="http://schemas.microsoft.com/office/powerpoint/2010/main" val="256856072"/>
      </p:ext>
    </p:extLst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8AF95-4163-0C21-3E69-A0769855E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48B0A8CB-678B-F2E5-294B-FF681CD099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2420C11C-5A89-8A76-918D-555AB581A71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18.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從前你們列祖豈不是這樣行，以致我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們神使一切災禍臨到我們和這城麼？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現在你們還犯安息日，使忿怒越發臨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到以色列！</a:t>
            </a:r>
          </a:p>
        </p:txBody>
      </p:sp>
    </p:spTree>
    <p:extLst>
      <p:ext uri="{BB962C8B-B14F-4D97-AF65-F5344CB8AC3E}">
        <p14:creationId xmlns:p14="http://schemas.microsoft.com/office/powerpoint/2010/main" val="3846272475"/>
      </p:ext>
    </p:extLst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10499-01DC-22A4-618C-C5491B363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3D453152-0914-485B-4E92-CE43D84F0D5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8CA95109-0633-4C8F-D324-902DFA070F3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19.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在安息日的前一日，耶路撒冷城門有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黑影的時候，我就吩咐人將門關鎖，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不過安息日不准開放。我又派我幾個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僕人管理城門，免得有人在安息日擔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甚麼擔子進城。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20.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於是商人和販賣各樣貨物的，一兩次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住宿在耶路撒冷城外。</a:t>
            </a:r>
          </a:p>
        </p:txBody>
      </p:sp>
    </p:spTree>
    <p:extLst>
      <p:ext uri="{BB962C8B-B14F-4D97-AF65-F5344CB8AC3E}">
        <p14:creationId xmlns:p14="http://schemas.microsoft.com/office/powerpoint/2010/main" val="218704865"/>
      </p:ext>
    </p:extLst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66354B-F3B5-B5AA-A581-6618146E0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1CB27A97-182B-8B4B-18C8-73DCD102750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12192000" cy="1561514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TW" altLang="en-US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尼希米記 </a:t>
            </a:r>
            <a:r>
              <a:rPr lang="en-US" altLang="zh-TW" b="1" u="sng" dirty="0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rPr>
              <a:t>13:15~22</a:t>
            </a:r>
            <a:br>
              <a:rPr lang="zh-TW" altLang="en-US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en-US" altLang="zh-TW" dirty="0">
              <a:solidFill>
                <a:srgbClr val="66FF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F429A072-F149-AAA7-A28B-6B37B022CA3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-22035" y="815926"/>
            <a:ext cx="12537195" cy="6084277"/>
          </a:xfrm>
          <a:solidFill>
            <a:schemeClr val="tx1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21.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我就警戒他們說：你們為何在城外住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宿呢？若再這樣，我必下手拿辦你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們。從此以後，他們在安息日不再來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了。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22.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我吩咐利未人潔淨自己，來守城門，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使安息日為聖。我的神啊，求你因這</a:t>
            </a:r>
            <a:b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   </a:t>
            </a:r>
            <a:r>
              <a:rPr lang="zh-TW" altLang="en-US" sz="5400" b="1" dirty="0">
                <a:solidFill>
                  <a:schemeClr val="bg1"/>
                </a:solidFill>
                <a:latin typeface="DFKai-SB" panose="03000509000000000000" pitchFamily="65" charset="-120"/>
                <a:ea typeface="DFKai-SB" panose="03000509000000000000" pitchFamily="65" charset="-120"/>
              </a:rPr>
              <a:t>事記念我，照你的大慈愛憐恤我。</a:t>
            </a:r>
          </a:p>
        </p:txBody>
      </p:sp>
    </p:spTree>
    <p:extLst>
      <p:ext uri="{BB962C8B-B14F-4D97-AF65-F5344CB8AC3E}">
        <p14:creationId xmlns:p14="http://schemas.microsoft.com/office/powerpoint/2010/main" val="4222374741"/>
      </p:ext>
    </p:extLst>
  </p:cSld>
  <p:clrMapOvr>
    <a:masterClrMapping/>
  </p:clrMapOvr>
  <p:transition spd="slow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>
            <a:extLst>
              <a:ext uri="{FF2B5EF4-FFF2-40B4-BE49-F238E27FC236}">
                <a16:creationId xmlns:a16="http://schemas.microsoft.com/office/drawing/2014/main" id="{9D5B920E-0558-4A51-9F49-71F04837CD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2192000" cy="1412631"/>
          </a:xfrm>
        </p:spPr>
        <p:txBody>
          <a:bodyPr/>
          <a:lstStyle/>
          <a:p>
            <a:br>
              <a:rPr lang="en-US" altLang="zh-TW" dirty="0">
                <a:solidFill>
                  <a:srgbClr val="00FFFF"/>
                </a:solidFill>
              </a:rPr>
            </a:br>
            <a:br>
              <a:rPr lang="en-US" altLang="zh-TW" dirty="0">
                <a:solidFill>
                  <a:srgbClr val="00FFFF"/>
                </a:solidFill>
              </a:rPr>
            </a:br>
            <a:r>
              <a:rPr lang="zh-TW" altLang="en-US" dirty="0">
                <a:solidFill>
                  <a:srgbClr val="00FFFF"/>
                </a:solidFill>
              </a:rPr>
              <a:t>今日信息</a:t>
            </a:r>
            <a:br>
              <a:rPr lang="en-US" altLang="zh-TW" dirty="0">
                <a:solidFill>
                  <a:srgbClr val="00FFFF"/>
                </a:solidFill>
              </a:rPr>
            </a:br>
            <a:br>
              <a:rPr lang="en-US" altLang="zh-TW" dirty="0">
                <a:solidFill>
                  <a:srgbClr val="00FFFF"/>
                </a:solidFill>
              </a:rPr>
            </a:br>
            <a:endParaRPr lang="zh-TW" altLang="en-US" dirty="0"/>
          </a:p>
        </p:txBody>
      </p:sp>
      <p:sp>
        <p:nvSpPr>
          <p:cNvPr id="88067" name="Content Placeholder 2">
            <a:extLst>
              <a:ext uri="{FF2B5EF4-FFF2-40B4-BE49-F238E27FC236}">
                <a16:creationId xmlns:a16="http://schemas.microsoft.com/office/drawing/2014/main" id="{E34375A6-1860-4756-A666-98EAF8399A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457200" y="2110154"/>
            <a:ext cx="13325541" cy="3155182"/>
          </a:xfrm>
        </p:spPr>
        <p:txBody>
          <a:bodyPr/>
          <a:lstStyle/>
          <a:p>
            <a:pPr marL="0" lvl="0" indent="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sz="8000" dirty="0"/>
              <a:t>根據律法生活</a:t>
            </a:r>
            <a:br>
              <a:rPr lang="en-US" altLang="zh-TW" sz="8000" dirty="0"/>
            </a:br>
            <a:r>
              <a:rPr kumimoji="0" lang="en-US" altLang="zh-TW" sz="5000" b="1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             </a:t>
            </a:r>
            <a:r>
              <a:rPr kumimoji="0" lang="zh-TW" altLang="en-US" sz="4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Times New Roman" panose="02020603050405020304" pitchFamily="18" charset="0"/>
              </a:rPr>
              <a:t>陳信銘牧師</a:t>
            </a:r>
            <a:endParaRPr kumimoji="0" lang="en-US" altLang="zh-TW" sz="4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274E71FE-D676-4BCC-A25E-21A531903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148856"/>
            <a:ext cx="12192000" cy="6858000"/>
          </a:xfrm>
        </p:spPr>
        <p:txBody>
          <a:bodyPr/>
          <a:lstStyle/>
          <a:p>
            <a:pPr marL="0" marR="0" lvl="0" indent="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今日信息</a:t>
            </a:r>
            <a:endParaRPr kumimoji="0" lang="en-US" altLang="zh-TW" sz="4400" b="1" i="0" u="sng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TW" altLang="en-US" dirty="0"/>
              <a:t>一</a:t>
            </a:r>
            <a:r>
              <a:rPr lang="en-US" altLang="zh-TW" dirty="0"/>
              <a:t>.</a:t>
            </a:r>
            <a:r>
              <a:rPr lang="zh-TW" altLang="en-US" dirty="0"/>
              <a:t>做安息日不可做的事</a:t>
            </a:r>
            <a:r>
              <a:rPr lang="en-US" altLang="zh-TW" dirty="0"/>
              <a:t>:</a:t>
            </a: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1.</a:t>
            </a:r>
            <a:r>
              <a:rPr lang="zh-TW" altLang="en-US" dirty="0"/>
              <a:t>在安息日醡酒、搬運禾捆</a:t>
            </a: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2.</a:t>
            </a:r>
            <a:r>
              <a:rPr lang="zh-TW" altLang="en-US" dirty="0"/>
              <a:t>把酒、葡萄、無花果</a:t>
            </a:r>
            <a:r>
              <a:rPr lang="en-US" altLang="zh-TW" dirty="0"/>
              <a:t>,</a:t>
            </a:r>
            <a:r>
              <a:rPr lang="zh-TW" altLang="en-US" dirty="0"/>
              <a:t>和各樣的擔</a:t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zh-TW" altLang="en-US" dirty="0"/>
              <a:t>子在安息日擔入耶路撒冷</a:t>
            </a:r>
          </a:p>
          <a:p>
            <a:pPr marL="0" lvl="0" indent="285750"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TW" dirty="0"/>
              <a:t>3.</a:t>
            </a:r>
            <a:r>
              <a:rPr lang="zh-TW" altLang="en-US" dirty="0"/>
              <a:t>泰爾人把魚和各樣貨物運進耶路撒</a:t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zh-TW" altLang="en-US" dirty="0"/>
              <a:t>冷</a:t>
            </a:r>
            <a:r>
              <a:rPr lang="en-US" altLang="zh-TW" dirty="0"/>
              <a:t>,</a:t>
            </a:r>
            <a:r>
              <a:rPr lang="zh-TW" altLang="en-US" dirty="0"/>
              <a:t>在安息日賣給猶大人</a:t>
            </a:r>
          </a:p>
        </p:txBody>
      </p:sp>
    </p:spTree>
    <p:extLst>
      <p:ext uri="{BB962C8B-B14F-4D97-AF65-F5344CB8AC3E}">
        <p14:creationId xmlns:p14="http://schemas.microsoft.com/office/powerpoint/2010/main" val="752753488"/>
      </p:ext>
    </p:extLst>
  </p:cSld>
  <p:clrMapOvr>
    <a:masterClrMapping/>
  </p:clrMapOvr>
  <p:transition spd="slow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95A02-C5A7-979A-CC2B-E28A39BFF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57471FCB-E2DA-3F21-C4C2-8C56D66418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148856"/>
            <a:ext cx="12192000" cy="6858000"/>
          </a:xfrm>
        </p:spPr>
        <p:txBody>
          <a:bodyPr/>
          <a:lstStyle/>
          <a:p>
            <a:pPr marL="0" marR="0" lvl="0" indent="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今日信息</a:t>
            </a:r>
            <a:endParaRPr kumimoji="0" lang="en-US" altLang="zh-TW" sz="4400" b="1" i="0" u="sng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TW" altLang="en-US" dirty="0"/>
              <a:t>二</a:t>
            </a:r>
            <a:r>
              <a:rPr lang="en-US" altLang="zh-TW" dirty="0"/>
              <a:t>.</a:t>
            </a:r>
            <a:r>
              <a:rPr lang="zh-TW" altLang="en-US" dirty="0"/>
              <a:t>尼希米對不守安息日者的警戒與措</a:t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zh-TW" altLang="en-US" dirty="0"/>
              <a:t>施</a:t>
            </a:r>
            <a:r>
              <a:rPr lang="en-US" altLang="zh-TW" dirty="0"/>
              <a:t>: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1.</a:t>
            </a:r>
            <a:r>
              <a:rPr lang="zh-TW" altLang="en-US" dirty="0"/>
              <a:t>在他們賣食物的那日警戒他們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2.</a:t>
            </a:r>
            <a:r>
              <a:rPr lang="zh-TW" altLang="en-US" dirty="0"/>
              <a:t>責備貴胄</a:t>
            </a:r>
            <a:r>
              <a:rPr lang="en-US" altLang="zh-TW" dirty="0"/>
              <a:t>,</a:t>
            </a:r>
            <a:r>
              <a:rPr lang="zh-TW" altLang="en-US" dirty="0"/>
              <a:t>因他們讓人在安息日進城做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  </a:t>
            </a:r>
            <a:r>
              <a:rPr lang="zh-TW" altLang="en-US" dirty="0"/>
              <a:t>買賣</a:t>
            </a:r>
            <a:r>
              <a:rPr lang="en-US" altLang="zh-TW" dirty="0"/>
              <a:t>,</a:t>
            </a:r>
            <a:r>
              <a:rPr lang="zh-TW" altLang="en-US" dirty="0"/>
              <a:t>使上帝的忿怒越發臨到以色列</a:t>
            </a:r>
            <a:r>
              <a:rPr lang="en-US" altLang="zh-TW" dirty="0"/>
              <a:t>!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3.</a:t>
            </a:r>
            <a:r>
              <a:rPr lang="zh-TW" altLang="en-US" dirty="0"/>
              <a:t>派僕人及利未人在安息日管理城門</a:t>
            </a:r>
            <a:r>
              <a:rPr lang="en-US" altLang="zh-TW" dirty="0"/>
              <a:t>,</a:t>
            </a:r>
            <a:r>
              <a:rPr lang="zh-TW" altLang="en-US" dirty="0"/>
              <a:t>免</a:t>
            </a: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en-US" altLang="zh-TW" dirty="0"/>
              <a:t>  </a:t>
            </a:r>
            <a:r>
              <a:rPr lang="zh-TW" altLang="en-US" dirty="0"/>
              <a:t>得有人在擔甚麼擔子進城</a:t>
            </a:r>
          </a:p>
        </p:txBody>
      </p:sp>
    </p:spTree>
    <p:extLst>
      <p:ext uri="{BB962C8B-B14F-4D97-AF65-F5344CB8AC3E}">
        <p14:creationId xmlns:p14="http://schemas.microsoft.com/office/powerpoint/2010/main" val="3019831785"/>
      </p:ext>
    </p:extLst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D1658-8928-2C37-1165-E4C155125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>
            <a:extLst>
              <a:ext uri="{FF2B5EF4-FFF2-40B4-BE49-F238E27FC236}">
                <a16:creationId xmlns:a16="http://schemas.microsoft.com/office/drawing/2014/main" id="{FE7762F5-8C34-D39E-CAC2-44E197B3CA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-148856"/>
            <a:ext cx="12192000" cy="6858000"/>
          </a:xfrm>
        </p:spPr>
        <p:txBody>
          <a:bodyPr/>
          <a:lstStyle/>
          <a:p>
            <a:pPr marL="0" marR="0" lvl="0" indent="2857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400" b="1" i="0" u="sng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今日信息</a:t>
            </a:r>
            <a:endParaRPr kumimoji="0" lang="en-US" altLang="zh-TW" sz="4400" b="1" i="0" u="sng" strike="noStrike" kern="0" cap="none" spc="0" normalizeH="0" baseline="0" noProof="0" dirty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algn="l">
              <a:spcBef>
                <a:spcPts val="0"/>
              </a:spcBef>
              <a:spcAft>
                <a:spcPts val="0"/>
              </a:spcAft>
            </a:pPr>
            <a:r>
              <a:rPr lang="zh-TW" altLang="en-US" dirty="0"/>
              <a:t>三</a:t>
            </a:r>
            <a:r>
              <a:rPr lang="en-US" altLang="zh-TW" dirty="0"/>
              <a:t>.</a:t>
            </a:r>
            <a:r>
              <a:rPr lang="zh-TW" altLang="en-US" dirty="0"/>
              <a:t>必另有一安息日的安息</a:t>
            </a:r>
            <a:r>
              <a:rPr lang="en-US" altLang="zh-TW" dirty="0"/>
              <a:t>,</a:t>
            </a:r>
            <a:r>
              <a:rPr lang="zh-TW" altLang="en-US" dirty="0"/>
              <a:t>為上帝的</a:t>
            </a:r>
            <a:br>
              <a:rPr lang="en-US" altLang="zh-TW" dirty="0"/>
            </a:br>
            <a:r>
              <a:rPr lang="en-US" altLang="zh-TW" dirty="0"/>
              <a:t>   </a:t>
            </a:r>
            <a:r>
              <a:rPr lang="zh-TW" altLang="en-US" dirty="0"/>
              <a:t>子民存留</a:t>
            </a:r>
            <a:r>
              <a:rPr lang="en-US" altLang="zh-TW" dirty="0"/>
              <a:t>(</a:t>
            </a:r>
            <a:r>
              <a:rPr lang="zh-TW" altLang="en-US" dirty="0"/>
              <a:t>希伯來書 </a:t>
            </a:r>
            <a:r>
              <a:rPr lang="en-US" altLang="zh-TW" dirty="0"/>
              <a:t>4:9)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84341963"/>
      </p:ext>
    </p:extLst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1221848"/>
      </p:ext>
    </p:extLst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extLst>
              <a:ext uri="{FF2B5EF4-FFF2-40B4-BE49-F238E27FC236}">
                <a16:creationId xmlns:a16="http://schemas.microsoft.com/office/drawing/2014/main" id="{9251C186-6C2F-DFF8-8524-F0C2C1800B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5123" name="Rectangle 5">
            <a:extLst>
              <a:ext uri="{FF2B5EF4-FFF2-40B4-BE49-F238E27FC236}">
                <a16:creationId xmlns:a16="http://schemas.microsoft.com/office/drawing/2014/main" id="{BF151AA5-F7FF-B59F-58BE-CC28B478E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應允賜福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(thiⁿ-ē)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萬民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日信徒恭敬來守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恩典福氣充滿心神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762D2FE3-7306-57C1-EA29-320EFD8834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(1/4)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648433A-321C-75B9-4B0A-728C2A8301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AFD130B-6AF7-3066-9B16-E872DF1CD3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50F28F2-4352-6C83-105F-9C92C0890E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今日耶穌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從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(tùi)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死復活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較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(khah)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贏死失魔鬼的權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和平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(jîn)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君永活的主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活命米糧賜我完全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E5E3B2B-4B9F-E6E9-69DF-A79A90B0B2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(2/4)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4FC2ECCF-7195-B04F-CC11-5065E97AF2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3142995-F523-01E8-DCAA-D94F4ECE96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868150E5-819A-AB55-13FD-19CB85AE03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極大無比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保惠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先生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(sian-siⁿ)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與我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(khiā)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起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感化我心能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(bat)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真理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煩惱苦痛變做歡喜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FF2BC741-55A8-4185-D00E-ECD1EA71E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(3/4)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7110BFB-7B8C-81C0-D6AE-16D059FFD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endParaRPr lang="zh-TW" altLang="en-US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7D287461-66C7-7A3D-2E65-44FD7FD6EA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1EAF5A21-8E6F-357F-EADF-AC5A949590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(taⁿ)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與信徒同入殿堂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吟詩祈禱敬拜虔誠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願主助我堅心決意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盡一世人做祢學生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D5B3CBD-C16D-16BE-191A-8E5B8CADF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97131950-F1DA-2319-39E2-481E22651F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今日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與信徒相見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高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(koân)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上帝慈悲顯明</a:t>
            </a:r>
          </a:p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使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(hō’)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我直到祂恩座前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8CE47DAA-3FDD-680E-7AB3-8D9737D739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211: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上帝設立安息聖日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(4/4)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2ECFA9C7-9CA0-2182-28B2-61E3D77DD6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!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世上安樂無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(thang)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相比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449171"/>
      </p:ext>
    </p:extLst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81610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  <p:transition spd="slow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1F869-2ABD-D004-FBBD-E06C70BD3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BBB2827D-841B-3CCC-B537-52539237E43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8220" y="-152400"/>
            <a:ext cx="9403080" cy="1143000"/>
          </a:xfrm>
        </p:spPr>
        <p:txBody>
          <a:bodyPr/>
          <a:lstStyle/>
          <a:p>
            <a:r>
              <a:rPr lang="zh-TW" altLang="en-US" b="1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報告： 全教會</a:t>
            </a:r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2F4DECA5-C6FA-4048-871C-EC2D7FE63AA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990600"/>
            <a:ext cx="12355033" cy="5360964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1.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維修同工招募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: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設備組徵求有願意一起修繕美化教會的弟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兄姐妹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有心服事者請向郭景光長老或是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潘堅執事報名。</a:t>
            </a:r>
            <a:endParaRPr lang="en-US" altLang="zh-TW" sz="5200" b="1" spc="-15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41520646"/>
      </p:ext>
    </p:extLst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59E3F-3598-BAD1-408A-9F617B726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Title 1">
            <a:extLst>
              <a:ext uri="{FF2B5EF4-FFF2-40B4-BE49-F238E27FC236}">
                <a16:creationId xmlns:a16="http://schemas.microsoft.com/office/drawing/2014/main" id="{9E0BE454-55DE-567A-F37E-A884765DA53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998220" y="-152400"/>
            <a:ext cx="9403080" cy="1143000"/>
          </a:xfrm>
        </p:spPr>
        <p:txBody>
          <a:bodyPr/>
          <a:lstStyle/>
          <a:p>
            <a:r>
              <a:rPr lang="zh-TW" altLang="en-US" b="1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zh-TW" altLang="en-US" b="1" u="sng" dirty="0">
                <a:solidFill>
                  <a:srgbClr val="66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報告： 全教會</a:t>
            </a:r>
          </a:p>
        </p:txBody>
      </p:sp>
      <p:sp>
        <p:nvSpPr>
          <p:cNvPr id="125955" name="Content Placeholder 2">
            <a:extLst>
              <a:ext uri="{FF2B5EF4-FFF2-40B4-BE49-F238E27FC236}">
                <a16:creationId xmlns:a16="http://schemas.microsoft.com/office/drawing/2014/main" id="{9DB7DED0-7BA0-B96A-293B-592EDE04EF23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>
          <a:xfrm>
            <a:off x="0" y="990600"/>
            <a:ext cx="12355033" cy="5360964"/>
          </a:xfrm>
        </p:spPr>
        <p:txBody>
          <a:bodyPr/>
          <a:lstStyle/>
          <a:p>
            <a:pPr marL="0" lvl="0" indent="0">
              <a:spcBef>
                <a:spcPct val="0"/>
              </a:spcBef>
              <a:buNone/>
            </a:pP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2.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百合花盆栽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歡迎兄姐自行帶囘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(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自由</a:t>
            </a:r>
            <a:b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</a:b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 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奉獻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,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建議金額</a:t>
            </a:r>
            <a:r>
              <a:rPr lang="en-US" altLang="zh-TW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:$3-$5 )</a:t>
            </a:r>
            <a:r>
              <a:rPr lang="zh-TW" altLang="en-US" sz="5200" b="1" spc="-150" dirty="0">
                <a:latin typeface="DFKai-SB" panose="03000509000000000000" pitchFamily="65" charset="-120"/>
                <a:ea typeface="DFKai-SB" panose="03000509000000000000" pitchFamily="65" charset="-120"/>
              </a:rPr>
              <a:t>。</a:t>
            </a:r>
            <a:endParaRPr lang="en-US" altLang="zh-TW" sz="5200" b="1" spc="-150" dirty="0">
              <a:latin typeface="DFKai-SB" panose="03000509000000000000" pitchFamily="65" charset="-120"/>
              <a:ea typeface="DFKai-SB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8343726"/>
      </p:ext>
    </p:extLst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FBA9199D-D717-407D-9510-6368C32AB2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23017EE1-F04E-4FD9-BDA2-57CA05C505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12192001" cy="609600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sz="5200" dirty="0"/>
              <a:t>1. </a:t>
            </a:r>
            <a:r>
              <a:rPr lang="zh-TW" altLang="en-US" sz="5200" dirty="0"/>
              <a:t>主日學</a:t>
            </a:r>
            <a:r>
              <a:rPr lang="en-US" altLang="zh-TW" sz="5200" dirty="0"/>
              <a:t>---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今天 </a:t>
            </a:r>
            <a:r>
              <a:rPr lang="en-US" altLang="zh-TW" sz="5200" dirty="0"/>
              <a:t>11:30</a:t>
            </a:r>
            <a:r>
              <a:rPr lang="zh-TW" altLang="en-US" sz="5200" dirty="0"/>
              <a:t>在交誼廳</a:t>
            </a:r>
            <a:r>
              <a:rPr lang="en-US" altLang="zh-TW" sz="5200" dirty="0"/>
              <a:t>,</a:t>
            </a:r>
            <a:r>
              <a:rPr lang="zh-TW" altLang="en-US" sz="5200" dirty="0"/>
              <a:t>陳牧師帶領新的課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程</a:t>
            </a:r>
            <a:r>
              <a:rPr lang="en-US" altLang="zh-TW" sz="5200" dirty="0"/>
              <a:t>:</a:t>
            </a:r>
            <a:r>
              <a:rPr lang="zh-TW" altLang="en-US" sz="5200" dirty="0"/>
              <a:t>「啓示錄」</a:t>
            </a:r>
            <a:r>
              <a:rPr lang="en-US" altLang="zh-TW" sz="5200" dirty="0"/>
              <a:t>, </a:t>
            </a:r>
            <a:r>
              <a:rPr lang="zh-TW" altLang="en-US" sz="5200" dirty="0"/>
              <a:t>歡迎大家參加。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線上</a:t>
            </a:r>
            <a:r>
              <a:rPr lang="en-US" altLang="zh-TW" sz="5200" dirty="0"/>
              <a:t>:https://</a:t>
            </a:r>
            <a:r>
              <a:rPr lang="en-US" altLang="zh-TW" sz="5200" dirty="0" err="1"/>
              <a:t>zoom.us</a:t>
            </a:r>
            <a:r>
              <a:rPr lang="en-US" altLang="zh-TW" sz="5200" dirty="0"/>
              <a:t>/j/99429704298, 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會號 </a:t>
            </a:r>
            <a:r>
              <a:rPr lang="en-US" altLang="zh-TW" sz="5200" dirty="0"/>
              <a:t>994 2970 4298,</a:t>
            </a:r>
            <a:r>
              <a:rPr lang="zh-TW" altLang="en-US" sz="5200" dirty="0"/>
              <a:t>密碼 </a:t>
            </a:r>
            <a:r>
              <a:rPr lang="en-US" altLang="zh-TW" sz="5200" dirty="0"/>
              <a:t>626954; 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電話 </a:t>
            </a:r>
            <a:r>
              <a:rPr lang="en-US" altLang="zh-TW" sz="5200" dirty="0"/>
              <a:t>646-558-8656</a:t>
            </a:r>
            <a:r>
              <a:rPr lang="zh-TW" altLang="en-US" sz="5200" dirty="0"/>
              <a:t>。</a:t>
            </a:r>
            <a:endParaRPr lang="zh-TW" altLang="en-US" sz="5200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9138928"/>
      </p:ext>
    </p:extLst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20D2B-E3B0-08A8-C63E-B7C7F09C5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7E3B51D4-C9CE-48D7-3A0F-E8C843B318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52400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C86C7194-95AD-8E71-04E8-7D2F9A35CD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62000"/>
            <a:ext cx="12192001" cy="609600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sz="5200" dirty="0"/>
              <a:t>2. </a:t>
            </a:r>
            <a:r>
              <a:rPr lang="zh-TW" altLang="en-US" sz="5200" dirty="0"/>
              <a:t>週三線上禱告</a:t>
            </a:r>
            <a:r>
              <a:rPr lang="en-US" altLang="zh-TW" sz="5200" dirty="0"/>
              <a:t>---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邀請您參加 </a:t>
            </a:r>
            <a:r>
              <a:rPr lang="en-US" altLang="zh-TW" sz="5200" dirty="0"/>
              <a:t>4/15 </a:t>
            </a:r>
            <a:r>
              <a:rPr lang="zh-TW" altLang="en-US" sz="5200" dirty="0"/>
              <a:t>晚上 </a:t>
            </a:r>
            <a:r>
              <a:rPr lang="en-US" altLang="zh-TW" sz="5200" dirty="0"/>
              <a:t>8 </a:t>
            </a:r>
            <a:r>
              <a:rPr lang="zh-TW" altLang="en-US" sz="5200" dirty="0"/>
              <a:t>點禱告會</a:t>
            </a:r>
            <a:r>
              <a:rPr lang="en-US" altLang="zh-TW" sz="5200" dirty="0"/>
              <a:t>,</a:t>
            </a:r>
            <a:r>
              <a:rPr lang="zh-TW" altLang="en-US" sz="5200" dirty="0"/>
              <a:t>所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有事工都需要禱告求上帝扶持祝福</a:t>
            </a:r>
            <a:r>
              <a:rPr lang="en-US" altLang="zh-TW" sz="5200" dirty="0"/>
              <a:t>, </a:t>
            </a:r>
            <a:br>
              <a:rPr lang="en-US" altLang="zh-TW" sz="5200" dirty="0"/>
            </a:br>
            <a:r>
              <a:rPr lang="en-US" altLang="zh-TW" sz="5200" dirty="0"/>
              <a:t> zoom </a:t>
            </a:r>
            <a:r>
              <a:rPr lang="zh-TW" altLang="en-US" sz="5200" dirty="0"/>
              <a:t>連結如同主日學。</a:t>
            </a:r>
            <a:endParaRPr lang="zh-TW" altLang="en-US" sz="5200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926225"/>
      </p:ext>
    </p:extLst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9CDBB-F391-C6CD-54A1-0B25CC07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99152967-8047-82AA-1FC0-E896ABDB94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F8103C04-410A-ABD3-6913-BA9C406DCC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643180"/>
            <a:ext cx="12192001" cy="621482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sz="5200" dirty="0"/>
              <a:t>3. </a:t>
            </a:r>
            <a:r>
              <a:rPr lang="zh-TW" altLang="en-US" sz="5200" dirty="0"/>
              <a:t>週五線上查經</a:t>
            </a:r>
            <a:r>
              <a:rPr lang="en-US" altLang="zh-TW" sz="5200" dirty="0"/>
              <a:t>---</a:t>
            </a:r>
            <a:br>
              <a:rPr lang="en-US" altLang="zh-TW" sz="5200" dirty="0"/>
            </a:br>
            <a:r>
              <a:rPr lang="en-US" altLang="zh-TW" sz="5200" dirty="0"/>
              <a:t> 4/17 </a:t>
            </a:r>
            <a:r>
              <a:rPr lang="zh-TW" altLang="en-US" sz="5200" dirty="0"/>
              <a:t>晚 </a:t>
            </a:r>
            <a:r>
              <a:rPr lang="en-US" altLang="zh-TW" sz="5200" dirty="0"/>
              <a:t>8 </a:t>
            </a:r>
            <a:r>
              <a:rPr lang="zh-TW" altLang="en-US" sz="5200" dirty="0"/>
              <a:t>點陳牧師帶領查考撒母耳記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上</a:t>
            </a:r>
            <a:r>
              <a:rPr lang="en-US" altLang="zh-TW" sz="5200" dirty="0"/>
              <a:t>,</a:t>
            </a:r>
            <a:r>
              <a:rPr lang="zh-TW" altLang="en-US" sz="5200" dirty="0"/>
              <a:t>請大家踴躍參加。</a:t>
            </a:r>
            <a:r>
              <a:rPr lang="en-US" altLang="zh-TW" sz="5200" dirty="0"/>
              <a:t>zoom </a:t>
            </a:r>
            <a:r>
              <a:rPr lang="zh-TW" altLang="en-US" sz="5200" dirty="0"/>
              <a:t>連結如同主</a:t>
            </a:r>
            <a:br>
              <a:rPr lang="en-US" altLang="zh-TW" sz="5200" dirty="0"/>
            </a:br>
            <a:r>
              <a:rPr lang="en-US" altLang="zh-TW" sz="5200" dirty="0"/>
              <a:t> </a:t>
            </a:r>
            <a:r>
              <a:rPr lang="zh-TW" altLang="en-US" sz="5200" dirty="0"/>
              <a:t>日學。</a:t>
            </a:r>
            <a:endParaRPr lang="zh-TW" altLang="en-US" sz="5200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3777410"/>
      </p:ext>
    </p:extLst>
  </p:cSld>
  <p:clrMapOvr>
    <a:masterClrMapping/>
  </p:clrMapOvr>
  <p:transition spd="slow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0D90-9795-097B-A580-16D8CA8B9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6431EAAD-0854-74AF-30BE-5B576A1F99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C27EF93A-210A-3F1C-9BFC-D1F7D042A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643180"/>
            <a:ext cx="12192001" cy="6214820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4. </a:t>
            </a:r>
            <a:r>
              <a:rPr lang="zh-TW" altLang="en-US" dirty="0"/>
              <a:t>愛餐服事</a:t>
            </a:r>
            <a:r>
              <a:rPr lang="en-US" altLang="zh-TW" dirty="0"/>
              <a:t>---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欲參與服事者</a:t>
            </a:r>
            <a:r>
              <a:rPr lang="en-US" altLang="zh-TW" dirty="0"/>
              <a:t>,</a:t>
            </a:r>
            <a:r>
              <a:rPr lang="zh-TW" altLang="en-US" dirty="0"/>
              <a:t>請與鶴齡執事登記。</a:t>
            </a:r>
            <a:endParaRPr lang="zh-TW" altLang="en-US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53816"/>
      </p:ext>
    </p:extLst>
  </p:cSld>
  <p:clrMapOvr>
    <a:masterClrMapping/>
  </p:clrMapOvr>
  <p:transition spd="slow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48BA-E239-7A52-09D0-0D4A872C8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itle 1">
            <a:extLst>
              <a:ext uri="{FF2B5EF4-FFF2-40B4-BE49-F238E27FC236}">
                <a16:creationId xmlns:a16="http://schemas.microsoft.com/office/drawing/2014/main" id="{D0B1BA64-ADBE-10A7-D63E-ADCAE13E86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0" y="-142126"/>
            <a:ext cx="9144000" cy="914400"/>
          </a:xfrm>
        </p:spPr>
        <p:txBody>
          <a:bodyPr/>
          <a:lstStyle/>
          <a:p>
            <a:r>
              <a:rPr lang="zh-TW" altLang="en-US" dirty="0"/>
              <a:t>報告： 台語部</a:t>
            </a:r>
          </a:p>
        </p:txBody>
      </p:sp>
      <p:sp>
        <p:nvSpPr>
          <p:cNvPr id="130051" name="Content Placeholder 2">
            <a:extLst>
              <a:ext uri="{FF2B5EF4-FFF2-40B4-BE49-F238E27FC236}">
                <a16:creationId xmlns:a16="http://schemas.microsoft.com/office/drawing/2014/main" id="{95700CEE-F4DE-1169-E7D7-3FB8EA6187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-1" y="772274"/>
            <a:ext cx="12192001" cy="6085726"/>
          </a:xfrm>
        </p:spPr>
        <p:txBody>
          <a:bodyPr/>
          <a:lstStyle/>
          <a:p>
            <a:pPr marL="0" indent="0" algn="l">
              <a:spcBef>
                <a:spcPts val="0"/>
              </a:spcBef>
              <a:defRPr/>
            </a:pPr>
            <a:r>
              <a:rPr lang="en-US" altLang="zh-TW" dirty="0"/>
              <a:t>5. </a:t>
            </a:r>
            <a:r>
              <a:rPr lang="zh-TW" altLang="en-US" dirty="0"/>
              <a:t>請為教會守望代禱</a:t>
            </a:r>
            <a:r>
              <a:rPr lang="en-US" altLang="zh-TW" dirty="0"/>
              <a:t>---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中文學校</a:t>
            </a:r>
            <a:r>
              <a:rPr lang="en-US" altLang="zh-TW" dirty="0"/>
              <a:t>,</a:t>
            </a:r>
            <a:r>
              <a:rPr lang="zh-TW" altLang="en-US" dirty="0"/>
              <a:t>兒童事工</a:t>
            </a:r>
            <a:r>
              <a:rPr lang="en-US" altLang="zh-TW" dirty="0"/>
              <a:t>,</a:t>
            </a:r>
            <a:r>
              <a:rPr lang="zh-TW" altLang="en-US" dirty="0"/>
              <a:t>兄弟姐妹的健康</a:t>
            </a:r>
            <a:r>
              <a:rPr lang="en-US" altLang="zh-TW" dirty="0"/>
              <a:t>,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家人信主</a:t>
            </a:r>
            <a:r>
              <a:rPr lang="en-US" altLang="zh-TW" dirty="0"/>
              <a:t>,</a:t>
            </a:r>
            <a:r>
              <a:rPr lang="zh-TW" altLang="en-US" dirty="0"/>
              <a:t>年輕會友立業成家</a:t>
            </a:r>
            <a:r>
              <a:rPr lang="en-US" altLang="zh-TW" dirty="0"/>
              <a:t>,</a:t>
            </a:r>
            <a:r>
              <a:rPr lang="zh-TW" altLang="en-US" dirty="0"/>
              <a:t>紐約治</a:t>
            </a:r>
            <a:br>
              <a:rPr lang="en-US" altLang="zh-TW" dirty="0"/>
            </a:br>
            <a:r>
              <a:rPr lang="en-US" altLang="zh-TW" dirty="0"/>
              <a:t> </a:t>
            </a:r>
            <a:r>
              <a:rPr lang="zh-TW" altLang="en-US" dirty="0"/>
              <a:t>安</a:t>
            </a:r>
            <a:r>
              <a:rPr lang="en-US" altLang="zh-TW" dirty="0"/>
              <a:t>,</a:t>
            </a:r>
            <a:r>
              <a:rPr lang="zh-TW" altLang="en-US" dirty="0"/>
              <a:t>國際關係。</a:t>
            </a:r>
            <a:endParaRPr lang="zh-TW" altLang="en-US" spc="-3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736062"/>
      </p:ext>
    </p:extLst>
  </p:cSld>
  <p:clrMapOvr>
    <a:masterClrMapping/>
  </p:clrMapOvr>
  <p:transition spd="slow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312480"/>
      </p:ext>
    </p:extLst>
  </p:cSld>
  <p:clrMapOvr>
    <a:masterClrMapping/>
  </p:clrMapOvr>
  <p:transition spd="slow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  <p:transition spd="slow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/>
    </p:bldLst>
  </p:timing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