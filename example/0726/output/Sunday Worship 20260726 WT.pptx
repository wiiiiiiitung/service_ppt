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9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897" r:id="rId49"/>
    <p:sldId id="2898" r:id="rId50"/>
    <p:sldId id="2899" r:id="rId51"/>
    <p:sldId id="2900" r:id="rId52"/>
    <p:sldId id="2901" r:id="rId53"/>
    <p:sldId id="2902" r:id="rId54"/>
    <p:sldId id="2942" r:id="rId55"/>
    <p:sldId id="2903" r:id="rId56"/>
    <p:sldId id="2904" r:id="rId57"/>
    <p:sldId id="2905" r:id="rId58"/>
    <p:sldId id="2906" r:id="rId59"/>
    <p:sldId id="2907" r:id="rId60"/>
    <p:sldId id="2908" r:id="rId61"/>
    <p:sldId id="2909" r:id="rId62"/>
    <p:sldId id="2910" r:id="rId63"/>
    <p:sldId id="2911" r:id="rId64"/>
    <p:sldId id="2912" r:id="rId65"/>
    <p:sldId id="2913" r:id="rId66"/>
    <p:sldId id="2915" r:id="rId67"/>
    <p:sldId id="2917" r:id="rId68"/>
    <p:sldId id="2918" r:id="rId69"/>
    <p:sldId id="2919" r:id="rId70"/>
    <p:sldId id="2920" r:id="rId71"/>
    <p:sldId id="2921" r:id="rId72"/>
    <p:sldId id="2922" r:id="rId73"/>
    <p:sldId id="2923" r:id="rId74"/>
    <p:sldId id="2924" r:id="rId75"/>
    <p:sldId id="2925" r:id="rId76"/>
    <p:sldId id="2926" r:id="rId77"/>
    <p:sldId id="2927" r:id="rId78"/>
    <p:sldId id="2928" r:id="rId79"/>
    <p:sldId id="2929" r:id="rId80"/>
    <p:sldId id="2930" r:id="rId81"/>
    <p:sldId id="2931" r:id="rId82"/>
    <p:sldId id="2932" r:id="rId83"/>
    <p:sldId id="2933" r:id="rId84"/>
    <p:sldId id="2934" r:id="rId85"/>
    <p:sldId id="2935" r:id="rId86"/>
    <p:sldId id="2936" r:id="rId87"/>
    <p:sldId id="2937" r:id="rId88"/>
    <p:sldId id="2938" r:id="rId89"/>
    <p:sldId id="2939" r:id="rId90"/>
    <p:sldId id="2940" r:id="rId91"/>
    <p:sldId id="2941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slide" Target="slides/slide82.xml"/><Relationship Id="rId95" Type="http://schemas.openxmlformats.org/officeDocument/2006/relationships/presProps" Target="presProp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slide" Target="slides/slide83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theme" Target="theme/theme1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FEFA10-BAD1-FB6E-01DD-3937761A1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11A0350-062E-4F78-B794-D3CD9926A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咱</a:t>
            </a:r>
            <a:r>
              <a:rPr lang="zh-TW" altLang="en-US" u="sng" dirty="0"/>
              <a:t>當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tio̍h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出歡喜的聲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dirty="0"/>
              <a:t>感謝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(o-</a:t>
            </a:r>
            <a:r>
              <a:rPr lang="en-US" altLang="zh-TW" sz="3200" dirty="0" err="1">
                <a:latin typeface="+mj-lt"/>
              </a:rPr>
              <a:t>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主的名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dirty="0"/>
              <a:t>五</a:t>
            </a:r>
            <a:r>
              <a:rPr lang="zh-TW" altLang="en-US" u="sng" dirty="0"/>
              <a:t>穀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已經收</a:t>
            </a:r>
            <a:r>
              <a:rPr lang="zh-TW" altLang="en-US" u="sng" dirty="0"/>
              <a:t>回來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tò-lâi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endParaRPr lang="zh-TW" altLang="en-US" sz="3200" dirty="0"/>
          </a:p>
          <a:p>
            <a:pPr>
              <a:defRPr/>
            </a:pPr>
            <a:r>
              <a:rPr lang="zh-TW" altLang="en-US" dirty="0"/>
              <a:t>無驚風颱大損害</a:t>
            </a:r>
            <a:r>
              <a:rPr lang="en-US" altLang="zh-TW" dirty="0"/>
              <a:t>,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119984-6E29-1ECD-F679-A0F128806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C14E94B-A4F4-D609-4FBF-5714FD515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主上帝替咱安排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所有好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(mi̍h)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(chhù)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入聖殿來敬拜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上帝大仁愛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7936524-A573-B426-C2F7-CE8054F4C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DC9F571-675F-D55A-A17D-E550EC065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9700" y="989682"/>
            <a:ext cx="9372600" cy="5867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全世界受主管理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出產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chōe-chōe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榮光祂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麥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稗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phōe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siāng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49" charset="-120"/>
              </a:rPr>
              <a:t>時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落地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長成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kàu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路尾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0F1B0A-0DB2-5535-A58F-D1FED1C2C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0D3A3F8-88CD-4331-9527-1142A25E1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代先開花就結</a:t>
            </a:r>
            <a:r>
              <a:rPr lang="zh-TW" altLang="en-US" u="sng" dirty="0"/>
              <a:t>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chí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defRPr/>
            </a:pPr>
            <a:r>
              <a:rPr lang="zh-TW" altLang="en-US" dirty="0"/>
              <a:t>然後收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sêng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到清氣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dirty="0"/>
              <a:t>阮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ài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成做好果子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 )</a:t>
            </a:r>
            <a:r>
              <a:rPr lang="zh-TW" altLang="en-US" dirty="0"/>
              <a:t>主歡喜收入去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F55DA8-51C5-D009-A26B-D0F97A3A2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6427A21-372C-3473-1BAC-1726CFAC6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咱的主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收割所種歸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咱地面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(chiūⁿ)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莿帕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(chhì-phè)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攏燒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(iûⁿ)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5747B3-28AB-5656-4D31-B448E199B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23435B9-B6C2-4DDD-887A-4F1ED4B8C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主的天使</a:t>
            </a:r>
            <a:r>
              <a:rPr lang="zh-TW" altLang="en-US" u="sng" dirty="0"/>
              <a:t>將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beh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臨到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</a:p>
          <a:p>
            <a:pPr>
              <a:defRPr/>
            </a:pPr>
            <a:r>
              <a:rPr lang="zh-TW" altLang="en-US" dirty="0"/>
              <a:t>用火燒</a:t>
            </a:r>
            <a:r>
              <a:rPr lang="zh-TW" altLang="en-US" u="sng" dirty="0"/>
              <a:t>稗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phōe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是最後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</a:p>
          <a:p>
            <a:pPr>
              <a:defRPr/>
            </a:pPr>
            <a:r>
              <a:rPr lang="zh-TW" altLang="en-US" dirty="0"/>
              <a:t>總是所有好五</a:t>
            </a:r>
            <a:r>
              <a:rPr lang="zh-TW" altLang="en-US" u="sng" dirty="0"/>
              <a:t>穀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kok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endParaRPr lang="zh-TW" altLang="en-US" sz="3200" dirty="0"/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 )</a:t>
            </a:r>
            <a:r>
              <a:rPr lang="zh-TW" altLang="en-US" dirty="0"/>
              <a:t>主收入真快樂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508B953-9C4D-DEFD-7B5F-B86CECEF6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3E81AB9-4929-CE25-4948-873361609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願主耶穌緊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kok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最後收成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入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ji̍p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厝內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聚集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-chip)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祢的眾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子兒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kiá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jî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 dirty="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 in)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得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釋放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tháu-pàng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F586B80-0D39-05AC-5970-3DBA6D5D3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619C37-0BA6-4043-4242-8593F40AE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 in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in 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求祢帶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(thian)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軍緊來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阮入榮光所在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0442C4A-79BD-0CA9-89BC-5CB2DC65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5C28755-5563-7062-BAEE-E8984D3D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諸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chiah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個天講起上帝的榮光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kiong-chhong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報揚祂的手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4CB10A-EF00-8E4D-809D-6FDFDCC2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1657AD-9A85-6983-F6D0-0A55772F7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71600"/>
            <a:ext cx="12192000" cy="5257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此日對日發出語言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此冥對彼冥傳出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知識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(chai-bat)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無言無語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的聲無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 sz="4800" dirty="0">
                <a:latin typeface="標楷體" panose="03000509000000000000" pitchFamily="49" charset="-120"/>
                <a:ea typeface="標楷體" panose="03000509000000000000" pitchFamily="49" charset="-120"/>
              </a:rPr>
              <a:t>聽見</a:t>
            </a:r>
            <a:r>
              <a:rPr lang="en-US" altLang="zh-TW" sz="4800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sz="48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74A884-1B95-ACAE-A368-90ABDE66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AD3402-A374-14CF-5C54-F5548318E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伊的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準繩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chún-chîn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遍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的言語到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A5195-A592-25D0-8F04-BE4E0AE8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1EA13-8390-3509-56AD-D37DCB83D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上帝在伊中間為着日頭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日頭親像新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(kiáⁿ-sài)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出他的房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916F57-D2B8-8B82-2F62-EC029E6E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F01016F-94BD-33DA-8500-8593CBB9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親像猛勇的人歡喜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天的此旁出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39D9A13-7547-1207-C527-E3B15A7E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FFDC2EB-4F9D-4648-C1F2-7C9228C06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24000"/>
            <a:ext cx="12192000" cy="54864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繞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se̍h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到天的彼傍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無一項物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藏密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khǹg-ba̍t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無得着它的熱氣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endParaRPr lang="en-US" altLang="zh-TW" sz="40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34B52B-C71F-8555-5B68-4C28954C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C7208D9-F4B9-53E1-521A-AB6AE1CD7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12192000" cy="46482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耶和華的律法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齊全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chiâu-chn̂g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h͘ō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人的心神活起來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sz="66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6600" b="0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32E56A-13DE-3AB1-EAD6-C9D9D1D6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F82BF97-FFA8-5223-4FBF-D72DE1705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562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耶和華的干証確實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人有智慧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耶和華的教示正直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人的心歡喜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6AAA0EE-7878-3F92-0DA9-89B2F406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2EF136A-55F2-7E22-3715-1B072B96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66018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耶和華命令清潔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人的目睭光明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0700825-86F7-8367-5017-4983C81B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AE54D88-9525-BF39-1767-A4B292B2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敬畏耶和華的道理是清氣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永遠存在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耶和華的判斷真實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一概是    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2AFCA10-228F-3C8F-C62B-0485510E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BC2250F-ABE4-BA0E-AF97-E50A2DDF9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01617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比金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比多多好金更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比蜜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比蜂房滴落來的蜜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FEBA3A9-E0A2-ED62-0D3A-9B9CC47F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9D330F7-FFB1-F256-CFDD-9FE4EC99C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12192000" cy="5257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又祢的奴僕由這些受警戒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守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這些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chiah-ê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有大賞賜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什人能知他的失錯啊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求祢除去我暗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靜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的過失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BE17220-CC15-B196-DEA0-BA5B7F96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8815B1-EC73-E8B9-9841-D54A9F57F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求祢阻止祢的奴僕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無故意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准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個罪惡管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(hat)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10AFCDB-7A9A-CC7A-94B6-C05E0789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D5749F2-1BE0-0D0C-DD7E-1E3A18DE6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我就完全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免犯大罪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30F84E6-2F50-E849-FD7E-7EE45FDF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208DC9C-DB8A-2A43-47F3-B1694030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7549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耶和華我的石磐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救贖我的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願我的嘴所講的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心所想的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祢的面前得着接納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乘鷹翅膀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祂要將你升高佇鷹翅頂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佇透早導你來飛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乎你明亮如日光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將你掠箸佇主的聖手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惦佇至高隱密所在的人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豎起佇全能者的蔭影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上帝是我庇難所</a:t>
            </a:r>
            <a:r>
              <a:rPr dirty="0"/>
              <a:t>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是我所可倚靠！</a:t>
            </a:r>
            <a:br>
              <a:rPr lang="en-US" altLang="zh-TW" dirty="0"/>
            </a:br>
            <a:r>
              <a:rPr dirty="0" err="1"/>
              <a:t>祂要將你升高佇鷹翅頂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佇透早導你來飛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乎你明亮如日光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將你掠箸佇主的聖手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要救你脫離</a:t>
            </a:r>
            <a:br>
              <a:rPr lang="en-US" dirty="0"/>
            </a:br>
            <a:r>
              <a:rPr dirty="0" err="1"/>
              <a:t>打獵的人的羅網</a:t>
            </a:r>
            <a:r>
              <a:rPr dirty="0"/>
              <a:t>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雖然饑餓也攏無驚，</a:t>
            </a:r>
          </a:p>
          <a:p>
            <a:r>
              <a:rPr dirty="0" err="1"/>
              <a:t>倚靠在主的翅下</a:t>
            </a:r>
            <a:r>
              <a:rPr dirty="0"/>
              <a:t>，</a:t>
            </a:r>
          </a:p>
          <a:p>
            <a:r>
              <a:rPr dirty="0" err="1"/>
              <a:t>主信實是騰牌</a:t>
            </a:r>
            <a:r>
              <a:rPr dirty="0"/>
              <a:t>。</a:t>
            </a:r>
          </a:p>
          <a:p>
            <a:r>
              <a:rPr dirty="0" err="1"/>
              <a:t>祂要將你升高佇鷹翅頂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佇透早導你來飛</a:t>
            </a:r>
            <a:r>
              <a:rPr dirty="0"/>
              <a:t>，</a:t>
            </a:r>
          </a:p>
          <a:p>
            <a:r>
              <a:rPr dirty="0" err="1"/>
              <a:t>乎你明亮如日光</a:t>
            </a:r>
            <a:r>
              <a:rPr dirty="0"/>
              <a:t>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將你掠箸佇主的聖手。</a:t>
            </a:r>
          </a:p>
          <a:p>
            <a:r>
              <a:rPr lang="zh-TW" altLang="en-US" dirty="0"/>
              <a:t>你不免著驚暗冥的驚惶，</a:t>
            </a:r>
            <a:br>
              <a:rPr lang="en-US" altLang="zh-TW" dirty="0"/>
            </a:br>
            <a:r>
              <a:rPr lang="zh-TW" altLang="en-US" dirty="0"/>
              <a:t>抑是日時飛來的箭；</a:t>
            </a:r>
          </a:p>
          <a:p>
            <a:r>
              <a:rPr dirty="0" err="1"/>
              <a:t>雖有千萬人趴倒</a:t>
            </a:r>
            <a:r>
              <a:rPr dirty="0"/>
              <a:t>，</a:t>
            </a:r>
          </a:p>
          <a:p>
            <a:r>
              <a:rPr dirty="0" err="1"/>
              <a:t>災害也否近倚</a:t>
            </a:r>
            <a:r>
              <a:rPr dirty="0"/>
              <a:t>。</a:t>
            </a:r>
          </a:p>
          <a:p>
            <a:r>
              <a:rPr dirty="0" err="1"/>
              <a:t>祂要將你升高佇鷹翅頂</a:t>
            </a:r>
            <a:r>
              <a:rPr dirty="0"/>
              <a:t>，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佇透早導你來飛，</a:t>
            </a:r>
          </a:p>
          <a:p>
            <a:r>
              <a:rPr lang="zh-TW" altLang="en-US" dirty="0"/>
              <a:t>乎你明亮如日光，</a:t>
            </a:r>
          </a:p>
          <a:p>
            <a:r>
              <a:rPr lang="zh-TW" altLang="en-US" dirty="0"/>
              <a:t>將你掠箸佇主的聖手。</a:t>
            </a:r>
          </a:p>
          <a:p>
            <a:r>
              <a:rPr lang="zh-TW" altLang="en-US" dirty="0"/>
              <a:t>因祂要為你吩咐</a:t>
            </a:r>
          </a:p>
          <a:p>
            <a:r>
              <a:rPr dirty="0" err="1"/>
              <a:t>祂的使者</a:t>
            </a:r>
            <a:r>
              <a:rPr dirty="0"/>
              <a:t>，</a:t>
            </a:r>
          </a:p>
          <a:p>
            <a:r>
              <a:rPr dirty="0" err="1"/>
              <a:t>佇你一切道路保護</a:t>
            </a:r>
            <a:r>
              <a:rPr dirty="0"/>
              <a:t>；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伊也必定用手扶持你，</a:t>
            </a:r>
          </a:p>
          <a:p>
            <a:r>
              <a:rPr lang="zh-TW" altLang="en-US" dirty="0"/>
              <a:t>免得你的腳蹈著石頭。</a:t>
            </a:r>
          </a:p>
          <a:p>
            <a:r>
              <a:rPr lang="zh-TW" altLang="en-US" dirty="0"/>
              <a:t>祂要將你升高佇鷹翅頂，</a:t>
            </a:r>
            <a:br>
              <a:rPr lang="en-US" altLang="zh-TW" dirty="0"/>
            </a:br>
            <a:r>
              <a:rPr lang="zh-TW" altLang="en-US" dirty="0"/>
              <a:t>佇透早導你來飛，</a:t>
            </a:r>
          </a:p>
          <a:p>
            <a:r>
              <a:rPr lang="zh-TW" altLang="en-US" dirty="0"/>
              <a:t>乎你明亮如日光，</a:t>
            </a:r>
          </a:p>
          <a:p>
            <a:r>
              <a:rPr dirty="0" err="1"/>
              <a:t>掠箸你，掠箸你</a:t>
            </a:r>
            <a:r>
              <a:rPr dirty="0"/>
              <a:t>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BF3A-FA4D-F349-49F9-E357B098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54B4-5C90-2670-C905-ACDF1900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F1B39-7366-CCF0-F79D-8EE5CEBA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將你掠箸佇主的聖手</a:t>
            </a:r>
            <a:r>
              <a:rPr dirty="0"/>
              <a:t>，</a:t>
            </a:r>
          </a:p>
          <a:p>
            <a:r>
              <a:rPr dirty="0" err="1"/>
              <a:t>的聖手</a:t>
            </a:r>
            <a:r>
              <a:rPr dirty="0"/>
              <a:t>。</a:t>
            </a:r>
          </a:p>
          <a:p>
            <a:r>
              <a:rPr dirty="0" err="1"/>
              <a:t>主聖手</a:t>
            </a:r>
            <a:r>
              <a:rPr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53879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73" y="1859339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 err="1">
                <a:solidFill>
                  <a:srgbClr val="66FFFF"/>
                </a:solidFill>
                <a:latin typeface="DFKai-SB"/>
              </a:rPr>
              <a:t>經文</a:t>
            </a:r>
            <a:endParaRPr sz="6600" b="1" dirty="0">
              <a:solidFill>
                <a:srgbClr val="66FFFF"/>
              </a:solidFill>
              <a:latin typeface="DFKai-SB"/>
            </a:endParaRPr>
          </a:p>
          <a:p>
            <a:pPr algn="ctr"/>
            <a:r>
              <a:rPr sz="7200" b="1" dirty="0" err="1">
                <a:latin typeface="DFKai-SB"/>
              </a:rPr>
              <a:t>詩篇</a:t>
            </a:r>
            <a:r>
              <a:rPr sz="7200" b="1" dirty="0">
                <a:latin typeface="DFKai-SB"/>
              </a:rPr>
              <a:t> 19:1~14</a:t>
            </a:r>
          </a:p>
          <a:p>
            <a:pPr algn="ctr"/>
            <a:r>
              <a:rPr sz="5400" b="1" dirty="0">
                <a:latin typeface="標楷體"/>
              </a:rPr>
              <a:t>(舊約第</a:t>
            </a:r>
            <a:r>
              <a:rPr sz="5400" b="1" dirty="0">
                <a:solidFill>
                  <a:srgbClr val="FFFF00"/>
                </a:solidFill>
                <a:latin typeface="標楷體"/>
              </a:rPr>
              <a:t>670</a:t>
            </a:r>
            <a:r>
              <a:rPr sz="5400" b="1" dirty="0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4783" y="0"/>
            <a:ext cx="32624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詩篇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1.（大衛的詩，交與伶長）諸天述說神
  的榮耀；穹蒼傳揚他的手段。</a:t>
            </a:r>
          </a:p>
          <a:p>
            <a:r>
              <a:rPr sz="5400" b="1">
                <a:latin typeface="DFKai-SB"/>
              </a:rPr>
              <a:t>2.這日到那日發出言語；這夜到那夜傳
  出知識。</a:t>
            </a:r>
          </a:p>
          <a:p>
            <a:r>
              <a:rPr sz="5400" b="1">
                <a:latin typeface="DFKai-SB"/>
              </a:rPr>
              <a:t>3.無言無語，也無聲音可聽。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4783" y="0"/>
            <a:ext cx="32624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詩篇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4.他的量帶通遍天下，他的言語傳到地
  極。神在其間為太陽安設帳幕；</a:t>
            </a:r>
          </a:p>
          <a:p>
            <a:r>
              <a:rPr sz="5400" b="1">
                <a:latin typeface="DFKai-SB"/>
              </a:rPr>
              <a:t>5.太陽如同新郎出洞房，又如勇士歡然
  奔路。</a:t>
            </a:r>
          </a:p>
          <a:p>
            <a:r>
              <a:rPr sz="5400" b="1">
                <a:latin typeface="DFKai-SB"/>
              </a:rPr>
              <a:t>6.他從天這邊出來，繞到天那邊，沒有
  一物被隱藏不得他的熱氣。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4783" y="0"/>
            <a:ext cx="32624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詩篇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7.耶和華的律法全備，能甦醒人心；耶
  和華的法度確定，能使愚人有智慧。</a:t>
            </a:r>
          </a:p>
          <a:p>
            <a:r>
              <a:rPr sz="5400" b="1">
                <a:latin typeface="DFKai-SB"/>
              </a:rPr>
              <a:t>8.耶和華的訓詞正直，能快活人的心；
  耶和華的命令清潔，能明亮人的眼目。</a:t>
            </a:r>
          </a:p>
          <a:p>
            <a:r>
              <a:rPr sz="5400" b="1">
                <a:latin typeface="DFKai-SB"/>
              </a:rPr>
              <a:t>9.耶和華的道理潔淨，存到永遠；耶和
  華的典章真實，全然公義，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4783" y="0"/>
            <a:ext cx="32624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詩篇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10.都比金子可羡慕，且比極多的精金
   </a:t>
            </a:r>
            <a:r>
              <a:rPr sz="5400" b="1" dirty="0" err="1">
                <a:latin typeface="DFKai-SB"/>
              </a:rPr>
              <a:t>可羡慕；比蜜甘甜，且比蜂房下滴的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蜜甘甜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11.況且你的僕人因此受警戒，守着這
   </a:t>
            </a:r>
            <a:r>
              <a:rPr sz="5400" b="1" dirty="0" err="1">
                <a:latin typeface="DFKai-SB"/>
              </a:rPr>
              <a:t>些便有大賞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12.誰能知道自己的錯失呢？願你赦免
   </a:t>
            </a:r>
            <a:r>
              <a:rPr sz="5400" b="1" dirty="0" err="1">
                <a:latin typeface="DFKai-SB"/>
              </a:rPr>
              <a:t>我隱而未現的過錯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4783" y="0"/>
            <a:ext cx="32624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詩篇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13.求你攔阻僕人不犯任意妄為的罪，
   </a:t>
            </a:r>
            <a:r>
              <a:rPr sz="5400" b="1" dirty="0" err="1">
                <a:latin typeface="DFKai-SB"/>
              </a:rPr>
              <a:t>不容這罪轄制我，我便完全，免犯大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罪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14.耶和華我的磐石，我的救贖主啊，
   </a:t>
            </a:r>
            <a:r>
              <a:rPr sz="5400" b="1" dirty="0" err="1">
                <a:latin typeface="DFKai-SB"/>
              </a:rPr>
              <a:t>願我口中的言語、心裏的意念在你面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前蒙悅納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耶和華的話語</a:t>
            </a:r>
            <a:r>
              <a:rPr sz="5000" b="1" dirty="0">
                <a:latin typeface="DFKai-SB"/>
              </a:rPr>
              <a:t>                                </a:t>
            </a:r>
            <a:r>
              <a:rPr lang="zh-TW" altLang="en-US" sz="5000" b="1" dirty="0">
                <a:latin typeface="DFKai-SB"/>
              </a:rPr>
              <a:t> </a:t>
            </a:r>
            <a:br>
              <a:rPr lang="en-US" altLang="zh-TW" sz="5000" b="1" dirty="0">
                <a:latin typeface="DFKai-SB"/>
              </a:rPr>
            </a:br>
            <a:r>
              <a:rPr lang="zh-TW" altLang="en-US" sz="5000" b="1" dirty="0">
                <a:latin typeface="DFKai-SB"/>
              </a:rPr>
              <a:t>   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耶和華無聲的話語</a:t>
            </a:r>
            <a:r>
              <a:rPr dirty="0"/>
              <a:t>：</a:t>
            </a:r>
          </a:p>
          <a:p>
            <a:pPr algn="l"/>
            <a:r>
              <a:rPr dirty="0"/>
              <a:t>1.諸天日夜述說耶和華的榮耀；穹蒼傳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揚祂的手段</a:t>
            </a:r>
            <a:endParaRPr dirty="0"/>
          </a:p>
          <a:p>
            <a:pPr algn="l"/>
            <a:r>
              <a:rPr dirty="0"/>
              <a:t>2.無言無語，但是它的量帶通遍天下，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它的言語傳到地極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耶和華無聲的話語</a:t>
            </a:r>
            <a:r>
              <a:rPr dirty="0"/>
              <a:t>：</a:t>
            </a:r>
          </a:p>
          <a:p>
            <a:pPr algn="l"/>
            <a:r>
              <a:rPr dirty="0"/>
              <a:t>3.太陽如勇士歡然奔路，沒有一物被隱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藏不得它的熱氣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耶和華有聲的話語</a:t>
            </a:r>
            <a:r>
              <a:rPr dirty="0"/>
              <a:t>：</a:t>
            </a:r>
            <a:br>
              <a:rPr lang="en-US" dirty="0"/>
            </a:br>
            <a:r>
              <a:rPr dirty="0"/>
              <a:t>1.律法全備：甦醒人心</a:t>
            </a:r>
            <a:br>
              <a:rPr lang="en-US" dirty="0"/>
            </a:br>
            <a:r>
              <a:rPr dirty="0"/>
              <a:t>2.法度確定：使愚人有智慧</a:t>
            </a:r>
            <a:br>
              <a:rPr lang="en-US" dirty="0"/>
            </a:br>
            <a:r>
              <a:rPr dirty="0"/>
              <a:t>3.訓詞正直：快活人的心</a:t>
            </a:r>
            <a:br>
              <a:rPr lang="en-US" dirty="0"/>
            </a:br>
            <a:r>
              <a:rPr dirty="0"/>
              <a:t>4.命令清潔：明亮人的眼目</a:t>
            </a:r>
            <a:br>
              <a:rPr lang="en-US" dirty="0"/>
            </a:br>
            <a:r>
              <a:rPr dirty="0"/>
              <a:t>5.道理潔淨：存到永遠</a:t>
            </a:r>
            <a:br>
              <a:rPr lang="en-US" dirty="0"/>
            </a:br>
            <a:r>
              <a:rPr lang="en-US" altLang="zh-TW" dirty="0"/>
              <a:t>6.</a:t>
            </a:r>
            <a:r>
              <a:rPr lang="zh-TW" altLang="en-US" dirty="0"/>
              <a:t>典章真實：全然公義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耶和華話語的能力</a:t>
            </a:r>
            <a:r>
              <a:rPr dirty="0"/>
              <a:t>：</a:t>
            </a:r>
            <a:br>
              <a:rPr lang="en-US" dirty="0"/>
            </a:br>
            <a:r>
              <a:rPr dirty="0"/>
              <a:t>1.價值遠勝：精金及蜂房下滴的蜜</a:t>
            </a:r>
            <a:br>
              <a:rPr lang="en-US" dirty="0"/>
            </a:br>
            <a:r>
              <a:rPr dirty="0"/>
              <a:t>2.受警戒並持守得大賞</a:t>
            </a:r>
            <a:br>
              <a:rPr lang="en-US" dirty="0"/>
            </a:br>
            <a:r>
              <a:rPr dirty="0"/>
              <a:t>3.提醒錯失，赦免隱而未現的過錯</a:t>
            </a:r>
            <a:br>
              <a:rPr lang="en-US" dirty="0"/>
            </a:br>
            <a:r>
              <a:rPr dirty="0"/>
              <a:t>4.避免犯任意妄為的大罪</a:t>
            </a:r>
            <a:br>
              <a:rPr lang="en-US" dirty="0"/>
            </a:br>
            <a:r>
              <a:rPr lang="en-US" altLang="zh-TW" dirty="0"/>
              <a:t>5.</a:t>
            </a:r>
            <a:r>
              <a:rPr lang="zh-TW" altLang="en-US" dirty="0"/>
              <a:t>因此口中言語及心裏意念在耶和華面</a:t>
            </a:r>
            <a:br>
              <a:rPr lang="en-US" altLang="zh-TW" dirty="0"/>
            </a:br>
            <a:r>
              <a:rPr lang="zh-TW" altLang="en-US" dirty="0"/>
              <a:t>  前蒙悅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2CC94C6-1853-4F6B-3835-050B3C35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D7F46AD-A93F-9ADB-D832-D45444090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上帝所賜活命的話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奧妙聖經明記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報人識主使人知罪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恩典明明指示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敎咱識主旨意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2DF9650-2563-6BF4-944E-CEF75DE8B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421FCC-CC5A-4F78-DD57-4F5DEC03F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誠心來服事祂。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7F9CEE89-1F53-BCA6-806A-F1C24D55C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EBCFF98-C1DC-050E-D0BF-38367443B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救主耶穌真理的話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奧妙愛疼極深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遍傳天下使人反悔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成做天頂國民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願咱地上罪人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EF98BC8-B1D2-0E56-F153-F6D10931B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A369347-D083-6A92-1510-C0BC6287C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承受救主憐憫。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A16B9E7F-08FC-5E3B-FFBB-5E73501CB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2078134A-01DA-A710-0FC8-A8D9F9F2C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真道活命福音的聲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萬民歡喜來赴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聖經常讀真道常聽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深信永活的主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5C1FBB2-56E0-F4F8-3ABF-95114D14F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49FD05F-62F8-918E-7707-3E2A6DB52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赦罪平安恩賜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榮光活命攏有。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089175-4E0F-386D-AC74-C72363BEC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CE61201-C66B-F6C6-9A69-23EDC40C4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本主日是JoyCamp暑期喜樂營主日</a:t>
            </a:r>
            <a:r>
              <a:rPr dirty="0"/>
              <a:t>, </a:t>
            </a:r>
            <a:r>
              <a:rPr dirty="0" err="1"/>
              <a:t>小停車場將關閉來預備場地,請兄姐留意,並關心代禱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新城中文學校徵求同工參與中文教</a:t>
            </a:r>
            <a:br>
              <a:rPr lang="en-US" dirty="0"/>
            </a:br>
            <a:r>
              <a:rPr dirty="0" err="1"/>
              <a:t>學、聖經</a:t>
            </a:r>
            <a:r>
              <a:rPr dirty="0"/>
              <a:t>/</a:t>
            </a:r>
            <a:r>
              <a:rPr dirty="0" err="1"/>
              <a:t>福音課程</a:t>
            </a:r>
            <a:r>
              <a:rPr dirty="0"/>
              <a:t> </a:t>
            </a:r>
            <a:r>
              <a:rPr dirty="0" err="1"/>
              <a:t>或行政工作。同時</a:t>
            </a:r>
            <a:br>
              <a:rPr lang="en-US" dirty="0"/>
            </a:br>
            <a:r>
              <a:rPr dirty="0" err="1"/>
              <a:t>徵召新學年度青年義工。有負擔或希望</a:t>
            </a:r>
            <a:br>
              <a:rPr lang="en-US" dirty="0"/>
            </a:br>
            <a:r>
              <a:rPr dirty="0" err="1"/>
              <a:t>了解詳情的弟兄姐妹請與逸如姐連</a:t>
            </a:r>
            <a:br>
              <a:rPr lang="en-US" dirty="0"/>
            </a:br>
            <a:r>
              <a:rPr dirty="0"/>
              <a:t>絡</a:t>
            </a:r>
            <a:r>
              <a:rPr lang="en-US" altLang="zh-TW" dirty="0"/>
              <a:t>:</a:t>
            </a:r>
            <a:r>
              <a:rPr dirty="0"/>
              <a:t>347-337-1559或微信 </a:t>
            </a:r>
            <a:r>
              <a:rPr dirty="0" err="1"/>
              <a:t>minuitmiao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團契時間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今天11:30在交誼廳,邀請逸如姐妹和我們分享：主題是「人如何改變:以十架為中心的好消息</a:t>
            </a:r>
            <a:r>
              <a:rPr lang="en-US" dirty="0"/>
              <a:t>」</a:t>
            </a:r>
            <a:r>
              <a:rPr dirty="0"/>
              <a:t>。</a:t>
            </a:r>
            <a:r>
              <a:rPr dirty="0" err="1"/>
              <a:t>歡迎大家參加</a:t>
            </a:r>
            <a:r>
              <a:rPr dirty="0"/>
              <a:t>。 </a:t>
            </a:r>
            <a:r>
              <a:rPr dirty="0" err="1"/>
              <a:t>線上</a:t>
            </a:r>
            <a:r>
              <a:rPr dirty="0"/>
              <a:t>:</a:t>
            </a:r>
            <a:r>
              <a:rPr lang="zh-TW" altLang="en-US" dirty="0"/>
              <a:t> </a:t>
            </a:r>
            <a:r>
              <a:rPr sz="5000" dirty="0"/>
              <a:t>https://</a:t>
            </a:r>
            <a:r>
              <a:rPr sz="5000" dirty="0" err="1"/>
              <a:t>zoom.us</a:t>
            </a:r>
            <a:r>
              <a:rPr sz="5000"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</a:t>
            </a:r>
            <a:r>
              <a:rPr lang="en-US" dirty="0"/>
              <a:t>7</a:t>
            </a:r>
            <a:r>
              <a:rPr dirty="0"/>
              <a:t>/29晚上8點禱告會,所有事工都需要禱告求上帝扶持祝福。zoom </a:t>
            </a:r>
            <a:r>
              <a:rPr dirty="0" err="1"/>
              <a:t>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宣教組為回應大使命,今年將籌組短宣隊到緬甸宣教,即日起招募隊員</a:t>
            </a:r>
            <a:r>
              <a:rPr dirty="0"/>
              <a:t>！</a:t>
            </a:r>
            <a:br>
              <a:rPr lang="en-US" dirty="0"/>
            </a:br>
            <a:r>
              <a:rPr dirty="0"/>
              <a:t>短宣時間：11/4~11/16,有福音負擔的兄姐,請與溫媺執事聯繫,報名截止日</a:t>
            </a:r>
            <a:br>
              <a:rPr lang="en-US" dirty="0"/>
            </a:br>
            <a:r>
              <a:rPr dirty="0" err="1"/>
              <a:t>為</a:t>
            </a:r>
            <a:r>
              <a:rPr dirty="0"/>
              <a:t> 8/23。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請為教會守望代禱</a:t>
            </a:r>
            <a:r>
              <a:rPr dirty="0"/>
              <a:t>--- </a:t>
            </a:r>
            <a:br>
              <a:rPr lang="en-US" dirty="0"/>
            </a:br>
            <a:r>
              <a:rPr dirty="0" err="1"/>
              <a:t>JoyCamp暑期喜樂營,中文學校,兒童事</a:t>
            </a:r>
            <a:br>
              <a:rPr lang="en-US" dirty="0"/>
            </a:br>
            <a:r>
              <a:rPr dirty="0" err="1"/>
              <a:t>工,兄弟姐妹的健康,家人信主,年輕會</a:t>
            </a:r>
            <a:br>
              <a:rPr lang="en-US"/>
            </a:br>
            <a:r>
              <a:t>友立業成家,紐約治安,國際關係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6736</TotalTime>
  <Words>2300</Words>
  <Application>Microsoft Macintosh PowerPoint</Application>
  <PresentationFormat>Widescreen</PresentationFormat>
  <Paragraphs>315</Paragraphs>
  <Slides>84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84</vt:i4>
      </vt:variant>
    </vt:vector>
  </HeadingPairs>
  <TitlesOfParts>
    <vt:vector size="9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299:咱當出歡喜的聲(1/4)</vt:lpstr>
      <vt:lpstr>299:咱當出歡喜的聲(1/4)</vt:lpstr>
      <vt:lpstr>299:咱當出歡喜的聲(2/4)</vt:lpstr>
      <vt:lpstr>299:咱當出歡喜的聲(2/4)</vt:lpstr>
      <vt:lpstr>299:咱當出歡喜的聲(3/4)</vt:lpstr>
      <vt:lpstr>299:咱當出歡喜的聲(3/4)</vt:lpstr>
      <vt:lpstr>299:咱當出歡喜的聲(4/4)</vt:lpstr>
      <vt:lpstr>299:咱當出歡喜的聲(4/4)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PowerPoint Presentation</vt:lpstr>
      <vt:lpstr>PowerPoint Presentation</vt:lpstr>
      <vt:lpstr>乘鷹翅膀</vt:lpstr>
      <vt:lpstr>乘鷹翅膀</vt:lpstr>
      <vt:lpstr>乘鷹翅膀</vt:lpstr>
      <vt:lpstr>乘鷹翅膀</vt:lpstr>
      <vt:lpstr>乘鷹翅膀</vt:lpstr>
      <vt:lpstr>乘鷹翅膀</vt:lpstr>
      <vt:lpstr>乘鷹翅膀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462：上帝所賜活命的話 (1/3)</vt:lpstr>
      <vt:lpstr>462：上帝所賜活命的話 (1/3)</vt:lpstr>
      <vt:lpstr>462 ：上帝所賜活命的話 (2/3)</vt:lpstr>
      <vt:lpstr>462 ：上帝所賜活命的話 (2/3)</vt:lpstr>
      <vt:lpstr>462 ：上帝所賜活命的話 (3/3)</vt:lpstr>
      <vt:lpstr>462 ：上帝所賜活命的話 (3/3)</vt:lpstr>
      <vt:lpstr>462 ：上帝所賜活命的話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2026-07-24T23:51:00Z</dcterms:modified>
</cp:coreProperties>
</file>