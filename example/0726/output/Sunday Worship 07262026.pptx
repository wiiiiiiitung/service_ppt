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  <p:sldId id="2937" r:id="rId95"/>
    <p:sldId id="2938" r:id="rId96"/>
    <p:sldId id="2939" r:id="rId97"/>
    <p:sldId id="2940" r:id="rId98"/>
    <p:sldId id="2941" r:id="rId9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FEFA10-BAD1-FB6E-01DD-3937761A1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11A0350-062E-4F78-B794-D3CD9926A1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咱</a:t>
            </a:r>
            <a:r>
              <a:rPr lang="zh-TW" altLang="en-US" u="sng" dirty="0"/>
              <a:t>當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tio̍h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出歡喜的聲</a:t>
            </a:r>
            <a:r>
              <a:rPr lang="en-US" altLang="zh-TW" dirty="0"/>
              <a:t>,</a:t>
            </a:r>
            <a:endParaRPr lang="zh-TW" altLang="en-US" dirty="0"/>
          </a:p>
          <a:p>
            <a:pPr>
              <a:defRPr/>
            </a:pPr>
            <a:r>
              <a:rPr lang="zh-TW" altLang="en-US" dirty="0"/>
              <a:t>感謝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(o-</a:t>
            </a:r>
            <a:r>
              <a:rPr lang="en-US" altLang="zh-TW" sz="3200" dirty="0" err="1">
                <a:latin typeface="+mj-lt"/>
              </a:rPr>
              <a:t>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主的名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已經收</a:t>
            </a:r>
            <a:r>
              <a:rPr lang="zh-TW" altLang="en-US" u="sng" dirty="0"/>
              <a:t>回來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tò-lâi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dirty="0"/>
              <a:t>無驚風颱大損害</a:t>
            </a:r>
            <a:r>
              <a:rPr lang="en-US" altLang="zh-TW" dirty="0"/>
              <a:t>,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119984-6E29-1ECD-F679-A0F128806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C14E94B-A4F4-D609-4FBF-5714FD515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主上帝替咱安排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所有好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(mi̍h)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(chhù)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入聖殿來敬拜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上帝大仁愛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7936524-A573-B426-C2F7-CE8054F4C5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DC9F571-675F-D55A-A17D-E550EC0659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372600" cy="58674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全世界受主管理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多多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(chōe-chōe)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稗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kap  phōe )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同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(siāng)</a:t>
            </a:r>
            <a:r>
              <a:rPr lang="zh-TW" altLang="en-US">
                <a:latin typeface="Arial" panose="020B0604020202020204" pitchFamily="34" charset="0"/>
                <a:ea typeface="標楷體" panose="03000509000000000000" pitchFamily="49" charset="-120"/>
              </a:rPr>
              <a:t>時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落地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(saⁿ-kap)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長成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(kàu)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路尾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0F1B0A-0DB2-5535-A58F-D1FED1C2C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0D3A3F8-88CD-4331-9527-1142A25E1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代先開花就結</a:t>
            </a:r>
            <a:r>
              <a:rPr lang="zh-TW" altLang="en-US" u="sng" dirty="0"/>
              <a:t>子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chí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r>
              <a:rPr lang="zh-TW" altLang="en-US" sz="3200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defRPr/>
            </a:pPr>
            <a:r>
              <a:rPr lang="zh-TW" altLang="en-US" dirty="0"/>
              <a:t>然後收</a:t>
            </a:r>
            <a:r>
              <a:rPr lang="zh-TW" altLang="en-US" u="sng" dirty="0"/>
              <a:t>成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sêng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到清氣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dirty="0"/>
              <a:t>阮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ài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成做好果子</a:t>
            </a:r>
            <a:r>
              <a:rPr lang="en-US" altLang="zh-TW" dirty="0"/>
              <a:t>,</a:t>
            </a:r>
            <a:r>
              <a:rPr lang="zh-TW" altLang="en-US" dirty="0"/>
              <a:t>  </a:t>
            </a:r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主歡喜收入去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F55DA8-51C5-D009-A26B-D0F97A3A2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6427A21-372C-3473-1BAC-1726CFAC6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咱的主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收割所種歸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咱地面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(chiūⁿ)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莿帕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(chhì-phè)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攏燒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熔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(iûⁿ)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D5747B3-28AB-5656-4D31-B448E199B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23435B9-B6C2-4DDD-887A-4F1ED4B8C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主的天使</a:t>
            </a:r>
            <a:r>
              <a:rPr lang="zh-TW" altLang="en-US" u="sng" dirty="0"/>
              <a:t>將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beh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臨到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用火燒</a:t>
            </a:r>
            <a:r>
              <a:rPr lang="zh-TW" altLang="en-US" u="sng" dirty="0"/>
              <a:t>稗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phōe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是最後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</a:p>
          <a:p>
            <a:pPr>
              <a:defRPr/>
            </a:pPr>
            <a:r>
              <a:rPr lang="zh-TW" altLang="en-US" dirty="0"/>
              <a:t>總是所有好五</a:t>
            </a:r>
            <a:r>
              <a:rPr lang="zh-TW" altLang="en-US" u="sng" dirty="0"/>
              <a:t>穀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kok</a:t>
            </a:r>
            <a:r>
              <a:rPr lang="en-US" altLang="zh-TW" sz="3200" dirty="0">
                <a:latin typeface="+mj-lt"/>
              </a:rPr>
              <a:t>)</a:t>
            </a:r>
            <a:r>
              <a:rPr lang="en-US" altLang="zh-TW" dirty="0">
                <a:solidFill>
                  <a:prstClr val="white"/>
                </a:solidFill>
              </a:rPr>
              <a:t>,</a:t>
            </a:r>
            <a:endParaRPr lang="zh-TW" altLang="en-US" sz="3200" dirty="0"/>
          </a:p>
          <a:p>
            <a:pPr>
              <a:defRPr/>
            </a:pPr>
            <a:r>
              <a:rPr lang="zh-TW" altLang="en-US" u="sng" dirty="0"/>
              <a:t>使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hō</a:t>
            </a:r>
            <a:r>
              <a:rPr lang="en-US" altLang="zh-TW" sz="3200" dirty="0">
                <a:latin typeface="+mj-lt"/>
              </a:rPr>
              <a:t>͘  )</a:t>
            </a:r>
            <a:r>
              <a:rPr lang="zh-TW" altLang="en-US" dirty="0"/>
              <a:t>主收入真快樂</a:t>
            </a:r>
            <a:r>
              <a:rPr lang="en-US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508B953-9C4D-DEFD-7B5F-B86CECEF6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3E81AB9-4929-CE25-4948-8733616095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55675"/>
            <a:ext cx="9144000" cy="58674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願主耶穌緊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最後收成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(ji̍p)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厝內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聚集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(chū-chip)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祢的眾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子兒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(kiáⁿ-jî)</a:t>
            </a:r>
            <a:r>
              <a:rPr lang="en-US" altLang="zh-TW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>
              <a:latin typeface="Arial" panose="020B0604020202020204" pitchFamily="34" charset="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 in)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釋放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(tháu-pàng)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F586B80-0D39-05AC-5970-3DBA6D5D30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咱當出歡喜的聲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2619C37-0BA6-4043-4242-8593F40AE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 in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到清氣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in 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祢永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求祢帶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(thian)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軍緊來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阮入榮光所在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0442C4A-79BD-0CA9-89BC-5CB2DC659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85C28755-5563-7062-BAEE-E8984D3DD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諸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(chiah)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個天講起上帝的榮光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(kiong-chhong)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報揚祂的手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所做的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94CB10A-EF00-8E4D-809D-6FDFDCC20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D1657AD-9A85-6983-F6D0-0A55772F7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71600"/>
            <a:ext cx="12192000" cy="5257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此日對日發出語言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此冥對彼冥傳出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知識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(chai-bat)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無言無語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的聲無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 sz="4800">
                <a:latin typeface="標楷體" panose="03000509000000000000" pitchFamily="49" charset="-120"/>
                <a:ea typeface="標楷體" panose="03000509000000000000" pitchFamily="49" charset="-120"/>
              </a:rPr>
              <a:t>聽見</a:t>
            </a:r>
            <a:r>
              <a:rPr lang="en-US" altLang="zh-TW" sz="480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 sz="48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174A884-1B95-ACAE-A368-90ABDE66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AD3402-A374-14CF-5C54-F5548318E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伊的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準繩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(chún-chîn)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遍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的言語到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地極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26A5195-A592-25D0-8F04-BE4E0AE8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F81EA13-8390-3509-56AD-D37DCB83D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192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上帝在伊中間為着日頭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安置帳房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日頭親像新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(kiáⁿ-sài)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出他的房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916F57-D2B8-8B82-2F62-EC029E6EF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F01016F-94BD-33DA-8500-8593CBB93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亦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(ia̍h)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親像猛勇的人歡喜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走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(chàu)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他的路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他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天的此旁出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39D9A13-7547-1207-C527-E3B15A7E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FFDC2EB-4F9D-4648-C1F2-7C9228C06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4000"/>
            <a:ext cx="12192000" cy="54864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繞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(se̍h)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到天的彼傍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無一項物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藏密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(khǹg-ba̍t)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無得着它的熱氣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en-US" altLang="zh-TW" sz="40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D34B52B-C71F-8555-5B68-4C28954C7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C7208D9-F4B9-53E1-521A-AB6AE1CD7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76400"/>
            <a:ext cx="12192000" cy="46482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耶和華的律法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齊全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(chiâu-chn̂g)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(h͘ō͘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人的心神活起來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sz="660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66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532E56A-13DE-3AB1-EAD6-C9D9D1D6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6F82BF97-FFA8-5223-4FBF-D72DE1705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95400"/>
            <a:ext cx="12192000" cy="55626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耶和華的干証確實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hō͘  gōng)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人有智慧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耶和華的教示正直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人的心歡喜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6AAA0EE-7878-3F92-0DA9-89B2F406F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2EF136A-55F2-7E22-3715-1B072B96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5240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耶和華命令清潔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人的目睭光明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TW" altLang="en-US" sz="3200" b="0">
              <a:solidFill>
                <a:schemeClr val="tx1"/>
              </a:solidFill>
              <a:latin typeface="Calibri" panose="020F050202020403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0700825-86F7-8367-5017-4983C81B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AE54D88-9525-BF39-1767-A4B292B2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敬畏耶和華的道理是清氣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永遠存在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耶和華的判斷真實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一概是 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公義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2AFCA10-228F-3C8F-C62B-0485510E6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BC2250F-ABE4-BA0E-AF97-E50A2DDF9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比金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比多多好金更</a:t>
            </a:r>
            <a:endParaRPr lang="en-US" altLang="zh-TW" sz="320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欣慕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比蜂房滴落來的蜜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FEBA3A9-E0A2-ED62-0D3A-9B9CC47F6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9D330F7-FFB1-F256-CFDD-9FE4EC99C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12192000" cy="5257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又祢的奴僕由這些受警戒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守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這些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(chiah-ê)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有大賞賜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什人能知他的失錯啊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>
              <a:lnSpc>
                <a:spcPct val="90000"/>
              </a:lnSpc>
            </a:pP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求祢除去我暗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(chīⁿ)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的過失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E17220-CC15-B196-DEA0-BA5B7F96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8815B1-EC73-E8B9-9841-D54A9F57F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求祢阻止祢的奴僕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無故意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犯罪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不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(m̄)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准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個罪惡管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轄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10AFCDB-7A9A-CC7A-94B6-C05E0789B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D5749F2-1BE0-0D0C-DD7E-1E3A18DE6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600200"/>
            <a:ext cx="12192000" cy="4525963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我就完全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免犯大罪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30F84E6-2F50-E849-FD7E-7EE45FDF5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5: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19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208DC9C-DB8A-2A43-47F3-B1694030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ext cx="12192000" cy="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耶和華我的石磐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救贖我的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主啊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願我的嘴所講的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心所想的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祢的面前得着接納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乘鷹翅膀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祂要將你升高佇鷹翅頂，佇透早導你來飛，</a:t>
            </a:r>
          </a:p>
          <a:p>
            <a:r>
              <a:t>乎你明亮如日光，</a:t>
            </a:r>
          </a:p>
          <a:p>
            <a:r>
              <a:t>將你掠箸佇主的聖手。</a:t>
            </a:r>
          </a:p>
          <a:p>
            <a:r>
              <a:t>惦佇至高隱密所在的人，豎起佇全能者的蔭影，</a:t>
            </a:r>
          </a:p>
          <a:p>
            <a:r>
              <a:t>上帝是我庇難所，</a:t>
            </a:r>
          </a:p>
          <a:p>
            <a:r>
              <a:t>是我所可倚靠！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祂要將你升高佇鷹翅頂，佇透早導你來飛，</a:t>
            </a:r>
          </a:p>
          <a:p>
            <a:r>
              <a:t>乎你明亮如日光，</a:t>
            </a:r>
          </a:p>
          <a:p>
            <a:r>
              <a:t>將你掠箸佇主的聖手。</a:t>
            </a:r>
          </a:p>
          <a:p>
            <a:r>
              <a:t>要救你脫離</a:t>
            </a:r>
          </a:p>
          <a:p>
            <a:r>
              <a:t>打獵的人的羅網，</a:t>
            </a:r>
          </a:p>
          <a:p>
            <a:r>
              <a:t>雖然饑餓也攏無驚，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倚靠在主的翅下，</a:t>
            </a:r>
          </a:p>
          <a:p>
            <a:r>
              <a:t>主信實是騰牌。</a:t>
            </a:r>
          </a:p>
          <a:p>
            <a:r>
              <a:t>祂要將你升高佇鷹翅頂，佇透早導你來飛，</a:t>
            </a:r>
          </a:p>
          <a:p>
            <a:r>
              <a:t>乎你明亮如日光，</a:t>
            </a:r>
          </a:p>
          <a:p>
            <a:r>
              <a:t>將你掠箸佇主的聖手。</a:t>
            </a:r>
          </a:p>
          <a:p>
            <a:r>
              <a:t>你不免著驚暗冥的驚惶，抑是日時飛來的箭；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雖有千萬人趴倒，</a:t>
            </a:r>
          </a:p>
          <a:p>
            <a:r>
              <a:t>災害也否近倚。</a:t>
            </a:r>
          </a:p>
          <a:p>
            <a:r>
              <a:t>祂要將你升高佇鷹翅頂，佇透早導你來飛，</a:t>
            </a:r>
          </a:p>
          <a:p>
            <a:r>
              <a:t>乎你明亮如日光，</a:t>
            </a:r>
          </a:p>
          <a:p>
            <a:r>
              <a:t>將你掠箸佇主的聖手。</a:t>
            </a:r>
          </a:p>
          <a:p>
            <a:r>
              <a:t>因祂要為你吩咐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祂的使者，</a:t>
            </a:r>
          </a:p>
          <a:p>
            <a:r>
              <a:t>佇你一切道路保護；</a:t>
            </a:r>
          </a:p>
          <a:p>
            <a:r>
              <a:t>伊也必定用手扶持你，</a:t>
            </a:r>
          </a:p>
          <a:p>
            <a:r>
              <a:t>免得你的腳蹈著石頭。</a:t>
            </a:r>
          </a:p>
          <a:p>
            <a:r>
              <a:t>祂要將你升高佇鷹翅頂，佇透早導你來飛，</a:t>
            </a:r>
          </a:p>
          <a:p>
            <a:r>
              <a:t>乎你明亮如日光，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乘鷹翅膀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掠箸你，掠箸你，</a:t>
            </a:r>
          </a:p>
          <a:p>
            <a:r>
              <a:t>將你掠箸佇主的聖手，</a:t>
            </a:r>
          </a:p>
          <a:p>
            <a:r>
              <a:t>的聖手。</a:t>
            </a:r>
          </a:p>
          <a:p>
            <a:r>
              <a:t>主聖手。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詩篇 19:1~14</a:t>
            </a:r>
          </a:p>
          <a:p>
            <a:pPr algn="ctr"/>
            <a:r>
              <a:rPr sz="5400" b="1">
                <a:latin typeface="標楷體"/>
              </a:rPr>
              <a:t>(舊約第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670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1.（大衛的詩，交與伶長）諸天述說神
  的榮耀；穹蒼傳揚他的手段。</a:t>
            </a:r>
          </a:p>
          <a:p>
            <a:r>
              <a:rPr sz="5400" b="1">
                <a:latin typeface="DFKai-SB"/>
              </a:rPr>
              <a:t>2.這日到那日發出言語；這夜到那夜傳
  出知識。</a:t>
            </a:r>
          </a:p>
          <a:p>
            <a:r>
              <a:rPr sz="5400" b="1">
                <a:latin typeface="DFKai-SB"/>
              </a:rPr>
              <a:t>3.無言無語，也無聲音可聽。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4.他的量帶通遍天下，他的言語傳到地
  極。神在其間為太陽安設帳幕；</a:t>
            </a:r>
          </a:p>
          <a:p>
            <a:r>
              <a:rPr sz="5400" b="1">
                <a:latin typeface="DFKai-SB"/>
              </a:rPr>
              <a:t>5.太陽如同新郎出洞房，又如勇士歡然
  奔路。</a:t>
            </a:r>
          </a:p>
          <a:p>
            <a:r>
              <a:rPr sz="5400" b="1">
                <a:latin typeface="DFKai-SB"/>
              </a:rPr>
              <a:t>6.他從天這邊出來，繞到天那邊，沒有
  一物被隱藏不得他的熱氣。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7.耶和華的律法全備，能甦醒人心；耶
  和華的法度確定，能使愚人有智慧。</a:t>
            </a:r>
          </a:p>
          <a:p>
            <a:r>
              <a:rPr sz="5400" b="1">
                <a:latin typeface="DFKai-SB"/>
              </a:rPr>
              <a:t>8.耶和華的訓詞正直，能快活人的心；
  耶和華的命令清潔，能明亮人的眼目。</a:t>
            </a:r>
          </a:p>
          <a:p>
            <a:r>
              <a:rPr sz="5400" b="1">
                <a:latin typeface="DFKai-SB"/>
              </a:rPr>
              <a:t>9.耶和華的道理潔淨，存到永遠；耶和
  華的典章真實，全然公義，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10.都比金子可羡慕，且比極多的精金
   可羡慕；比蜜甘甜，且比蜂房下滴的蜜甘
   甜。</a:t>
            </a:r>
          </a:p>
          <a:p>
            <a:r>
              <a:rPr sz="5400" b="1">
                <a:latin typeface="DFKai-SB"/>
              </a:rPr>
              <a:t>11.況且你的僕人因此受警戒，守着這
   些便有大賞。</a:t>
            </a:r>
          </a:p>
          <a:p>
            <a:r>
              <a:rPr sz="5400" b="1">
                <a:latin typeface="DFKai-SB"/>
              </a:rPr>
              <a:t>12.誰能知道自己的錯失呢？願你赦免
   我隱而未現的過錯。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80063" y="0"/>
            <a:ext cx="40318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6FFFF"/>
                </a:solidFill>
                <a:latin typeface="標楷體"/>
              </a:rPr>
              <a:t>詩篇 19:1~14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latin typeface="DFKai-SB"/>
              </a:rPr>
              <a:t>13.求你攔阻僕人不犯任意妄為的罪，
   不容這罪轄制我，我便完全，免犯大罪。</a:t>
            </a:r>
          </a:p>
          <a:p>
            <a:r>
              <a:rPr sz="5400" b="1">
                <a:latin typeface="DFKai-SB"/>
              </a:rPr>
              <a:t>14.耶和華我的磐石，我的救贖主啊，
   願我口中的言語、心裏的意念在你面前蒙
   悅納。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8000"/>
              <a:t>耶和華的話語</a:t>
            </a:r>
            <a:r>
              <a:rPr sz="5000" b="1">
                <a:latin typeface="DFKai-SB"/>
              </a:rPr>
              <a:t>                                </a:t>
            </a:r>
            <a:r>
              <a:rPr sz="4400" b="1">
                <a:latin typeface="標楷體"/>
              </a:rPr>
              <a:t>陳信銘牧師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一. 耶和華無聲的話語：</a:t>
            </a:r>
          </a:p>
          <a:p>
            <a:pPr algn="l"/>
            <a:r>
              <a:t>1.諸天日夜述說耶和華的榮耀；穹蒼傳揚祂的手段</a:t>
            </a:r>
          </a:p>
          <a:p>
            <a:pPr algn="l"/>
            <a:r>
              <a:t>2.無言無語，但是它的量帶通遍天下，它的言語傳到地極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一. 耶和華無聲的話語：</a:t>
            </a:r>
          </a:p>
          <a:p>
            <a:pPr algn="l"/>
            <a:r>
              <a:t>3.太陽如勇士歡然奔路，沒有一物被隱藏不得它的熱氣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耶和華有聲的話語：</a:t>
            </a:r>
          </a:p>
          <a:p>
            <a:pPr algn="l"/>
            <a:r>
              <a:t>1.律法全備：甦醒人心</a:t>
            </a:r>
          </a:p>
          <a:p>
            <a:pPr algn="l"/>
            <a:r>
              <a:t>2.法度確定：使愚人有智慧</a:t>
            </a:r>
          </a:p>
          <a:p>
            <a:pPr algn="l"/>
            <a:r>
              <a:t>3.訓詞正直：快活人的心</a:t>
            </a:r>
          </a:p>
          <a:p>
            <a:pPr algn="l"/>
            <a:r>
              <a:t>4.命令清潔：明亮人的眼目</a:t>
            </a:r>
          </a:p>
          <a:p>
            <a:pPr algn="l"/>
            <a:r>
              <a:t>5.道理潔淨：存到永遠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二. 耶和華有聲的話語：</a:t>
            </a:r>
          </a:p>
          <a:p>
            <a:pPr algn="l"/>
            <a:r>
              <a:t>6.典章真實：全然公義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耶和華話語的能力：</a:t>
            </a:r>
          </a:p>
          <a:p>
            <a:pPr algn="l"/>
            <a:r>
              <a:t>1.價值遠勝：精金及蜂房下滴的蜜</a:t>
            </a:r>
          </a:p>
          <a:p>
            <a:pPr algn="l"/>
            <a:r>
              <a:t>2.受警戒並持守得大賞</a:t>
            </a:r>
          </a:p>
          <a:p>
            <a:pPr algn="l"/>
            <a:r>
              <a:t>3.提醒錯失，赦免隱而未現的過錯</a:t>
            </a:r>
          </a:p>
          <a:p>
            <a:pPr algn="l"/>
            <a:r>
              <a:t>4.避免犯任意妄為的大罪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>
                <a:solidFill>
                  <a:srgbClr val="66FFFF"/>
                </a:solidFill>
                <a:latin typeface="標楷體"/>
              </a:rPr>
              <a:t>今日信息</a:t>
            </a:r>
          </a:p>
          <a:p>
            <a:pPr algn="l"/>
            <a:r>
              <a:t>三. 耶和華話語的能力：</a:t>
            </a:r>
          </a:p>
          <a:p>
            <a:pPr algn="l"/>
            <a:r>
              <a:t>5.因此口中言語及心裏意念在耶和華面前蒙悅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52CC94C6-1853-4F6B-3835-050B3C35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D7F46AD-A93F-9ADB-D832-D454440907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上帝所賜活命的話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奧妙聖經明記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報人識主使人知罪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恩典明明指示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敎咱識主旨意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2DF9650-2563-6BF4-944E-CEF75DE8B5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C421FCC-CC5A-4F78-DD57-4F5DEC03F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誠心來服事祂。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7F9CEE89-1F53-BCA6-806A-F1C24D55C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EBCFF98-C1DC-050E-D0BF-38367443B5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救主耶穌真理的話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奧妙愛疼極深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遍傳天下使人反悔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成做天頂國民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願咱地上罪人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EF98BC8-B1D2-0E56-F153-F6D10931B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A369347-D083-6A92-1510-C0BC6287C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承受救主憐憫。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A16B9E7F-08FC-5E3B-FFBB-5E73501CB6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2078134A-01DA-A710-0FC8-A8D9F9F2C2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真道活命福音的聲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萬民歡喜來赴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聖經常讀真道常聽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深信永活的主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5C1FBB2-56E0-F4F8-3ABF-95114D14F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49FD05F-62F8-918E-7707-3E2A6DB52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赦罪平安恩賜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榮光活命攏有。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智慧奧妙極大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089175-4E0F-386D-AC74-C72363BEC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462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：上帝所賜活命的話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CE61201-C66B-F6C6-9A69-23EDC40C4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上帝的話 活命的話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導咱直到永活。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本主日是 JoyCamp 暑期喜樂營主日, 小停車場將關閉 來預備場地, 請兄姐留意, 並關心代禱。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新城中文學校徵求同工參與中文教學、聖經/福音課程 或行政工作。同時徵召新學年度青年義工。有負擔或 希望了解詳情的弟兄姐妹請與逸如姐連絡： 347-337-1559或微信 minuitmiao。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團契時間---今天11:30在交誼廳, 邀請逸如姐妹和我們 分享 ：主題是「人如何改變: 以十架為中心的好消息」。 歡迎大家參加。 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週三線上禱告---邀請您參加 7/29晚上 8點禱告會, 所有事工都需要禱告求上帝扶持祝福。zoom 連結如同 主日學。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宣教組為回應大使命, 今年將籌組短宣隊到緬甸宣教, 即日起招募隊員！短宣時間：11/4~11/16, 有福音負擔 的兄姐, 請與溫媺執事聯繫, 報名截止日為 8/23。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請為教會守望代禱--- JoyCamp 暑期喜樂營, 中文學校, 兒童事工, 兄弟姐妹的健康, 家人信主, 年輕會友立業 成家, 紐約治安, 國際關係。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