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9" r:id="rId4"/>
    <p:sldId id="257" r:id="rId5"/>
    <p:sldId id="260" r:id="rId6"/>
    <p:sldId id="258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03" autoAdjust="0"/>
  </p:normalViewPr>
  <p:slideViewPr>
    <p:cSldViewPr>
      <p:cViewPr varScale="1">
        <p:scale>
          <a:sx n="110" d="100"/>
          <a:sy n="110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91CD9-131F-9559-B8C5-D49FFA80EF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DAE26-F667-ADBF-CADA-42C229CF5D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30936233-97DC-D441-B2CA-05F56ABB0742}" type="datetimeFigureOut">
              <a:rPr lang="zh-TW" altLang="en-US"/>
              <a:pPr>
                <a:defRPr/>
              </a:pPr>
              <a:t>2026/7/24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4E0DB-2D25-96CC-1EF9-F3F746FC73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94E7B-7721-433C-8CE6-1FB812B81F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B00087-AE3A-9949-A0CB-340843380935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B2A5EF4-E2F1-55E4-FA38-12B0CB2607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7821B5D-38DC-2099-0716-7FFACA91FB1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1BE95B2E-F58B-3F27-A62D-CE4E0E3A40C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BE7E976-63F5-AC7F-F3C1-C81CBBDF541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37DDE0D-BD25-76F5-2524-555339FCBE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06A9373-BCE5-3B85-55FA-47C35E90EE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FC240AD4-0544-B748-83CA-76133A9F4B26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F19FF98-6AF3-FFFD-CCC8-B344B60B51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4600360-2824-E16F-CBF2-868566BE1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EF627CB-15A0-FBF4-2EFC-BE12F6D1A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56B7809-6216-6B2B-B489-97ACCF0F3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D84016D-EDE1-7C3C-D67F-06E173D3C9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7B6E0A9-B012-CDB9-65C5-D733DDF51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286541C-7B07-5F15-C563-063771D1F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F2911CF-396A-507B-1EA0-1044E4778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C359887-B44A-6EB9-7344-5CCAE6B0A6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3BB94E3-7CED-4AA8-D3FA-FE95F0DD7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3F85E08-049A-CA1F-567D-ECC81C0F27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675F182-7CB3-538B-8CFC-ABBA47BAD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BF9F914-807F-B0AF-8635-2CCC495AB8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D7ECB6F-1F03-318E-3FF5-5E84BDF3E8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6573C8-B78D-33C6-6B93-4D78EF2E61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624BB3-A070-4EEB-77A3-CE4F97EB09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D8A174-2EF5-103A-B903-1C4A3BB7CC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D9FFA2-F074-D84D-9825-AC4408700A7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3794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85718F-247B-1995-A910-3957E43655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3181D8-299E-09AB-1956-D64CF1F082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668D028-3D1F-14F0-801C-BEB595A36B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FAB11-D592-3B4E-BDC4-D6366745C2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190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A72CC7-7721-1EF7-A31F-FD06A8D2A9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0DE7A0-904D-087D-D3D7-031202B0AC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9D5216-F7D9-1366-0F3F-C01B31F0D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D8470A-79EA-0A44-9098-2FD8F5D0B16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327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630A4C-A677-6339-5577-0CB7D80CB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1E95591-C25C-04BC-0998-67E7FE63F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80EC93E-B7D0-D9B7-F833-059F50775C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3AB87B-4771-2CD7-F10E-A5D206D8ED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726C004-DA3B-60AC-3FB4-27FB26100B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5114B94D-0E83-B446-BA36-E55CBF04F9D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+mj-lt"/>
          <a:ea typeface="標楷體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5400" b="1">
          <a:solidFill>
            <a:schemeClr val="tx1"/>
          </a:solidFill>
          <a:latin typeface="+mn-lt"/>
          <a:ea typeface="標楷體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5400">
          <a:solidFill>
            <a:schemeClr val="tx1"/>
          </a:solidFill>
          <a:latin typeface="+mn-lt"/>
          <a:ea typeface="標楷體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標楷體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5400">
          <a:solidFill>
            <a:schemeClr val="tx1"/>
          </a:solidFill>
          <a:latin typeface="+mn-lt"/>
          <a:ea typeface="標楷體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5400">
          <a:solidFill>
            <a:schemeClr val="tx1"/>
          </a:solidFill>
          <a:latin typeface="+mn-lt"/>
          <a:ea typeface="標楷體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0333975-579E-950A-8F71-D88387BF7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F77CFC7-9158-5A82-A7E2-B8DB4AAB8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9E20D4-34F4-9327-E774-8F6B5E0DB2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C0ED47B-C6BF-0D48-DBFD-1B1F385575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563199-ED4B-E4B8-AD91-EC7D87E558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72B997A3-BD37-5443-A73E-1B750B1A5B49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+mj-lt"/>
          <a:ea typeface="標楷體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 u="sng">
          <a:solidFill>
            <a:srgbClr val="66FFFF"/>
          </a:solidFill>
          <a:latin typeface="Arial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5400" b="1">
          <a:solidFill>
            <a:schemeClr val="tx1"/>
          </a:solidFill>
          <a:latin typeface="+mn-lt"/>
          <a:ea typeface="標楷體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5400">
          <a:solidFill>
            <a:schemeClr val="tx1"/>
          </a:solidFill>
          <a:latin typeface="+mn-lt"/>
          <a:ea typeface="標楷體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標楷體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5400">
          <a:solidFill>
            <a:schemeClr val="tx1"/>
          </a:solidFill>
          <a:latin typeface="+mn-lt"/>
          <a:ea typeface="標楷體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5400">
          <a:solidFill>
            <a:schemeClr val="tx1"/>
          </a:solidFill>
          <a:latin typeface="+mn-lt"/>
          <a:ea typeface="標楷體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2CC94C6-1853-4F6B-3835-050B3C35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D7F46AD-A93F-9ADB-D832-D45444090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上帝所賜活命的話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奧妙聖經明記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報人識主使人知罪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恩典明明指示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敎咱識主旨意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2DF9650-2563-6BF4-944E-CEF75DE8B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421FCC-CC5A-4F78-DD57-4F5DEC03F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誠心來服事祂。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7F9CEE89-1F53-BCA6-806A-F1C24D55C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EBCFF98-C1DC-050E-D0BF-38367443B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救主耶穌真理的話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奧妙愛疼極深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遍傳天下使人反悔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成做天頂國民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願咱地上罪人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EF98BC8-B1D2-0E56-F153-F6D10931B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A369347-D083-6A92-1510-C0BC6287C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承受救主憐憫。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A16B9E7F-08FC-5E3B-FFBB-5E73501CB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2078134A-01DA-A710-0FC8-A8D9F9F2C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真道活命福音的聲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萬民歡喜來赴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聖經常讀真道常聽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深信永活的主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5C1FBB2-56E0-F4F8-3ABF-95114D14F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49FD05F-62F8-918E-7707-3E2A6DB52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赦罪平安恩賜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榮光活命攏有。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089175-4E0F-386D-AC74-C72363BEC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CE61201-C66B-F6C6-9A69-23EDC40C4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9408</TotalTime>
  <Words>248</Words>
  <Application>Microsoft Macintosh PowerPoint</Application>
  <PresentationFormat>On-screen Show (4:3)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標楷體</vt:lpstr>
      <vt:lpstr>新細明體</vt:lpstr>
      <vt:lpstr>Default Design</vt:lpstr>
      <vt:lpstr>1_Default Design</vt:lpstr>
      <vt:lpstr>462：上帝所賜活命的話 (1/3)</vt:lpstr>
      <vt:lpstr>462：上帝所賜活命的話 (1/3)</vt:lpstr>
      <vt:lpstr>462 ：上帝所賜活命的話 (2/3)</vt:lpstr>
      <vt:lpstr>462 ：上帝所賜活命的話 (2/3)</vt:lpstr>
      <vt:lpstr>462 ：上帝所賜活命的話 (3/3)</vt:lpstr>
      <vt:lpstr>462 ：上帝所賜活命的話 (3/3)</vt:lpstr>
      <vt:lpstr>462 ：上帝所賜活命的話 (3/3)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378</cp:revision>
  <dcterms:created xsi:type="dcterms:W3CDTF">2007-02-04T16:15:54Z</dcterms:created>
  <dcterms:modified xsi:type="dcterms:W3CDTF">2026-07-24T23:40:05Z</dcterms:modified>
</cp:coreProperties>
</file>