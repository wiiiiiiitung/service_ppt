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17"/>
  </p:notesMasterIdLst>
  <p:sldIdLst>
    <p:sldId id="256" r:id="rId2"/>
    <p:sldId id="264" r:id="rId3"/>
    <p:sldId id="257" r:id="rId4"/>
    <p:sldId id="265" r:id="rId5"/>
    <p:sldId id="258" r:id="rId6"/>
    <p:sldId id="266" r:id="rId7"/>
    <p:sldId id="267" r:id="rId8"/>
    <p:sldId id="259" r:id="rId9"/>
    <p:sldId id="268" r:id="rId10"/>
    <p:sldId id="260" r:id="rId11"/>
    <p:sldId id="261" r:id="rId12"/>
    <p:sldId id="269" r:id="rId13"/>
    <p:sldId id="262" r:id="rId14"/>
    <p:sldId id="270" r:id="rId15"/>
    <p:sldId id="263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658" autoAdjust="0"/>
  </p:normalViewPr>
  <p:slideViewPr>
    <p:cSldViewPr>
      <p:cViewPr varScale="1">
        <p:scale>
          <a:sx n="120" d="100"/>
          <a:sy n="120" d="100"/>
        </p:scale>
        <p:origin x="19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20BE39-69B7-40A6-BDE6-DC09D6DAE0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9ED64D-7A2D-40F6-97ED-28C62F5ECA2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D094C41-97F0-794F-8F4B-B5E498BBF32A}" type="datetimeFigureOut">
              <a:rPr lang="zh-TW" altLang="en-US"/>
              <a:pPr>
                <a:defRPr/>
              </a:pPr>
              <a:t>2026/7/24</a:t>
            </a:fld>
            <a:endParaRPr lang="en-US" altLang="zh-TW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99D17A6-E84C-4776-B270-8E786B9D8E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5CD334C-E2B9-40C9-B764-537EDD8AC6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10694-7DA0-446F-B5DE-0A891C940A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14245-7972-4694-9732-559B8C8AB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9BDCABFE-17E0-9443-BAB0-D0982253C08C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FF699-4E92-F8C5-8996-A13FB0D1A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6ACAD-E1C8-5645-8471-CBE0024122D8}" type="datetimeFigureOut">
              <a:rPr lang="zh-TW" altLang="en-US"/>
              <a:pPr>
                <a:defRPr/>
              </a:pPr>
              <a:t>2026/7/24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11D43-5406-3576-0B49-7DDC2749E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09096-320B-EE18-796D-34C1B6401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127C7F-2F78-C242-A091-6CE8B8DA345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79317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>
            <a:lvl1pPr>
              <a:defRPr sz="4400" b="1" u="sng">
                <a:solidFill>
                  <a:srgbClr val="00FFFF"/>
                </a:solidFill>
                <a:latin typeface="DFKai-SB" pitchFamily="65" charset="-120"/>
                <a:ea typeface="DFKai-SB" pitchFamily="65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4525963"/>
          </a:xfrm>
        </p:spPr>
        <p:txBody>
          <a:bodyPr>
            <a:noAutofit/>
          </a:bodyPr>
          <a:lstStyle>
            <a:lvl1pPr algn="l">
              <a:buNone/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1pPr>
            <a:lvl2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2pPr>
            <a:lvl3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3pPr>
            <a:lvl4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4pPr>
            <a:lvl5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711B9-99FE-2B94-E125-BD71BB248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E4ED3C-67C8-9645-94D6-39B92E04E56B}" type="datetimeFigureOut">
              <a:rPr lang="zh-TW" altLang="en-US"/>
              <a:pPr>
                <a:defRPr/>
              </a:pPr>
              <a:t>2026/7/24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36B1C-9B80-ECC9-4B97-96FC764E1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A5351-0880-1C9A-9489-EA8BFAE5D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188112-59DF-3149-952C-1A4EB932DA2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30658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9D46D-2E07-62DB-54AA-9BE26C403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A3EA3-04A6-584A-9BAF-1D06599E15C1}" type="datetimeFigureOut">
              <a:rPr lang="zh-TW" altLang="en-US"/>
              <a:pPr>
                <a:defRPr/>
              </a:pPr>
              <a:t>2026/7/24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E7DFD-176D-7AD7-A80A-A7BCCCD2C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F0B77-C411-C217-0584-275706C8F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A5CA71-9357-174D-B117-86BEF1704D3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99243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FFE7B41-718F-7F5F-44C7-B9E52C292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0FA8C-9036-924D-A68C-01A25101A3FC}" type="datetimeFigureOut">
              <a:rPr lang="zh-TW" altLang="en-US"/>
              <a:pPr>
                <a:defRPr/>
              </a:pPr>
              <a:t>2026/7/24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35982F-D8E7-801E-4527-CB910CCD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7E48424-2BA9-B420-0DCA-F11C8AEC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6E04DE-BB18-054A-9C84-806FA1CCB66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4741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E41C7C3-FCF5-67AE-5795-3F252D89B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470BB-BAD0-C944-88C3-056771CF3BBD}" type="datetimeFigureOut">
              <a:rPr lang="zh-TW" altLang="en-US"/>
              <a:pPr>
                <a:defRPr/>
              </a:pPr>
              <a:t>2026/7/24</a:t>
            </a:fld>
            <a:endParaRPr lang="en-US" altLang="zh-TW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4F8793D-A00A-72B3-CD65-07C3C56F1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AA7DC93-9357-1663-CA0A-3F596A9F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59C2BC-8F57-A34C-8CF5-FE5F25D65BB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04612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C921E7-FA0C-7F45-AD07-831BDECA6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762A46-69E6-E443-98F5-5A06AC205E80}" type="datetimeFigureOut">
              <a:rPr lang="zh-TW" altLang="en-US"/>
              <a:pPr>
                <a:defRPr/>
              </a:pPr>
              <a:t>2026/7/24</a:t>
            </a:fld>
            <a:endParaRPr lang="en-US" altLang="zh-TW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B7BE045-E4A0-BEF7-9D14-A5C320CCD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5CCFB6-40A2-7CC6-CA49-6C9B8F079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37D33B-AD77-954D-8978-1ED3F9019B2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250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CC5EE93-E25E-A74B-F88D-398C02117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1325F3-2BAA-764D-8DF0-6AC0D4EC0C3C}" type="datetimeFigureOut">
              <a:rPr lang="zh-TW" altLang="en-US"/>
              <a:pPr>
                <a:defRPr/>
              </a:pPr>
              <a:t>2026/7/24</a:t>
            </a:fld>
            <a:endParaRPr lang="en-US" altLang="zh-TW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4FDF8D2-993E-C514-E808-73B573B9E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558E37C-FCF9-F05A-E648-FC69263FA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10160-817F-E04C-ACEC-FE261F2B7D3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27202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0367C69-7E3A-533B-5EEA-694B6AB08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160C22-A26F-784B-838B-180A0FBA38D7}" type="datetimeFigureOut">
              <a:rPr lang="zh-TW" altLang="en-US"/>
              <a:pPr>
                <a:defRPr/>
              </a:pPr>
              <a:t>2026/7/24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9AFF647-F577-13F2-E581-6EEC86E84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9A7FBE7-64BF-D44C-1DEF-96568EBC6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80B676-BAC6-1F4E-85EB-726BDA9E461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12022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33C8D8C-1B69-9B0A-A31B-52D0DE816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F99563-300C-2649-98FE-E52394520C29}" type="datetimeFigureOut">
              <a:rPr lang="zh-TW" altLang="en-US"/>
              <a:pPr>
                <a:defRPr/>
              </a:pPr>
              <a:t>2026/7/24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5306EB-EBA4-D8DF-364B-5BB28E283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1E1447B-FFAD-649E-E289-08E18095C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45E515-61B6-B848-B110-724FD65C585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34623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B1C9F-DDE2-C5A7-BF2E-57D0954F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F00878-F9FA-EB4F-A6C7-CCDAEC2380A6}" type="datetimeFigureOut">
              <a:rPr lang="zh-TW" altLang="en-US"/>
              <a:pPr>
                <a:defRPr/>
              </a:pPr>
              <a:t>2026/7/24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1C0A4-77D0-E41A-156E-D2E462B14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6FDC9-A08C-32B9-2ACF-5870D32F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73F099-EDC6-9F42-96BC-15A7A5CAB6B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74104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9D470-791E-8515-7068-CFF214B31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539A79-9750-004C-A96B-BAD52EC08F59}" type="datetimeFigureOut">
              <a:rPr lang="zh-TW" altLang="en-US"/>
              <a:pPr>
                <a:defRPr/>
              </a:pPr>
              <a:t>2026/7/24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28EB4-A044-3FE9-44EF-B6AF6BAD6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7DA9D-5AF1-A9D9-E93A-272F1DBAB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0666EC-A501-9C45-A4F3-C671EBF2055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52213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D9E0E6D-9C8F-64BF-1187-24E0A0FA483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1C0E3C5-DC7D-1F1C-073D-0FC26092AC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D32E6-B6B9-4104-9C4B-C6BC329F2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40277F5-0E93-0548-B165-D06C8302211A}" type="datetimeFigureOut">
              <a:rPr lang="zh-TW" altLang="en-US"/>
              <a:pPr>
                <a:defRPr/>
              </a:pPr>
              <a:t>2026/7/24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FBDF1-BC73-4B0B-A627-9178108D8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00A80-8D44-4DAE-B823-04090D4369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C71C15D9-91AC-DE49-AD70-506EF0D3A99D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0442C4A-79BD-0CA9-89BC-5CB2DC659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85C28755-5563-7062-BAEE-E8984D3DD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諸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(chiah)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個天講起上帝的榮光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穹蒼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(kiong-chhong)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報揚祂的手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所做的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94CB10A-EF00-8E4D-809D-6FDFDCC20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D1657AD-9A85-6983-F6D0-0A55772F7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371600"/>
            <a:ext cx="9448800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此日對日發出語言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此冥對彼冥傳出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知識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(chai-bat)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TW" sz="4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無言無語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in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的聲無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 sz="4800">
                <a:latin typeface="標楷體" panose="03000509000000000000" pitchFamily="49" charset="-120"/>
                <a:ea typeface="標楷體" panose="03000509000000000000" pitchFamily="49" charset="-120"/>
              </a:rPr>
              <a:t>聽見</a:t>
            </a:r>
            <a:r>
              <a:rPr lang="en-US" altLang="zh-TW" sz="480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 sz="480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174A884-1B95-ACAE-A368-90ABDE667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2AD3402-A374-14CF-5C54-F5548318E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19200"/>
            <a:ext cx="9144000" cy="4525963"/>
          </a:xfrm>
        </p:spPr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伊的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準繩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(chún-chîn)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遍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天下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in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的言語到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地極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26A5195-A592-25D0-8F04-BE4E0AE8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F81EA13-8390-3509-56AD-D37DCB83D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19200"/>
            <a:ext cx="8229600" cy="4525963"/>
          </a:xfrm>
        </p:spPr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上帝在伊中間為着日頭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安置帳房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日頭親像新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子婿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(kiáⁿ-sài)</a:t>
            </a:r>
          </a:p>
          <a:p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出他的房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7916F57-D2B8-8B82-2F62-EC029E6EF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F01016F-94BD-33DA-8500-8593CBB93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(ia̍h)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親像猛勇的人歡喜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走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(chàu)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他的路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他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從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(tùi)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天的此旁出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39D9A13-7547-1207-C527-E3B15A7E8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FFDC2EB-4F9D-4648-C1F2-7C9228C06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524000"/>
            <a:ext cx="9906000" cy="548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繞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(se̍h)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到天的彼傍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無一項物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藏密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(khǹg-ba̍t)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無得着它的熱氣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>
              <a:lnSpc>
                <a:spcPct val="90000"/>
              </a:lnSpc>
            </a:pPr>
            <a:endParaRPr lang="en-US" altLang="zh-TW" sz="400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D34B52B-C71F-8555-5B68-4C28954C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C7208D9-F4B9-53E1-521A-AB6AE1CD7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676400"/>
            <a:ext cx="8991600" cy="4648200"/>
          </a:xfrm>
        </p:spPr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耶和華的律法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齊全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(chiâu-chn̂g)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(h͘ō͘ 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人的心神活起來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endParaRPr lang="en-US" altLang="zh-TW" sz="66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buFont typeface="Arial" panose="020B0604020202020204" pitchFamily="34" charset="0"/>
              <a:buChar char="•"/>
            </a:pPr>
            <a:endParaRPr lang="zh-TW" altLang="en-US" sz="6600" b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  <a:p>
            <a:pPr>
              <a:buFont typeface="Arial" panose="020B0604020202020204" pitchFamily="34" charset="0"/>
              <a:buChar char="•"/>
            </a:pPr>
            <a:endParaRPr lang="zh-TW" altLang="en-US" sz="3200" b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532E56A-13DE-3AB1-EAD6-C9D9D1D6D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F82BF97-FFA8-5223-4FBF-D72DE1705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耶和華的干証確實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hō͘  gōng)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人有智慧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耶和華的教示正直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人的心歡喜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6AAA0EE-7878-3F92-0DA9-89B2F406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2EF136A-55F2-7E22-3715-1B072B96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524000"/>
            <a:ext cx="8229600" cy="4525963"/>
          </a:xfrm>
        </p:spPr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耶和華命令清潔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人的目睭光明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zh-TW" altLang="en-US" sz="3200" b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0700825-86F7-8367-5017-4983C81B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AE54D88-9525-BF39-1767-A4B292B20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敬畏耶和華的道理是清氣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永遠存在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耶和華的判斷真實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一概是    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公義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2AFCA10-228F-3C8F-C62B-0485510E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BC2250F-ABE4-BA0E-AF97-E50A2DDF9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比金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比多多好金更</a:t>
            </a:r>
            <a:endParaRPr lang="en-US" altLang="zh-TW" sz="3200">
              <a:solidFill>
                <a:srgbClr val="FFFF00"/>
              </a:solidFill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      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欣慕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比蜜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比蜂房滴落來的蜜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(khah)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FEBA3A9-E0A2-ED62-0D3A-9B9CC47F6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9D330F7-FFB1-F256-CFDD-9FE4EC99C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又祢的奴僕由這些受警戒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守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這些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(chiah-ê)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有大賞賜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>
              <a:lnSpc>
                <a:spcPct val="90000"/>
              </a:lnSpc>
            </a:pP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什人能知他的失錯啊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求祢除去我暗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靜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(chīⁿ)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的過失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BE17220-CC15-B196-DEA0-BA5B7F965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38815B1-EC73-E8B9-9841-D54A9F57F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求祢阻止祢的奴僕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無故意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犯罪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(m̄)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准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個罪惡管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轄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(hat)</a:t>
            </a:r>
          </a:p>
          <a:p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10AFCDB-7A9A-CC7A-94B6-C05E0789B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D5749F2-1BE0-0D0C-DD7E-1E3A18DE6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我就完全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免犯大罪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30F84E6-2F50-E849-FD7E-7EE45FDF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208DC9C-DB8A-2A43-47F3-B16940303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耶和華我的石磐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救贖我的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主啊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願我的嘴所講的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心所想的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祢的面前得着接納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             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563</Words>
  <Application>Microsoft Macintosh PowerPoint</Application>
  <PresentationFormat>On-screen Show (4:3)</PresentationFormat>
  <Paragraphs>69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新細明體</vt:lpstr>
      <vt:lpstr>標楷體</vt:lpstr>
      <vt:lpstr>Office Theme</vt:lpstr>
      <vt:lpstr>啟應文5: 詩篇19</vt:lpstr>
      <vt:lpstr>啟應文5: 詩篇19</vt:lpstr>
      <vt:lpstr>啟應文5: 詩篇19</vt:lpstr>
      <vt:lpstr>啟應文5: 詩篇19</vt:lpstr>
      <vt:lpstr>啟應文5: 詩篇19</vt:lpstr>
      <vt:lpstr>啟應文5: 詩篇19</vt:lpstr>
      <vt:lpstr>啟應文5: 詩篇19</vt:lpstr>
      <vt:lpstr>啟應文5: 詩篇19</vt:lpstr>
      <vt:lpstr>啟應文5: 詩篇19</vt:lpstr>
      <vt:lpstr>啟應文5: 詩篇19</vt:lpstr>
      <vt:lpstr>啟應文5: 詩篇19</vt:lpstr>
      <vt:lpstr>啟應文5: 詩篇19</vt:lpstr>
      <vt:lpstr>啟應文5: 詩篇19</vt:lpstr>
      <vt:lpstr>啟應文5: 詩篇19</vt:lpstr>
      <vt:lpstr>啟應文5: 詩篇19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啟應文3: 詩篇8</dc:title>
  <dc:creator>Shang Min</dc:creator>
  <cp:lastModifiedBy>Joseph Chen</cp:lastModifiedBy>
  <cp:revision>41</cp:revision>
  <dcterms:created xsi:type="dcterms:W3CDTF">2007-08-21T03:41:16Z</dcterms:created>
  <dcterms:modified xsi:type="dcterms:W3CDTF">2026-07-24T23:39:57Z</dcterms:modified>
</cp:coreProperties>
</file>