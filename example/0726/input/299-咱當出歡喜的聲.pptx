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03" autoAdjust="0"/>
  </p:normalViewPr>
  <p:slideViewPr>
    <p:cSldViewPr>
      <p:cViewPr varScale="1">
        <p:scale>
          <a:sx n="110" d="100"/>
          <a:sy n="110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336649-83C4-4D35-ACAC-4E0857A41E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599AA-D411-49B7-A828-93E4F82E0A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fld id="{EA245BCE-95F7-1C4A-BAAB-DBF0BB21D311}" type="datetimeFigureOut">
              <a:rPr lang="zh-TW" altLang="en-US"/>
              <a:pPr>
                <a:defRPr/>
              </a:pPr>
              <a:t>2026/7/24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2FCB1-E730-49E4-89D6-9122062935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6BEE9-305B-47AF-9BFC-FF16B7ADCB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E478CEB-88CE-9C45-B450-9C2DE8E21BA1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185E2FA-9243-4253-BD45-2A482D48B45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2F81DFA-90D2-458B-9A80-3C2F507ADE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6C01217-EEC5-E59F-31F9-7E40B4A7B21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1CEBCB4A-4111-4339-997A-E317966013B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CE18CA6-7960-48B0-9A94-0C0A7F9554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F92993C-87EF-4595-9696-FEA9185B23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新細明體" panose="02020500000000000000" pitchFamily="18" charset="-120"/>
              </a:defRPr>
            </a:lvl1pPr>
          </a:lstStyle>
          <a:p>
            <a:fld id="{DA870B6E-0CB6-AB43-A577-949B9EB8C4F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F599C5-8298-C719-6958-FFD0732407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2517CA-D030-B186-E020-D1A3A50832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D3A66D-0F5F-C896-6EE6-0E1A26FC7F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B29E26-B2A2-A843-8FBB-EE1C6BFE50C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073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7890B2D-8572-6FF6-4E53-FA614D2F79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DF7C51B-3176-B560-F3AD-141C4C9A49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4EFB433-DAFF-3CFF-F74C-4C4615DA58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67000B-97AE-0A4D-BC6F-56BA11472F7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904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A458BB-38D6-A372-2C75-0BB106F173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761E51-4F9E-9478-8FD0-CC7F158A60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9F476F-3210-9988-53E8-3ADEFA7C6F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EA42C4-8FCD-4E45-8AF1-EFD2CC25608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649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89620C3-9C5B-C807-D38C-551F32C5B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F83ED0-5FA4-8048-25F6-5C3BF57163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9A99957-3DF3-403C-A43C-99AA9D7D98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D8367F-0BEA-4E72-9E15-D02B4DFF25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DD62626-47FF-48B1-8F38-9BC89D35C3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6501854E-19BA-1641-AE77-3205B8C2554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9715397-4AE2-F00A-99C2-4C475D6F0E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45A859A-F196-F47B-D145-A6247AC12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761955-F3AF-4348-B4EC-E47D1DEAD88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1FD5C8E-C2A2-409D-8D2A-1D36BDFF10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3FB0CD6-6D18-4BEF-8621-99DF73CC1C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C78E0753-0328-9549-89B4-F8AA8419E974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6FEFA10-BAD1-FB6E-01DD-3937761A1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11A0350-062E-4F78-B794-D3CD9926A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咱</a:t>
            </a:r>
            <a:r>
              <a:rPr lang="zh-TW" altLang="en-US" u="sng" dirty="0"/>
              <a:t>當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tio̍h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出歡喜的聲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dirty="0"/>
              <a:t>感謝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(o-</a:t>
            </a:r>
            <a:r>
              <a:rPr lang="en-US" altLang="zh-TW" sz="3200" dirty="0" err="1">
                <a:latin typeface="+mj-lt"/>
              </a:rPr>
              <a:t>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主的名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dirty="0"/>
              <a:t>五</a:t>
            </a:r>
            <a:r>
              <a:rPr lang="zh-TW" altLang="en-US" u="sng" dirty="0"/>
              <a:t>穀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已經收</a:t>
            </a:r>
            <a:r>
              <a:rPr lang="zh-TW" altLang="en-US" u="sng" dirty="0"/>
              <a:t>回來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tò-lâi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endParaRPr lang="zh-TW" altLang="en-US" sz="3200" dirty="0"/>
          </a:p>
          <a:p>
            <a:pPr>
              <a:defRPr/>
            </a:pPr>
            <a:r>
              <a:rPr lang="zh-TW" altLang="en-US" dirty="0"/>
              <a:t>無驚風颱大損害</a:t>
            </a:r>
            <a:r>
              <a:rPr lang="en-US" altLang="zh-TW" dirty="0"/>
              <a:t>,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5119984-6E29-1ECD-F679-A0F128806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C14E94B-A4F4-D609-4FBF-5714FD515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主上帝替咱安排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所有好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(mi̍h)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厝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(chhù)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入聖殿來敬拜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上帝大仁愛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7936524-A573-B426-C2F7-CE8054F4C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DC9F571-675F-D55A-A17D-E550EC065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372600" cy="58674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全世界受主管理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多多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(chōe-chōe)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kap  phōe )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(siāng)</a:t>
            </a:r>
            <a:r>
              <a:rPr lang="zh-TW" altLang="en-US">
                <a:latin typeface="Arial" panose="020B0604020202020204" pitchFamily="34" charset="0"/>
                <a:ea typeface="標楷體" panose="03000509000000000000" pitchFamily="49" charset="-120"/>
              </a:rPr>
              <a:t>時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落地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(saⁿ-kap)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長成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(kàu)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路尾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F0F1B0A-0DB2-5535-A58F-D1FED1C2C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0D3A3F8-88CD-4331-9527-1142A25E1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代先開花就結</a:t>
            </a:r>
            <a:r>
              <a:rPr lang="zh-TW" altLang="en-US" u="sng" dirty="0"/>
              <a:t>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chí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defRPr/>
            </a:pPr>
            <a:r>
              <a:rPr lang="zh-TW" altLang="en-US" dirty="0"/>
              <a:t>然後收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sêng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到清氣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dirty="0"/>
              <a:t>阮</a:t>
            </a: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ài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成做好果子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 )</a:t>
            </a:r>
            <a:r>
              <a:rPr lang="zh-TW" altLang="en-US" dirty="0"/>
              <a:t>主歡喜收入去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F55DA8-51C5-D009-A26B-D0F97A3A2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6427A21-372C-3473-1BAC-1726CFAC6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咱的主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收割所種歸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咱地面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(chiūⁿ)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莿帕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(chhì-phè)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攏燒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(iûⁿ)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D5747B3-28AB-5656-4D31-B448E199B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23435B9-B6C2-4DDD-887A-4F1ED4B8C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主的天使</a:t>
            </a:r>
            <a:r>
              <a:rPr lang="zh-TW" altLang="en-US" u="sng" dirty="0"/>
              <a:t>將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beh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臨到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</a:p>
          <a:p>
            <a:pPr>
              <a:defRPr/>
            </a:pPr>
            <a:r>
              <a:rPr lang="zh-TW" altLang="en-US" dirty="0"/>
              <a:t>用火燒</a:t>
            </a:r>
            <a:r>
              <a:rPr lang="zh-TW" altLang="en-US" u="sng" dirty="0"/>
              <a:t>稗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phōe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是最後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</a:p>
          <a:p>
            <a:pPr>
              <a:defRPr/>
            </a:pPr>
            <a:r>
              <a:rPr lang="zh-TW" altLang="en-US" dirty="0"/>
              <a:t>總是所有好五</a:t>
            </a:r>
            <a:r>
              <a:rPr lang="zh-TW" altLang="en-US" u="sng" dirty="0"/>
              <a:t>穀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kok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endParaRPr lang="zh-TW" altLang="en-US" sz="3200" dirty="0"/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 )</a:t>
            </a:r>
            <a:r>
              <a:rPr lang="zh-TW" altLang="en-US" dirty="0"/>
              <a:t>主收入真快樂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508B953-9C4D-DEFD-7B5F-B86CECEF6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3E81AB9-4929-CE25-4948-873361609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55675"/>
            <a:ext cx="9144000" cy="58674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願主耶穌緊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最後收成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(ji̍p)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厝內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聚集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(chū-chip)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祢的眾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子兒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(kiáⁿ-jî)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 in)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釋放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(tháu-pàng)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F586B80-0D39-05AC-5970-3DBA6D5D3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2619C37-0BA6-4043-4242-8593F40AE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 in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in 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祢永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求祢帶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(thian)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軍緊來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阮入榮光所在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9403</TotalTime>
  <Words>423</Words>
  <Application>Microsoft Macintosh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標楷體</vt:lpstr>
      <vt:lpstr>新細明體</vt:lpstr>
      <vt:lpstr>Default Design</vt:lpstr>
      <vt:lpstr>1_Default Design</vt:lpstr>
      <vt:lpstr>299:咱當出歡喜的聲(1/4)</vt:lpstr>
      <vt:lpstr>299:咱當出歡喜的聲(1/4)</vt:lpstr>
      <vt:lpstr>299:咱當出歡喜的聲(2/4)</vt:lpstr>
      <vt:lpstr>299:咱當出歡喜的聲(2/4)</vt:lpstr>
      <vt:lpstr>299:咱當出歡喜的聲(3/4)</vt:lpstr>
      <vt:lpstr>299:咱當出歡喜的聲(3/4)</vt:lpstr>
      <vt:lpstr>299:咱當出歡喜的聲(4/4)</vt:lpstr>
      <vt:lpstr>299:咱當出歡喜的聲(4/4)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374</cp:revision>
  <dcterms:created xsi:type="dcterms:W3CDTF">2007-02-04T16:15:54Z</dcterms:created>
  <dcterms:modified xsi:type="dcterms:W3CDTF">2026-07-24T23:40:13Z</dcterms:modified>
</cp:coreProperties>
</file>