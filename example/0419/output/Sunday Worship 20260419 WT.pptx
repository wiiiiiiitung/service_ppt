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9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62" r:id="rId15"/>
    <p:sldId id="3880" r:id="rId16"/>
    <p:sldId id="550" r:id="rId17"/>
    <p:sldId id="551" r:id="rId18"/>
    <p:sldId id="552" r:id="rId19"/>
    <p:sldId id="1901" r:id="rId20"/>
    <p:sldId id="753" r:id="rId21"/>
    <p:sldId id="2239" r:id="rId22"/>
    <p:sldId id="2240" r:id="rId23"/>
    <p:sldId id="2241" r:id="rId24"/>
    <p:sldId id="2242" r:id="rId25"/>
    <p:sldId id="3875" r:id="rId26"/>
    <p:sldId id="3985" r:id="rId27"/>
    <p:sldId id="312" r:id="rId28"/>
    <p:sldId id="3986" r:id="rId29"/>
    <p:sldId id="313" r:id="rId30"/>
    <p:sldId id="305" r:id="rId31"/>
    <p:sldId id="314" r:id="rId32"/>
    <p:sldId id="306" r:id="rId33"/>
    <p:sldId id="307" r:id="rId34"/>
    <p:sldId id="315" r:id="rId35"/>
    <p:sldId id="308" r:id="rId36"/>
    <p:sldId id="309" r:id="rId37"/>
    <p:sldId id="310" r:id="rId38"/>
    <p:sldId id="316" r:id="rId39"/>
    <p:sldId id="3883" r:id="rId40"/>
    <p:sldId id="1884" r:id="rId41"/>
    <p:sldId id="3719" r:id="rId42"/>
    <p:sldId id="3987" r:id="rId43"/>
    <p:sldId id="3988" r:id="rId44"/>
    <p:sldId id="3989" r:id="rId45"/>
    <p:sldId id="3990" r:id="rId46"/>
    <p:sldId id="3991" r:id="rId47"/>
    <p:sldId id="3992" r:id="rId48"/>
    <p:sldId id="3872" r:id="rId49"/>
    <p:sldId id="279" r:id="rId50"/>
    <p:sldId id="3762" r:id="rId51"/>
    <p:sldId id="3993" r:id="rId52"/>
    <p:sldId id="3994" r:id="rId53"/>
    <p:sldId id="3995" r:id="rId54"/>
    <p:sldId id="3996" r:id="rId55"/>
    <p:sldId id="3561" r:id="rId56"/>
    <p:sldId id="3563" r:id="rId57"/>
    <p:sldId id="3963" r:id="rId58"/>
    <p:sldId id="3964" r:id="rId59"/>
    <p:sldId id="1866" r:id="rId60"/>
    <p:sldId id="256" r:id="rId61"/>
    <p:sldId id="259" r:id="rId62"/>
    <p:sldId id="260" r:id="rId63"/>
    <p:sldId id="3997" r:id="rId64"/>
    <p:sldId id="3998" r:id="rId65"/>
    <p:sldId id="261" r:id="rId66"/>
    <p:sldId id="258" r:id="rId67"/>
    <p:sldId id="3999" r:id="rId68"/>
    <p:sldId id="4000" r:id="rId69"/>
    <p:sldId id="3684" r:id="rId70"/>
    <p:sldId id="492" r:id="rId71"/>
    <p:sldId id="493" r:id="rId72"/>
    <p:sldId id="3871" r:id="rId73"/>
    <p:sldId id="761" r:id="rId74"/>
    <p:sldId id="3867" r:id="rId75"/>
    <p:sldId id="3933" r:id="rId76"/>
    <p:sldId id="3593" r:id="rId77"/>
    <p:sldId id="3912" r:id="rId78"/>
    <p:sldId id="3761" r:id="rId79"/>
    <p:sldId id="3865" r:id="rId80"/>
    <p:sldId id="3869" r:id="rId81"/>
    <p:sldId id="3983" r:id="rId82"/>
    <p:sldId id="3984" r:id="rId83"/>
    <p:sldId id="1870" r:id="rId84"/>
    <p:sldId id="639" r:id="rId85"/>
    <p:sldId id="360" r:id="rId86"/>
    <p:sldId id="1882" r:id="rId87"/>
    <p:sldId id="1883" r:id="rId8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slide" Target="slides/slide76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4.xml"/><Relationship Id="rId90" Type="http://schemas.openxmlformats.org/officeDocument/2006/relationships/commentAuthors" Target="commentAuthors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8" Type="http://schemas.openxmlformats.org/officeDocument/2006/relationships/slideMaster" Target="slideMasters/slideMaster7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slide" Target="slides/slide72.xml"/><Relationship Id="rId85" Type="http://schemas.openxmlformats.org/officeDocument/2006/relationships/slide" Target="slides/slide77.xml"/><Relationship Id="rId93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slide" Target="slides/slide75.xml"/><Relationship Id="rId88" Type="http://schemas.openxmlformats.org/officeDocument/2006/relationships/slide" Target="slides/slide80.xml"/><Relationship Id="rId9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slide" Target="slides/slide78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7" Type="http://schemas.openxmlformats.org/officeDocument/2006/relationships/slideMaster" Target="slideMasters/slideMaster6.xml"/><Relationship Id="rId71" Type="http://schemas.openxmlformats.org/officeDocument/2006/relationships/slide" Target="slides/slide63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slide" Target="slides/slide79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56" Type="http://schemas.openxmlformats.org/officeDocument/2006/relationships/slide" Target="slides/slide48.xml"/><Relationship Id="rId77" Type="http://schemas.openxmlformats.org/officeDocument/2006/relationships/slide" Target="slides/slide6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1EC410DC-9996-438D-817F-99627BFD15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7432E6-3027-48A9-99B7-959114B40B1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A624F6AA-AECD-4049-AF45-36BF5E8944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DFA86612-72E7-450B-8F28-7B508EA461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6CA96E54-D59A-47F0-992D-F88F2ABD65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1908AC-40C1-433B-B3D8-4D938CB2CE6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565CF5E6-FBBA-44E4-A84F-11B8A0EE61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7ADE566B-08BA-4C50-8D06-B30CE465DA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5BC989D8-D120-4E62-9EB2-310613133A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23793E-4B1B-4684-AD96-82F2F5617E50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6323" name="Rectangle 7">
            <a:extLst>
              <a:ext uri="{FF2B5EF4-FFF2-40B4-BE49-F238E27FC236}">
                <a16:creationId xmlns:a16="http://schemas.microsoft.com/office/drawing/2014/main" id="{890E0A6D-C423-4E22-A8AB-6110AD10A31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29" tIns="47114" rIns="94229" bIns="47114" anchor="b"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4E5F93-98E4-446E-949B-B34B22A64BA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6324" name="Rectangle 2">
            <a:extLst>
              <a:ext uri="{FF2B5EF4-FFF2-40B4-BE49-F238E27FC236}">
                <a16:creationId xmlns:a16="http://schemas.microsoft.com/office/drawing/2014/main" id="{9B100CA6-BEE1-4360-91B4-6086CE390B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CE5812ED-4879-4776-B1BB-7E26A1B983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23696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5BC989D8-D120-4E62-9EB2-310613133A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23793E-4B1B-4684-AD96-82F2F5617E50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6323" name="Rectangle 7">
            <a:extLst>
              <a:ext uri="{FF2B5EF4-FFF2-40B4-BE49-F238E27FC236}">
                <a16:creationId xmlns:a16="http://schemas.microsoft.com/office/drawing/2014/main" id="{890E0A6D-C423-4E22-A8AB-6110AD10A31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29" tIns="47114" rIns="94229" bIns="47114" anchor="b"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4E5F93-98E4-446E-949B-B34B22A64BA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6324" name="Rectangle 2">
            <a:extLst>
              <a:ext uri="{FF2B5EF4-FFF2-40B4-BE49-F238E27FC236}">
                <a16:creationId xmlns:a16="http://schemas.microsoft.com/office/drawing/2014/main" id="{9B100CA6-BEE1-4360-91B4-6086CE390B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CE5812ED-4879-4776-B1BB-7E26A1B983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02706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D9479E0B-9A15-445F-B631-F42D321ACE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1B521B81-48CF-4255-BC54-2EA36D7D1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46661F72-829C-49DE-BA9D-188FE00CFF7E}"/>
              </a:ext>
            </a:extLst>
          </p:cNvPr>
          <p:cNvSpPr txBox="1">
            <a:spLocks noGrp="1"/>
          </p:cNvSpPr>
          <p:nvPr/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29" tIns="47114" rIns="94229" bIns="47114" anchor="b"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F21E90-383A-4BAE-B102-45187845C48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1993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D9479E0B-9A15-445F-B631-F42D321ACE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1B521B81-48CF-4255-BC54-2EA36D7D1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46661F72-829C-49DE-BA9D-188FE00CFF7E}"/>
              </a:ext>
            </a:extLst>
          </p:cNvPr>
          <p:cNvSpPr txBox="1">
            <a:spLocks noGrp="1"/>
          </p:cNvSpPr>
          <p:nvPr/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29" tIns="47114" rIns="94229" bIns="47114" anchor="b"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F21E90-383A-4BAE-B102-45187845C48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35652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B9F46304-902C-6A95-C194-FA545C6D22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1F0B7485-3E60-A315-5669-C6210B64BD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2D51DE43-FEF1-9F95-88CF-56185DBC1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C0E214E-A4F6-1147-B2B8-86A933C6BC03}" type="slidenum">
              <a:rPr lang="zh-TW" altLang="en-US"/>
              <a:pPr>
                <a:spcBef>
                  <a:spcPct val="0"/>
                </a:spcBef>
              </a:pPr>
              <a:t>19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E0F8C52D-DE1E-E832-B55F-F6B8267D5A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5067EC75-E124-33A8-816A-6D8A20E998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BFEAEA4D-59B8-0881-E069-1B2D1DE12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BC88784-75AD-4948-9A74-72FB4E5C091E}" type="slidenum">
              <a:rPr lang="zh-TW" altLang="en-US"/>
              <a:pPr>
                <a:spcBef>
                  <a:spcPct val="0"/>
                </a:spcBef>
              </a:pPr>
              <a:t>20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553EEE60-03AB-3608-E4FE-0C3B6C24FC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9D10DC6E-08D5-1EAD-FA0F-24973912BB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BF4B3119-5489-9A3C-4283-854BF1C77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E961791-2D77-CB42-BCFA-626C9817BA96}" type="slidenum">
              <a:rPr lang="zh-TW" altLang="en-US"/>
              <a:pPr>
                <a:spcBef>
                  <a:spcPct val="0"/>
                </a:spcBef>
              </a:pPr>
              <a:t>21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A208DBA5-1B81-FC0D-0B59-D1CF15F7F6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B93201DB-ECDB-F570-B008-EBCFDFDB1C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4D6FB770-04C0-3799-F7ED-069CDF595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076ACE6-A61C-4F4A-BDA4-3A18BBC4A9D0}" type="slidenum">
              <a:rPr lang="zh-TW" altLang="en-US"/>
              <a:pPr>
                <a:spcBef>
                  <a:spcPct val="0"/>
                </a:spcBef>
              </a:pPr>
              <a:t>22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655E3518-3A79-B9E1-64A6-3E0B116384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33B3A3E3-3D83-0FB2-0485-2E53427A1B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008777A3-7A9A-43C5-5F47-869DE36ED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A1175B-63E1-1D4D-B7BC-AA0B0DC04D6B}" type="slidenum">
              <a:rPr lang="zh-TW" altLang="en-US"/>
              <a:pPr>
                <a:spcBef>
                  <a:spcPct val="0"/>
                </a:spcBef>
              </a:pPr>
              <a:t>23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CEC1B320-690A-B728-F0E3-B123816049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098B4C2D-C446-0BF7-30FC-E749149CDC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91F6FFF9-CE3B-A654-CAFD-CC1A6419E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B855409-826D-1844-9B8F-21B581246FE3}" type="slidenum">
              <a:rPr lang="zh-TW" altLang="en-US"/>
              <a:pPr>
                <a:spcBef>
                  <a:spcPct val="0"/>
                </a:spcBef>
              </a:pPr>
              <a:t>24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FCF3C222-FCFE-C7ED-F46D-E1A5525763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E8433297-5D83-DD16-2D85-BB0144E50A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F8E28CF6-36AA-F022-6FC8-8C18A9012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AF81759-5F0A-8D46-A848-1BA439180766}" type="slidenum">
              <a:rPr lang="zh-TW" altLang="en-US"/>
              <a:pPr>
                <a:spcBef>
                  <a:spcPct val="0"/>
                </a:spcBef>
              </a:pPr>
              <a:t>25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6B85ECD6-BD96-9589-C477-F401D3C0F6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543AAB6A-F707-37B0-4A15-A9004EE2072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C5EE1CB4-53E4-54CD-C2D3-A7245AD76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E117D3B-0FF0-9B41-B9EB-98C82C708B7B}" type="slidenum">
              <a:rPr lang="zh-TW" altLang="en-US"/>
              <a:pPr>
                <a:spcBef>
                  <a:spcPct val="0"/>
                </a:spcBef>
              </a:pPr>
              <a:t>26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ED06B9C2-A162-2536-EAB3-BB0E1F61210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63965A12-B395-F7E3-761C-2D74CE60810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031DD0E0-63FC-4063-975F-2E8A57627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7C4108B-EECF-F442-BB93-87C3CDC36B86}" type="slidenum">
              <a:rPr lang="zh-TW" altLang="en-US"/>
              <a:pPr>
                <a:spcBef>
                  <a:spcPct val="0"/>
                </a:spcBef>
              </a:pPr>
              <a:t>27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D356E55E-0550-A38D-63C2-DC8B4872AF0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4FABE319-F192-2D2E-1263-097B06C0BA5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73050FBA-5790-19F2-8639-3769114A6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A5FC9C8-862B-9549-AA7A-47D4C97C8CF0}" type="slidenum">
              <a:rPr lang="zh-TW" altLang="en-US"/>
              <a:pPr>
                <a:spcBef>
                  <a:spcPct val="0"/>
                </a:spcBef>
              </a:pPr>
              <a:t>28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7B331D1C-594C-72F2-F9B5-B6FC6C9A96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10AC19BC-25E0-7755-425D-29529198D0F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2A47A2AD-A9EC-5977-F380-EBA1C5E63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7F9AF1-C7CF-2F43-AE6E-42DC9C25B2E4}" type="slidenum">
              <a:rPr lang="zh-TW" altLang="en-US"/>
              <a:pPr>
                <a:spcBef>
                  <a:spcPct val="0"/>
                </a:spcBef>
              </a:pPr>
              <a:t>29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B20D384D-E384-223D-934E-C1D9692A88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5D46B430-4DD0-E2CC-D81E-CB75D2F6DA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C50A2A0F-A914-1A51-C5FC-69C037A48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5A1BEE7-291B-DB48-BFEC-6E410F406AAA}" type="slidenum">
              <a:rPr lang="zh-TW" altLang="en-US"/>
              <a:pPr>
                <a:spcBef>
                  <a:spcPct val="0"/>
                </a:spcBef>
              </a:pPr>
              <a:t>30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37FAAC41-A413-0CD2-BF77-5664BF59F4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43F123C1-A872-3658-C76D-1459F500FC2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685A118D-1AE1-D636-2884-35FC93739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C5F933-7C82-D148-90FB-4A25807E3984}" type="slidenum">
              <a:rPr lang="zh-TW" altLang="en-US"/>
              <a:pPr>
                <a:spcBef>
                  <a:spcPct val="0"/>
                </a:spcBef>
              </a:pPr>
              <a:t>31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86D77373-45D0-436E-B714-488C8C4FF6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996DAD-3EF3-44AE-AE2C-6A61A2B7B0A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B3C5ED7B-2D2D-4AFA-8184-5BCFE780F4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BCCEF298-F2FA-40DD-8EB7-4E21F8521A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>
            <a:extLst>
              <a:ext uri="{FF2B5EF4-FFF2-40B4-BE49-F238E27FC236}">
                <a16:creationId xmlns:a16="http://schemas.microsoft.com/office/drawing/2014/main" id="{538EA7AC-BB75-4799-B85C-42C8C2D2A0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>
            <a:extLst>
              <a:ext uri="{FF2B5EF4-FFF2-40B4-BE49-F238E27FC236}">
                <a16:creationId xmlns:a16="http://schemas.microsoft.com/office/drawing/2014/main" id="{097A644D-7AAE-4246-B102-3ED83FEBA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9092" name="Slide Number Placeholder 3">
            <a:extLst>
              <a:ext uri="{FF2B5EF4-FFF2-40B4-BE49-F238E27FC236}">
                <a16:creationId xmlns:a16="http://schemas.microsoft.com/office/drawing/2014/main" id="{4265D60E-BC67-4A3B-9ACD-4C8D62BEA4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DA5DDD-0365-4658-A9BA-F4E688BC4A3E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>
            <a:extLst>
              <a:ext uri="{FF2B5EF4-FFF2-40B4-BE49-F238E27FC236}">
                <a16:creationId xmlns:a16="http://schemas.microsoft.com/office/drawing/2014/main" id="{EFACDB98-1177-4DDD-BE04-7EB7CBE86F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>
            <a:extLst>
              <a:ext uri="{FF2B5EF4-FFF2-40B4-BE49-F238E27FC236}">
                <a16:creationId xmlns:a16="http://schemas.microsoft.com/office/drawing/2014/main" id="{B7434589-1F07-44B7-876B-2D6D978DD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91140" name="Slide Number Placeholder 3">
            <a:extLst>
              <a:ext uri="{FF2B5EF4-FFF2-40B4-BE49-F238E27FC236}">
                <a16:creationId xmlns:a16="http://schemas.microsoft.com/office/drawing/2014/main" id="{60078AB3-69A1-4BCA-897A-AED047C89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476298-393F-4B8D-9964-058FA35AE2E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2338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0C22D-F88C-3C47-9306-A52EB751F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>
            <a:extLst>
              <a:ext uri="{FF2B5EF4-FFF2-40B4-BE49-F238E27FC236}">
                <a16:creationId xmlns:a16="http://schemas.microsoft.com/office/drawing/2014/main" id="{7FAEFCE5-128D-0EFA-894C-1F29279F74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>
            <a:extLst>
              <a:ext uri="{FF2B5EF4-FFF2-40B4-BE49-F238E27FC236}">
                <a16:creationId xmlns:a16="http://schemas.microsoft.com/office/drawing/2014/main" id="{D391B8B2-826D-2F4C-99F6-43699A384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91140" name="Slide Number Placeholder 3">
            <a:extLst>
              <a:ext uri="{FF2B5EF4-FFF2-40B4-BE49-F238E27FC236}">
                <a16:creationId xmlns:a16="http://schemas.microsoft.com/office/drawing/2014/main" id="{2A7C248D-BBAD-54EF-6F21-C946AC3B0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476298-393F-4B8D-9964-058FA35AE2E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35700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00189-428A-B240-033B-1A1F8FAAF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>
            <a:extLst>
              <a:ext uri="{FF2B5EF4-FFF2-40B4-BE49-F238E27FC236}">
                <a16:creationId xmlns:a16="http://schemas.microsoft.com/office/drawing/2014/main" id="{42E6698B-57AA-D564-A8FB-492AB61280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>
            <a:extLst>
              <a:ext uri="{FF2B5EF4-FFF2-40B4-BE49-F238E27FC236}">
                <a16:creationId xmlns:a16="http://schemas.microsoft.com/office/drawing/2014/main" id="{C16539D1-1A7C-F0EB-0376-88B49973E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91140" name="Slide Number Placeholder 3">
            <a:extLst>
              <a:ext uri="{FF2B5EF4-FFF2-40B4-BE49-F238E27FC236}">
                <a16:creationId xmlns:a16="http://schemas.microsoft.com/office/drawing/2014/main" id="{78626001-8EAE-0510-A393-404ABD329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476298-393F-4B8D-9964-058FA35AE2E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77234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2D93A15-47FB-0616-F83D-44B61FB449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7F53FB5-9708-6A8D-9562-149D689F1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13C7D4E-F65F-3912-E086-173DE1B8F9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D52A7FD-1ADF-8257-755A-36FFAE4359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8391829-1C2B-AE03-B695-66C3DF3A09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7EECA8C-5DDD-CA50-482C-3B78CD08A3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2B3CEC5-CF84-33FA-D01B-EAF6E4FCA9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CD855C4-DB55-FA21-2F17-828D7A8953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BE3FD74-092F-D995-67C2-72B79AC54C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661AF3A-B15D-9063-82A8-978134595D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EF71009-F2B4-C2D1-B83B-626BB1376C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7985830-78D3-208A-6DE1-EC30F719B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60B3105-6D15-B2B0-2C79-AF3E8216AC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690E081-ACC7-75BF-9F7E-919A088A9B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EE1D7352-43D1-25D4-3B16-124C7D8537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F116E16-20C3-DC79-4C23-CFC418DDB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A5483BD-0BA8-8B0F-EE24-DAA10E05C1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77CCEDF-1252-38EC-AE08-A1BE8D8B3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>
            <a:extLst>
              <a:ext uri="{FF2B5EF4-FFF2-40B4-BE49-F238E27FC236}">
                <a16:creationId xmlns:a16="http://schemas.microsoft.com/office/drawing/2014/main" id="{F476DD35-6DF7-4840-B211-EEFC2B33B9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>
            <a:extLst>
              <a:ext uri="{FF2B5EF4-FFF2-40B4-BE49-F238E27FC236}">
                <a16:creationId xmlns:a16="http://schemas.microsoft.com/office/drawing/2014/main" id="{4B3AD84D-7458-43FA-8082-4A528A58E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09572" name="Slide Number Placeholder 3">
            <a:extLst>
              <a:ext uri="{FF2B5EF4-FFF2-40B4-BE49-F238E27FC236}">
                <a16:creationId xmlns:a16="http://schemas.microsoft.com/office/drawing/2014/main" id="{09B2E288-F6FA-4637-A502-CEEEA5957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EAB0E-33E0-444E-A822-DBFF24C398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>
            <a:extLst>
              <a:ext uri="{FF2B5EF4-FFF2-40B4-BE49-F238E27FC236}">
                <a16:creationId xmlns:a16="http://schemas.microsoft.com/office/drawing/2014/main" id="{D5825BA7-6CF5-46E9-AA47-674F2C121C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>
            <a:extLst>
              <a:ext uri="{FF2B5EF4-FFF2-40B4-BE49-F238E27FC236}">
                <a16:creationId xmlns:a16="http://schemas.microsoft.com/office/drawing/2014/main" id="{3596B254-308A-4930-ACFC-EDA261231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1620" name="Slide Number Placeholder 3">
            <a:extLst>
              <a:ext uri="{FF2B5EF4-FFF2-40B4-BE49-F238E27FC236}">
                <a16:creationId xmlns:a16="http://schemas.microsoft.com/office/drawing/2014/main" id="{9705D800-596B-46B0-8E2E-36601F9FD8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351755-6442-40F6-AE25-82D2623FA99B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182064CD-C2F9-4243-9B48-4BE51196B1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DCC69C-B5F2-445E-84F8-289C69961D3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2AB674AC-6647-472F-81B8-1F7B6B2FB7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FDF60BB2-5467-4054-9A71-6ED527C425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0DFA4-E654-36BB-90D0-1C425645D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>
            <a:extLst>
              <a:ext uri="{FF2B5EF4-FFF2-40B4-BE49-F238E27FC236}">
                <a16:creationId xmlns:a16="http://schemas.microsoft.com/office/drawing/2014/main" id="{10765AA3-AF7E-546F-3BD7-79019CC7A5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>
            <a:extLst>
              <a:ext uri="{FF2B5EF4-FFF2-40B4-BE49-F238E27FC236}">
                <a16:creationId xmlns:a16="http://schemas.microsoft.com/office/drawing/2014/main" id="{7A1F85E8-3D29-878D-39A2-50F352300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26980" name="Slide Number Placeholder 3">
            <a:extLst>
              <a:ext uri="{FF2B5EF4-FFF2-40B4-BE49-F238E27FC236}">
                <a16:creationId xmlns:a16="http://schemas.microsoft.com/office/drawing/2014/main" id="{89031C3E-F823-7729-EBFC-9657961906E0}"/>
              </a:ext>
            </a:extLst>
          </p:cNvPr>
          <p:cNvSpPr txBox="1">
            <a:spLocks noGrp="1"/>
          </p:cNvSpPr>
          <p:nvPr/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29" tIns="47114" rIns="94229" bIns="47114" anchor="b"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B93C00-DD99-4C04-A27D-B5DD3B63F02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58692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C2EEC-2420-9BE9-11EC-19D2406D7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>
            <a:extLst>
              <a:ext uri="{FF2B5EF4-FFF2-40B4-BE49-F238E27FC236}">
                <a16:creationId xmlns:a16="http://schemas.microsoft.com/office/drawing/2014/main" id="{194AC839-6A21-6545-5473-A79967B2D7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>
            <a:extLst>
              <a:ext uri="{FF2B5EF4-FFF2-40B4-BE49-F238E27FC236}">
                <a16:creationId xmlns:a16="http://schemas.microsoft.com/office/drawing/2014/main" id="{8E2A1B75-31FA-D4C0-28E8-8026D73AD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26980" name="Slide Number Placeholder 3">
            <a:extLst>
              <a:ext uri="{FF2B5EF4-FFF2-40B4-BE49-F238E27FC236}">
                <a16:creationId xmlns:a16="http://schemas.microsoft.com/office/drawing/2014/main" id="{70BC8F57-F17B-5674-83F6-F67DB6A85AC8}"/>
              </a:ext>
            </a:extLst>
          </p:cNvPr>
          <p:cNvSpPr txBox="1">
            <a:spLocks noGrp="1"/>
          </p:cNvSpPr>
          <p:nvPr/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29" tIns="47114" rIns="94229" bIns="47114" anchor="b"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B93C00-DD99-4C04-A27D-B5DD3B63F02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684881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>
            <a:extLst>
              <a:ext uri="{FF2B5EF4-FFF2-40B4-BE49-F238E27FC236}">
                <a16:creationId xmlns:a16="http://schemas.microsoft.com/office/drawing/2014/main" id="{9DFACEE4-2A07-49C0-8B63-9B9EDAA4C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>
            <a:extLst>
              <a:ext uri="{FF2B5EF4-FFF2-40B4-BE49-F238E27FC236}">
                <a16:creationId xmlns:a16="http://schemas.microsoft.com/office/drawing/2014/main" id="{DA5F214F-CDF5-461F-AA1F-B384C2D7E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1076" name="Slide Number Placeholder 3">
            <a:extLst>
              <a:ext uri="{FF2B5EF4-FFF2-40B4-BE49-F238E27FC236}">
                <a16:creationId xmlns:a16="http://schemas.microsoft.com/office/drawing/2014/main" id="{5A4EFB5F-D812-47BC-9473-7C64994F9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A3B751-81BD-4BE3-B42E-720FC07C47E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95582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11970-6395-F5A4-A3BF-AA2508E72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>
            <a:extLst>
              <a:ext uri="{FF2B5EF4-FFF2-40B4-BE49-F238E27FC236}">
                <a16:creationId xmlns:a16="http://schemas.microsoft.com/office/drawing/2014/main" id="{B36AC20C-4D9A-23BA-1EB9-C99727E140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>
            <a:extLst>
              <a:ext uri="{FF2B5EF4-FFF2-40B4-BE49-F238E27FC236}">
                <a16:creationId xmlns:a16="http://schemas.microsoft.com/office/drawing/2014/main" id="{B518261A-2F31-E7C6-5745-6118FFF46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1076" name="Slide Number Placeholder 3">
            <a:extLst>
              <a:ext uri="{FF2B5EF4-FFF2-40B4-BE49-F238E27FC236}">
                <a16:creationId xmlns:a16="http://schemas.microsoft.com/office/drawing/2014/main" id="{D7D42F79-C8BC-C430-06B4-2069CE793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A3B751-81BD-4BE3-B42E-720FC07C47E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230278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F54D4-6E92-82E2-84A3-E4ACBD716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>
            <a:extLst>
              <a:ext uri="{FF2B5EF4-FFF2-40B4-BE49-F238E27FC236}">
                <a16:creationId xmlns:a16="http://schemas.microsoft.com/office/drawing/2014/main" id="{A1302BC1-ACA2-AC53-A897-E82FB1AC3B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>
            <a:extLst>
              <a:ext uri="{FF2B5EF4-FFF2-40B4-BE49-F238E27FC236}">
                <a16:creationId xmlns:a16="http://schemas.microsoft.com/office/drawing/2014/main" id="{D4A86134-DEAF-8E97-BD39-04CE7DD41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1076" name="Slide Number Placeholder 3">
            <a:extLst>
              <a:ext uri="{FF2B5EF4-FFF2-40B4-BE49-F238E27FC236}">
                <a16:creationId xmlns:a16="http://schemas.microsoft.com/office/drawing/2014/main" id="{146BA5D7-1EB9-CD39-FDA1-C560BBCB4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A3B751-81BD-4BE3-B42E-720FC07C47E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230018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0F1A-A15F-9419-C00A-88EBD11CB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>
            <a:extLst>
              <a:ext uri="{FF2B5EF4-FFF2-40B4-BE49-F238E27FC236}">
                <a16:creationId xmlns:a16="http://schemas.microsoft.com/office/drawing/2014/main" id="{66435C6E-0FCC-061D-4C25-3BDEB900E1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>
            <a:extLst>
              <a:ext uri="{FF2B5EF4-FFF2-40B4-BE49-F238E27FC236}">
                <a16:creationId xmlns:a16="http://schemas.microsoft.com/office/drawing/2014/main" id="{FEFA31A6-D766-829F-C352-8A532645C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1076" name="Slide Number Placeholder 3">
            <a:extLst>
              <a:ext uri="{FF2B5EF4-FFF2-40B4-BE49-F238E27FC236}">
                <a16:creationId xmlns:a16="http://schemas.microsoft.com/office/drawing/2014/main" id="{6EC623B9-F789-30B6-252C-97429622D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A3B751-81BD-4BE3-B42E-720FC07C47E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1290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893B8-EDE0-6257-EEAE-E2440B9F4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>
            <a:extLst>
              <a:ext uri="{FF2B5EF4-FFF2-40B4-BE49-F238E27FC236}">
                <a16:creationId xmlns:a16="http://schemas.microsoft.com/office/drawing/2014/main" id="{392A1125-B6E5-792C-1673-73F9AE20D4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>
            <a:extLst>
              <a:ext uri="{FF2B5EF4-FFF2-40B4-BE49-F238E27FC236}">
                <a16:creationId xmlns:a16="http://schemas.microsoft.com/office/drawing/2014/main" id="{46FCB36D-9E2B-3D7C-EB6D-0B8FAD76D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1076" name="Slide Number Placeholder 3">
            <a:extLst>
              <a:ext uri="{FF2B5EF4-FFF2-40B4-BE49-F238E27FC236}">
                <a16:creationId xmlns:a16="http://schemas.microsoft.com/office/drawing/2014/main" id="{1F1AD970-D8B4-A408-57D7-749778FBA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A3B751-81BD-4BE3-B42E-720FC07C47E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845884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ADA2C-8139-4D69-660F-0E310A5AB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>
            <a:extLst>
              <a:ext uri="{FF2B5EF4-FFF2-40B4-BE49-F238E27FC236}">
                <a16:creationId xmlns:a16="http://schemas.microsoft.com/office/drawing/2014/main" id="{F0C679FC-7603-3481-B8EE-410FA48DE0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>
            <a:extLst>
              <a:ext uri="{FF2B5EF4-FFF2-40B4-BE49-F238E27FC236}">
                <a16:creationId xmlns:a16="http://schemas.microsoft.com/office/drawing/2014/main" id="{A8714D13-DD78-42F3-4FF9-2AF24B889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1076" name="Slide Number Placeholder 3">
            <a:extLst>
              <a:ext uri="{FF2B5EF4-FFF2-40B4-BE49-F238E27FC236}">
                <a16:creationId xmlns:a16="http://schemas.microsoft.com/office/drawing/2014/main" id="{62BCF9CB-F7D0-EF6F-A6A5-AFEFD89FB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A3B751-81BD-4BE3-B42E-720FC07C47E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722873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5EE33-57C3-E0AA-834B-9C8169216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>
            <a:extLst>
              <a:ext uri="{FF2B5EF4-FFF2-40B4-BE49-F238E27FC236}">
                <a16:creationId xmlns:a16="http://schemas.microsoft.com/office/drawing/2014/main" id="{D9C6C3B6-078B-ED5D-DE07-AC39FD25A9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>
            <a:extLst>
              <a:ext uri="{FF2B5EF4-FFF2-40B4-BE49-F238E27FC236}">
                <a16:creationId xmlns:a16="http://schemas.microsoft.com/office/drawing/2014/main" id="{DA10C703-DEF8-BB42-E8F5-496C87647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1076" name="Slide Number Placeholder 3">
            <a:extLst>
              <a:ext uri="{FF2B5EF4-FFF2-40B4-BE49-F238E27FC236}">
                <a16:creationId xmlns:a16="http://schemas.microsoft.com/office/drawing/2014/main" id="{824D15C3-A300-FD7D-B8F0-EEDE4D303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A3B751-81BD-4BE3-B42E-720FC07C47E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136613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>
            <a:extLst>
              <a:ext uri="{FF2B5EF4-FFF2-40B4-BE49-F238E27FC236}">
                <a16:creationId xmlns:a16="http://schemas.microsoft.com/office/drawing/2014/main" id="{C11C0B5C-B712-4C11-9BE6-5C57EE6579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Notes Placeholder 2">
            <a:extLst>
              <a:ext uri="{FF2B5EF4-FFF2-40B4-BE49-F238E27FC236}">
                <a16:creationId xmlns:a16="http://schemas.microsoft.com/office/drawing/2014/main" id="{1B475E55-AA0F-45CC-8E7C-9946AA1A4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8244" name="Slide Number Placeholder 3">
            <a:extLst>
              <a:ext uri="{FF2B5EF4-FFF2-40B4-BE49-F238E27FC236}">
                <a16:creationId xmlns:a16="http://schemas.microsoft.com/office/drawing/2014/main" id="{CD334585-0965-4965-BEA7-797ECA182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C02107-1311-4D9A-A6A1-C385B6C9415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D215C738-0CD0-46D5-B2F2-21AA74F587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D1428A-68A1-4B3E-B5E5-18481569FFD0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F339784A-C157-4474-B85E-4AD1826D6D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C5CB0B8B-3275-419C-A2A1-7D357FE9AC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B10B6681-EF6D-440C-B200-2374890EFC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901912-E887-4F58-BB6D-4723667276CA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2EB758D3-D033-4EDD-A142-E7D6EAE5F1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E2F09781-D859-4C48-9CEC-E400A51A26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34FC83D8-E09A-4919-BA1F-2BF138D32C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22FBB0-98F9-4015-AA99-6FF91A8BCE6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06D468DA-AEFC-4B2E-9EDB-D4D2B4EC39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7C28B0B0-1C25-4FF4-AD58-D79340ABC4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9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61BF0-0A0A-E467-C0B5-F885E97C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572343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8EFA3D7-D5FE-06D6-025E-4489B5C0B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B4DF612-D356-93A7-6E73-B9A7C08BB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(tioh)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唱歌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感謝耶和華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耶和華是我的上帝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祂有創造天頂地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A952FF5-08A4-4E9C-0827-C10C764F0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7F8C826-E544-F70B-779A-916CCA7DD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至大救主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愛疼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(thiàⁿ-thàng)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照顧人類的天父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四季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運轉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(ūn-choán)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賜福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(thiⁿ-ē)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田園出產補阮欠缺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F7EB507-FB68-5E86-4A69-E9813AEF58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4011915-3AE5-49E9-7720-2091F2CFB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我的心神我的心神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虔誠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朝覲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(tiâu-kìⁿ)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主的面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祂是全能榮光上帝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永遠治理天頂地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   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9820002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6492079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  <p:extLst>
      <p:ext uri="{BB962C8B-B14F-4D97-AF65-F5344CB8AC3E}">
        <p14:creationId xmlns:p14="http://schemas.microsoft.com/office/powerpoint/2010/main" val="3118640233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104403129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6241495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05E58-5D45-1DDE-D42E-D10B4AA3D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79CD2-CB4D-D6CD-D28C-293809367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2584C-676D-921D-21A2-1C9528B7D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95861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BEFE664-BB05-315B-325F-A8FCA452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05E9ED6-4EE0-0D55-07C5-A438D8909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0668000" cy="57150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智慧豈無在叫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r>
              <a:rPr lang="en-US" altLang="zh-TW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聰明</a:t>
            </a:r>
            <a:r>
              <a:rPr lang="zh-TW" altLang="en-US" u="sng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豈</a:t>
            </a:r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kiám</a:t>
            </a:r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無出聲</a:t>
            </a:r>
            <a:r>
              <a:rPr lang="en-US" altLang="zh-TW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他在路邊高地的頂面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十字路口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(the</a:t>
            </a:r>
            <a:r>
              <a:rPr lang="zh-TW" altLang="en-US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13A28C1-54A6-980A-5B1A-CD3B34A46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BDE8F46-F27E-6AB4-05B6-37DB59DAF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0668000" cy="4449764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在城門邊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在城門口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城出入的所在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大聲叫講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眾人啊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我叫恁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向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ǹg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世間人出聲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363A2B7-A814-F237-0D35-BB25CF0A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A1E57C-2220-3A7B-6157-0BF53620D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講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戇直的人啊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恁當能曉得通逹的理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愚戇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gû-gōng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的人啊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恁心內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明白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1BFC4F8-9D78-1552-806F-050191F6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5C9927A-5FD1-21FB-EE21-07D0B0007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恁當聽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因為我要講極好的事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我要開嘴論正直的事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2D58009-0467-136C-D4E7-DCD20F2F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3386AD0-AB98-8B94-0064-F6985EC75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在耶和華造化的起頭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極起頭創造的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在先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tāi-seng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我是祂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所有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8E22FD9-0E40-049D-88DF-931AF2D79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77D25BC-55F4-E4EB-6EC7-05AB8EF5E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從永遠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從極起頭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有世界的在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先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我已經受設立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有深淵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有多多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choē-choē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水的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水泉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已經生我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1343A0D-9D53-933D-6F13-9F0D4E73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0C62AB9-6D84-549C-9D21-1B94199B4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大山未定着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小山未有的在先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已經生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尚未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iáu-bē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創造大地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田野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以及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í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-kip)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chiū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ⁿ)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土粉的原質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6DB313C-DC02-6758-DC2A-DD078ACE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F4A7E03-8A36-D7C7-5C25-AEE60AE0D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祂建立這些天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設圓環在深淵的頂面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頂面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安置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(an-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tì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穹蒼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堅固深淵的水泉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4255CB5-1430-4290-48AB-C0EBBE39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6EE1EC7-DB39-4E21-B055-9B7349DE6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給海定着界限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使水無般過祂的命令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 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着大地的根基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在的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tī-teh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69A3916-0700-9CF3-24C0-A246B39A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FD3696D-4812-6957-919F-24ED34D5F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" y="990600"/>
            <a:ext cx="12191999" cy="59436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彼時我在彼做師傅頭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日日給祂歡喜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常常在祂的面前快樂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  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在可居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thang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起的地快樂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也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b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</a:br>
            <a:r>
              <a:rPr lang="zh-TW" altLang="en-US" sz="3200" dirty="0">
                <a:latin typeface="Arial" panose="020B0604020202020204" pitchFamily="34" charset="0"/>
                <a:ea typeface="標楷體" panose="03000509000000000000" pitchFamily="49" charset="-120"/>
              </a:rPr>
              <a:t>  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世間人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相與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sa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D3864D4-3781-7B28-3730-C005A05F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DD6601C-1719-31DC-7C20-A1F57D54E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恁這些子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今着聽趁我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因為執守我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的道路者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就有福氣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着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聽教示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就得着智慧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不可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(m̄-thang)</a:t>
            </a:r>
            <a:b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</a:br>
            <a:r>
              <a:rPr lang="zh-TW" altLang="en-US" sz="3200">
                <a:latin typeface="Arial" panose="020B0604020202020204" pitchFamily="34" charset="0"/>
                <a:ea typeface="標楷體" panose="03000509000000000000" pitchFamily="49" charset="-120"/>
              </a:rPr>
              <a:t>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棄絕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它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0278F65-4888-284A-51C9-357D8973B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5A0199C-9720-FFD2-4BDE-1A7F5C84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聽趁我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日日在我的門口在等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我的門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邊等候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號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人有福氣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5DFA222-910A-C637-A75A-0E4F28AF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1B2481C-41B3-A410-9CBB-E85022806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因為尋着我者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就尋着活命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也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必由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tùi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耶和華得着恩惠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得罪我的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是害自己的生命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怨恨我的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攏是自己取死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               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           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132EF-4CB2-8EC2-9291-9B9E79CF9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825593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B90266-1CF3-40BD-9A15-877E27658A89}"/>
              </a:ext>
            </a:extLst>
          </p:cNvPr>
          <p:cNvSpPr txBox="1"/>
          <p:nvPr/>
        </p:nvSpPr>
        <p:spPr>
          <a:xfrm>
            <a:off x="981777" y="2786743"/>
            <a:ext cx="1050116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6000" b="1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獻詩</a:t>
            </a:r>
            <a:r>
              <a:rPr kumimoji="1" lang="en-US" altLang="zh-TW" sz="6000" b="1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kumimoji="1" lang="zh-TW" altLang="en-US" sz="6000" b="1" kern="0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耶和華是我牧者</a:t>
            </a:r>
            <a:endParaRPr kumimoji="1" lang="zh-TW" altLang="en-US" sz="6000" b="1" strike="noStrike" kern="0" cap="none" spc="0" normalizeH="0" baseline="0" noProof="0" dirty="0">
              <a:ln>
                <a:noFill/>
              </a:ln>
              <a:solidFill>
                <a:srgbClr val="66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2023287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耶和華是我牧者</a:t>
            </a:r>
            <a:endParaRPr kumimoji="1" lang="zh-TW" altLang="en-US" sz="4400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耶和華是我牧者  </a:t>
            </a:r>
          </a:p>
          <a:p>
            <a:r>
              <a:rPr lang="zh-TW" altLang="en-US" dirty="0"/>
              <a:t>我不致到欠缺 </a:t>
            </a:r>
          </a:p>
          <a:p>
            <a:r>
              <a:rPr lang="zh-TW" altLang="en-US" dirty="0"/>
              <a:t>使我躺在青翠草埔 </a:t>
            </a:r>
          </a:p>
          <a:p>
            <a:r>
              <a:rPr lang="zh-TW" altLang="en-US" dirty="0"/>
              <a:t>在安歇的水邊 </a:t>
            </a:r>
          </a:p>
          <a:p>
            <a:r>
              <a:rPr lang="zh-TW" altLang="en-US" dirty="0"/>
              <a:t>祂使我靈魂精英  </a:t>
            </a:r>
          </a:p>
          <a:p>
            <a:r>
              <a:rPr lang="zh-TW" altLang="en-US" dirty="0"/>
              <a:t>導我行義的路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7985102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FE252-FC30-FB14-CFE0-AA8F1824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26F417D8-9772-802E-B891-BB21546FB8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耶和華是我牧者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F2EE9ED3-6934-FDD5-1401-113CAC2372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行過死蔭的山谷  </a:t>
            </a:r>
          </a:p>
          <a:p>
            <a:r>
              <a:rPr lang="zh-TW" altLang="en-US" dirty="0"/>
              <a:t>也不驚災害 </a:t>
            </a:r>
          </a:p>
          <a:p>
            <a:r>
              <a:rPr lang="zh-TW" altLang="en-US" dirty="0"/>
              <a:t>在我對敵的面前  </a:t>
            </a:r>
          </a:p>
          <a:p>
            <a:r>
              <a:rPr lang="zh-TW" altLang="en-US" dirty="0"/>
              <a:t>給我擺設筵席 </a:t>
            </a:r>
          </a:p>
          <a:p>
            <a:r>
              <a:rPr lang="zh-TW" altLang="en-US" dirty="0"/>
              <a:t>祢用油抹我的頭殼 </a:t>
            </a:r>
          </a:p>
          <a:p>
            <a:r>
              <a:rPr lang="zh-TW" altLang="en-US" dirty="0"/>
              <a:t>我的杯滿出來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1982796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2D5CA-3FE0-A12D-BA82-91589A654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AB92AE72-E73D-F121-199E-A7B95FAB8F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耶和華是我牧者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3B1E96EC-0FAD-0036-0325-033DC448A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祢的恩典和慈悲 </a:t>
            </a:r>
            <a:endParaRPr lang="en-US" altLang="zh-TW" dirty="0"/>
          </a:p>
          <a:p>
            <a:r>
              <a:rPr lang="zh-TW" altLang="en-US" dirty="0"/>
              <a:t>隨我到一世人 </a:t>
            </a:r>
          </a:p>
          <a:p>
            <a:r>
              <a:rPr lang="zh-TW" altLang="en-US" dirty="0"/>
              <a:t>我要居起祢的厝  </a:t>
            </a:r>
          </a:p>
          <a:p>
            <a:r>
              <a:rPr lang="zh-TW" altLang="en-US" dirty="0"/>
              <a:t>直到永永遠遠 </a:t>
            </a:r>
          </a:p>
          <a:p>
            <a:r>
              <a:rPr lang="zh-TW" altLang="en-US" dirty="0"/>
              <a:t>耶和華是我牧者  </a:t>
            </a:r>
          </a:p>
          <a:p>
            <a:r>
              <a:rPr lang="zh-TW" altLang="en-US" dirty="0"/>
              <a:t>我不致到欠缺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6273442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511F7-3F38-B563-6431-E4D5C51AF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6D98A27-78D2-A5D7-13CD-854BDF91CE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耶和華是我牧者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589553A0-EA26-0B25-F3CC-419A0911B0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使我躺在青翠草埔 </a:t>
            </a:r>
          </a:p>
          <a:p>
            <a:r>
              <a:rPr lang="zh-TW" altLang="en-US" dirty="0"/>
              <a:t>在安歇的水邊 </a:t>
            </a:r>
          </a:p>
          <a:p>
            <a:r>
              <a:rPr lang="zh-TW" altLang="en-US" dirty="0"/>
              <a:t>祂使我靈魂精英  </a:t>
            </a:r>
          </a:p>
          <a:p>
            <a:r>
              <a:rPr lang="zh-TW" altLang="en-US" dirty="0"/>
              <a:t>導我行義的路 </a:t>
            </a:r>
          </a:p>
          <a:p>
            <a:r>
              <a:rPr lang="zh-TW" altLang="en-US" dirty="0"/>
              <a:t>行過死蔭的山谷  </a:t>
            </a:r>
          </a:p>
          <a:p>
            <a:r>
              <a:rPr lang="zh-TW" altLang="en-US" dirty="0"/>
              <a:t>也不驚災害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57136659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57FE9-E030-01F9-B35C-038788AC8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5EA8F65D-3B59-3171-124C-AAA23E2FF0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耶和華是我牧者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A95A7E01-9712-74A4-3106-5B31C739D1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嘿嘿喲 嘿嘿喲  </a:t>
            </a:r>
          </a:p>
          <a:p>
            <a:r>
              <a:rPr lang="zh-TW" altLang="en-US" dirty="0"/>
              <a:t>主祢與我同在 </a:t>
            </a:r>
          </a:p>
          <a:p>
            <a:r>
              <a:rPr lang="zh-TW" altLang="en-US" dirty="0"/>
              <a:t>祢的槌和祢的柺  </a:t>
            </a:r>
          </a:p>
          <a:p>
            <a:r>
              <a:rPr lang="zh-TW" altLang="en-US" dirty="0"/>
              <a:t>時常來安慰我 </a:t>
            </a:r>
          </a:p>
          <a:p>
            <a:r>
              <a:rPr lang="zh-TW" altLang="en-US" dirty="0"/>
              <a:t>嘿嘿喲 嘿嘿喲  </a:t>
            </a:r>
          </a:p>
          <a:p>
            <a:r>
              <a:rPr lang="zh-TW" altLang="en-US" dirty="0"/>
              <a:t>祢慈愛跟隨我 </a:t>
            </a:r>
          </a:p>
        </p:txBody>
      </p:sp>
    </p:spTree>
    <p:extLst>
      <p:ext uri="{BB962C8B-B14F-4D97-AF65-F5344CB8AC3E}">
        <p14:creationId xmlns:p14="http://schemas.microsoft.com/office/powerpoint/2010/main" val="2091623286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89002-FA55-3DA5-1D7D-DE9EAD872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86CDFFE-E83B-1818-0AD7-37A3C912B9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耶和華是我牧者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AE46477D-FAEF-4F3D-BE0C-D76FD2A7E6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我要居起祢的厝  </a:t>
            </a:r>
          </a:p>
          <a:p>
            <a:r>
              <a:rPr lang="zh-TW" altLang="en-US" dirty="0"/>
              <a:t>直到永永遠遠 </a:t>
            </a:r>
          </a:p>
          <a:p>
            <a:r>
              <a:rPr lang="zh-TW" altLang="en-US" dirty="0"/>
              <a:t>我要居起祢的厝  </a:t>
            </a:r>
          </a:p>
          <a:p>
            <a:r>
              <a:rPr lang="zh-TW" altLang="en-US" dirty="0"/>
              <a:t>直到永永遠遠 </a:t>
            </a:r>
          </a:p>
          <a:p>
            <a:r>
              <a:rPr lang="zh-TW" altLang="en-US" dirty="0"/>
              <a:t>直到永永遠遠  </a:t>
            </a:r>
          </a:p>
          <a:p>
            <a:r>
              <a:rPr lang="zh-TW" altLang="en-US" dirty="0"/>
              <a:t>直到永永遠遠 </a:t>
            </a:r>
          </a:p>
        </p:txBody>
      </p:sp>
    </p:spTree>
    <p:extLst>
      <p:ext uri="{BB962C8B-B14F-4D97-AF65-F5344CB8AC3E}">
        <p14:creationId xmlns:p14="http://schemas.microsoft.com/office/powerpoint/2010/main" val="1138992773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E23EE-9F9E-D223-2487-5A2388C1C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00BE3E9C-6865-A8E1-AB8E-2C4398F102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耶和華是我牧者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E4BF246D-3262-5780-5831-B4E7707B2B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到永遠 到永遠  </a:t>
            </a:r>
          </a:p>
          <a:p>
            <a:r>
              <a:rPr lang="zh-TW" altLang="en-US" dirty="0"/>
              <a:t>在祢的厝到永遠 </a:t>
            </a:r>
          </a:p>
          <a:p>
            <a:r>
              <a:rPr lang="zh-TW" altLang="en-US" dirty="0"/>
              <a:t>我要居起祢的厝  </a:t>
            </a:r>
          </a:p>
          <a:p>
            <a:r>
              <a:rPr lang="zh-TW" altLang="en-US" dirty="0"/>
              <a:t>直到永永遠遠</a:t>
            </a:r>
          </a:p>
        </p:txBody>
      </p:sp>
    </p:spTree>
    <p:extLst>
      <p:ext uri="{BB962C8B-B14F-4D97-AF65-F5344CB8AC3E}">
        <p14:creationId xmlns:p14="http://schemas.microsoft.com/office/powerpoint/2010/main" val="2624433888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8B90-2098-64EE-3EA0-C21EE1FEB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722239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7DE79DA-2AD6-410E-AE2B-D2D4BEC4903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4746" y="2086708"/>
            <a:ext cx="12037254" cy="200025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solidFill>
                  <a:srgbClr val="00FFFF"/>
                </a:solidFill>
                <a:ea typeface="標楷體" panose="03000509000000000000" pitchFamily="65" charset="-120"/>
              </a:rPr>
              <a:t>經文</a:t>
            </a:r>
            <a:br>
              <a:rPr lang="en-US" altLang="zh-TW" sz="5400" b="1" u="sng" dirty="0">
                <a:solidFill>
                  <a:srgbClr val="00FFFF"/>
                </a:solidFill>
                <a:ea typeface="標楷體" panose="03000509000000000000" pitchFamily="65" charset="-120"/>
              </a:rPr>
            </a:br>
            <a:br>
              <a:rPr lang="en-US" altLang="zh-TW" sz="4000" b="1" u="sng" dirty="0">
                <a:solidFill>
                  <a:srgbClr val="00FFFF"/>
                </a:solidFill>
                <a:ea typeface="標楷體" panose="03000509000000000000" pitchFamily="65" charset="-120"/>
              </a:rPr>
            </a:br>
            <a:r>
              <a:rPr lang="zh-TW" altLang="en-US" sz="7200" b="1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羅馬書 </a:t>
            </a:r>
            <a:r>
              <a:rPr lang="en-US" altLang="zh-TW" sz="7200" b="1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4:1~12</a:t>
            </a:r>
            <a:br>
              <a:rPr lang="en-US" altLang="zh-TW" sz="7200" b="1" kern="100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54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54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新約第</a:t>
            </a:r>
            <a:r>
              <a:rPr lang="en-US" altLang="zh-TW" sz="5400" b="1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213</a:t>
            </a:r>
            <a:r>
              <a:rPr lang="zh-TW" altLang="en-US" sz="54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頁</a:t>
            </a:r>
            <a:r>
              <a:rPr lang="en-US" altLang="zh-TW" sz="54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1DD74-CE56-147B-D3B8-8039A6C3D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D616527A-E07A-FE29-A3EB-539E6418386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1561514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羅馬書 </a:t>
            </a:r>
            <a:r>
              <a:rPr lang="en-US" altLang="zh-TW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4:1~12</a:t>
            </a:r>
            <a:br>
              <a:rPr lang="zh-TW" altLang="en-US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en-US" altLang="zh-TW" dirty="0">
              <a:solidFill>
                <a:srgbClr val="66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6F48167C-DD09-AF05-8399-C81171E0964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22035" y="815926"/>
            <a:ext cx="12537195" cy="6084277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如此說來，我們的祖宗亞伯拉罕憑著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肉體得了甚麼呢？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2.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倘若亞伯拉罕是因行為稱義，就有可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誇的；只是在神面前並無可誇。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3.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經上說甚麼呢？說：亞伯拉罕信神，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這就算為他的義。</a:t>
            </a:r>
          </a:p>
        </p:txBody>
      </p:sp>
    </p:spTree>
    <p:extLst>
      <p:ext uri="{BB962C8B-B14F-4D97-AF65-F5344CB8AC3E}">
        <p14:creationId xmlns:p14="http://schemas.microsoft.com/office/powerpoint/2010/main" val="1294196623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C60E0-CFBA-EF0E-E441-108A413DD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509193DC-42A0-FD86-7FFC-7C4044D96D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1561514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羅馬書 </a:t>
            </a:r>
            <a:r>
              <a:rPr lang="en-US" altLang="zh-TW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4:1~12</a:t>
            </a:r>
            <a:br>
              <a:rPr lang="zh-TW" altLang="en-US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en-US" altLang="zh-TW" dirty="0">
              <a:solidFill>
                <a:srgbClr val="66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CB8AA0E7-D347-C84B-7A08-DD092C41EEE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22035" y="815926"/>
            <a:ext cx="12537195" cy="6084277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4.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做工的得工價，不算恩典，乃是該得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的；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5.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惟有不做工的，只信稱罪人為義的神，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他的信就算為義。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6.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正如大衛稱那在行為以外蒙神算為義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的人是有福的。</a:t>
            </a:r>
          </a:p>
        </p:txBody>
      </p:sp>
    </p:spTree>
    <p:extLst>
      <p:ext uri="{BB962C8B-B14F-4D97-AF65-F5344CB8AC3E}">
        <p14:creationId xmlns:p14="http://schemas.microsoft.com/office/powerpoint/2010/main" val="3987614803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C678F-7467-0EDB-3740-FAC6413A7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1A87B04A-2296-1F2A-75F7-C018C98B9F9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1561514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羅馬書 </a:t>
            </a:r>
            <a:r>
              <a:rPr lang="en-US" altLang="zh-TW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4:1~12</a:t>
            </a:r>
            <a:br>
              <a:rPr lang="zh-TW" altLang="en-US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en-US" altLang="zh-TW" dirty="0">
              <a:solidFill>
                <a:srgbClr val="66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BAD90F01-5859-B8A2-B9B0-FB18C65F742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22035" y="815926"/>
            <a:ext cx="12537195" cy="6084277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7.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他說：得赦免其過、遮蓋其罪的，這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人是有福的。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8.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主不算為有罪的，這人是有福的。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9.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如此看來，這福是單加給那受割禮的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人麼？不也是加給那未受割禮的人麼？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因我們所說，亞伯拉罕的信，就算為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他的義，</a:t>
            </a:r>
          </a:p>
        </p:txBody>
      </p:sp>
    </p:spTree>
    <p:extLst>
      <p:ext uri="{BB962C8B-B14F-4D97-AF65-F5344CB8AC3E}">
        <p14:creationId xmlns:p14="http://schemas.microsoft.com/office/powerpoint/2010/main" val="1940080680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EE3BC-37AB-AB8D-A4A7-132E9867B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57099951-9F4F-FACA-F49F-BD8DAE494B7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1561514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羅馬書 </a:t>
            </a:r>
            <a:r>
              <a:rPr lang="en-US" altLang="zh-TW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4:1~12</a:t>
            </a:r>
            <a:br>
              <a:rPr lang="zh-TW" altLang="en-US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en-US" altLang="zh-TW" dirty="0">
              <a:solidFill>
                <a:srgbClr val="66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969DA66D-14D5-21FB-D032-3CD8EFABB3D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22035" y="815926"/>
            <a:ext cx="12537195" cy="6084277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10.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是怎麼算的呢？是在他受割禮的時候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呢？是在他未受割禮的時候呢？不是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在受割禮的時候，乃是在未受割禮的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時候。</a:t>
            </a:r>
          </a:p>
        </p:txBody>
      </p:sp>
    </p:spTree>
    <p:extLst>
      <p:ext uri="{BB962C8B-B14F-4D97-AF65-F5344CB8AC3E}">
        <p14:creationId xmlns:p14="http://schemas.microsoft.com/office/powerpoint/2010/main" val="2438308756"/>
      </p:ext>
    </p:extLst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106A4-5571-D69D-F131-C2F0DE9E0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F7237C3B-BF09-80ED-40B3-E154954D18F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1561514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羅馬書 </a:t>
            </a:r>
            <a:r>
              <a:rPr lang="en-US" altLang="zh-TW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4:1~12</a:t>
            </a:r>
            <a:br>
              <a:rPr lang="zh-TW" altLang="en-US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en-US" altLang="zh-TW" dirty="0">
              <a:solidFill>
                <a:srgbClr val="66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1D00AB4F-E683-6219-5608-B0ECC1EC2A8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22035" y="815926"/>
            <a:ext cx="12537195" cy="6084277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11.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並且他受了割禮的記號，作他未受割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禮的時候因信稱義的印證，叫他作一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切未受割禮而信之人的父，使他們也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算為義；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12.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又作受割禮之人的父，就是那些不但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受割禮，並且按我們的祖宗亞伯拉罕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未受割禮而信之蹤跡去行的人。</a:t>
            </a:r>
          </a:p>
        </p:txBody>
      </p:sp>
    </p:spTree>
    <p:extLst>
      <p:ext uri="{BB962C8B-B14F-4D97-AF65-F5344CB8AC3E}">
        <p14:creationId xmlns:p14="http://schemas.microsoft.com/office/powerpoint/2010/main" val="478748371"/>
      </p:ext>
    </p:extLst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>
            <a:extLst>
              <a:ext uri="{FF2B5EF4-FFF2-40B4-BE49-F238E27FC236}">
                <a16:creationId xmlns:a16="http://schemas.microsoft.com/office/drawing/2014/main" id="{9D5B920E-0558-4A51-9F49-71F04837CD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412631"/>
          </a:xfrm>
        </p:spPr>
        <p:txBody>
          <a:bodyPr/>
          <a:lstStyle/>
          <a:p>
            <a:br>
              <a:rPr lang="en-US" altLang="zh-TW" dirty="0">
                <a:solidFill>
                  <a:srgbClr val="00FFFF"/>
                </a:solidFill>
              </a:rPr>
            </a:br>
            <a:br>
              <a:rPr lang="en-US" altLang="zh-TW" dirty="0">
                <a:solidFill>
                  <a:srgbClr val="00FFFF"/>
                </a:solidFill>
              </a:rPr>
            </a:br>
            <a:r>
              <a:rPr lang="zh-TW" altLang="en-US" dirty="0">
                <a:solidFill>
                  <a:srgbClr val="00FFFF"/>
                </a:solidFill>
              </a:rPr>
              <a:t>今日信息</a:t>
            </a:r>
            <a:br>
              <a:rPr lang="en-US" altLang="zh-TW" dirty="0">
                <a:solidFill>
                  <a:srgbClr val="00FFFF"/>
                </a:solidFill>
              </a:rPr>
            </a:br>
            <a:br>
              <a:rPr lang="en-US" altLang="zh-TW" dirty="0">
                <a:solidFill>
                  <a:srgbClr val="00FFFF"/>
                </a:solidFill>
              </a:rPr>
            </a:br>
            <a:endParaRPr lang="zh-TW" altLang="en-US" dirty="0"/>
          </a:p>
        </p:txBody>
      </p:sp>
      <p:sp>
        <p:nvSpPr>
          <p:cNvPr id="88067" name="Content Placeholder 2">
            <a:extLst>
              <a:ext uri="{FF2B5EF4-FFF2-40B4-BE49-F238E27FC236}">
                <a16:creationId xmlns:a16="http://schemas.microsoft.com/office/drawing/2014/main" id="{E34375A6-1860-4756-A666-98EAF8399A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457200" y="2110154"/>
            <a:ext cx="13325541" cy="3155182"/>
          </a:xfrm>
        </p:spPr>
        <p:txBody>
          <a:bodyPr/>
          <a:lstStyle/>
          <a:p>
            <a:pPr marL="0" lvl="0" indent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altLang="en-US" sz="8000" dirty="0"/>
              <a:t>亞伯拉罕 因信而被稱為義</a:t>
            </a:r>
            <a:br>
              <a:rPr lang="en-US" altLang="zh-TW" sz="8000" dirty="0"/>
            </a:br>
            <a:r>
              <a:rPr kumimoji="0" lang="en-US" altLang="zh-TW" sz="50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             </a:t>
            </a:r>
            <a:r>
              <a:rPr kumimoji="0" lang="zh-TW" altLang="en-US" sz="4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Times New Roman" panose="02020603050405020304" pitchFamily="18" charset="0"/>
              </a:rPr>
              <a:t>陳信銘牧師</a:t>
            </a:r>
            <a:endParaRPr kumimoji="0" lang="en-US" altLang="zh-TW" sz="4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>
            <a:extLst>
              <a:ext uri="{FF2B5EF4-FFF2-40B4-BE49-F238E27FC236}">
                <a16:creationId xmlns:a16="http://schemas.microsoft.com/office/drawing/2014/main" id="{274E71FE-D676-4BCC-A25E-21A531903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-148856"/>
            <a:ext cx="12192000" cy="6858000"/>
          </a:xfrm>
        </p:spPr>
        <p:txBody>
          <a:bodyPr/>
          <a:lstStyle/>
          <a:p>
            <a:pPr marL="0" marR="0" lvl="0" indent="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今日信息</a:t>
            </a:r>
            <a:endParaRPr kumimoji="0" lang="en-US" altLang="zh-TW" sz="4400" b="1" i="0" u="sng" strike="noStrike" kern="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  <a:p>
            <a:pPr marL="0" lvl="0" indent="285750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altLang="en-US" dirty="0"/>
              <a:t>一</a:t>
            </a:r>
            <a:r>
              <a:rPr lang="en-US" altLang="zh-TW" dirty="0"/>
              <a:t>.</a:t>
            </a:r>
            <a:r>
              <a:rPr lang="zh-TW" altLang="en-US" dirty="0"/>
              <a:t> 亞伯拉罕因信稱義</a:t>
            </a:r>
            <a:r>
              <a:rPr lang="en-US" altLang="zh-TW" dirty="0"/>
              <a:t>:</a:t>
            </a:r>
          </a:p>
          <a:p>
            <a:pPr marL="0" lvl="0" indent="285750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/>
              <a:t>1.</a:t>
            </a:r>
            <a:r>
              <a:rPr lang="zh-TW" altLang="en-US" dirty="0"/>
              <a:t>倘若亞伯拉罕是因行為稱義</a:t>
            </a:r>
            <a:r>
              <a:rPr lang="en-US" altLang="zh-TW" dirty="0"/>
              <a:t>,</a:t>
            </a:r>
            <a:r>
              <a:rPr lang="zh-TW" altLang="en-US" dirty="0"/>
              <a:t>就有可</a:t>
            </a:r>
            <a:br>
              <a:rPr lang="en-US" altLang="zh-TW" dirty="0"/>
            </a:br>
            <a:r>
              <a:rPr lang="en-US" altLang="zh-TW" dirty="0"/>
              <a:t>   </a:t>
            </a:r>
            <a:r>
              <a:rPr lang="zh-TW" altLang="en-US" dirty="0"/>
              <a:t>誇的</a:t>
            </a:r>
          </a:p>
          <a:p>
            <a:pPr marL="0" lvl="0" indent="285750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/>
              <a:t>2.</a:t>
            </a:r>
            <a:r>
              <a:rPr lang="zh-TW" altLang="en-US" dirty="0"/>
              <a:t>做工的得工價</a:t>
            </a:r>
            <a:r>
              <a:rPr lang="en-US" altLang="zh-TW" dirty="0"/>
              <a:t>,</a:t>
            </a:r>
            <a:r>
              <a:rPr lang="zh-TW" altLang="en-US" dirty="0"/>
              <a:t>不算恩典</a:t>
            </a:r>
            <a:r>
              <a:rPr lang="en-US" altLang="zh-TW" dirty="0"/>
              <a:t>,</a:t>
            </a:r>
            <a:r>
              <a:rPr lang="zh-TW" altLang="en-US" dirty="0"/>
              <a:t>乃是該得的</a:t>
            </a:r>
          </a:p>
          <a:p>
            <a:pPr marL="0" lvl="0" indent="285750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/>
              <a:t>3.</a:t>
            </a:r>
            <a:r>
              <a:rPr lang="zh-TW" altLang="en-US" dirty="0"/>
              <a:t>惟有不做工的</a:t>
            </a:r>
            <a:r>
              <a:rPr lang="en-US" altLang="zh-TW" dirty="0"/>
              <a:t>,</a:t>
            </a:r>
            <a:r>
              <a:rPr lang="zh-TW" altLang="en-US" dirty="0"/>
              <a:t>只信稱罪人為義的 神</a:t>
            </a:r>
            <a:br>
              <a:rPr lang="en-US" altLang="zh-TW" dirty="0"/>
            </a:br>
            <a:r>
              <a:rPr lang="en-US" altLang="zh-TW" dirty="0"/>
              <a:t>   </a:t>
            </a:r>
            <a:r>
              <a:rPr lang="zh-TW" altLang="en-US" dirty="0"/>
              <a:t>就算為義</a:t>
            </a:r>
          </a:p>
        </p:txBody>
      </p:sp>
    </p:spTree>
    <p:extLst>
      <p:ext uri="{BB962C8B-B14F-4D97-AF65-F5344CB8AC3E}">
        <p14:creationId xmlns:p14="http://schemas.microsoft.com/office/powerpoint/2010/main" val="752753488"/>
      </p:ext>
    </p:extLst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95A02-C5A7-979A-CC2B-E28A39BFF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>
            <a:extLst>
              <a:ext uri="{FF2B5EF4-FFF2-40B4-BE49-F238E27FC236}">
                <a16:creationId xmlns:a16="http://schemas.microsoft.com/office/drawing/2014/main" id="{57471FCB-E2DA-3F21-C4C2-8C56D6641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-148856"/>
            <a:ext cx="12192000" cy="6858000"/>
          </a:xfrm>
        </p:spPr>
        <p:txBody>
          <a:bodyPr/>
          <a:lstStyle/>
          <a:p>
            <a:pPr marL="0" marR="0" lvl="0" indent="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今日信息</a:t>
            </a:r>
            <a:endParaRPr kumimoji="0" lang="en-US" altLang="zh-TW" sz="4400" b="1" i="0" u="sng" strike="noStrike" kern="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zh-TW" altLang="en-US" dirty="0"/>
              <a:t>二</a:t>
            </a:r>
            <a:r>
              <a:rPr lang="en-US" altLang="zh-TW" dirty="0"/>
              <a:t>.</a:t>
            </a:r>
            <a:r>
              <a:rPr lang="zh-TW" altLang="en-US" dirty="0"/>
              <a:t> 大衛在詩篇 </a:t>
            </a:r>
            <a:r>
              <a:rPr lang="en-US" altLang="zh-TW" dirty="0"/>
              <a:t>32 </a:t>
            </a:r>
            <a:r>
              <a:rPr lang="zh-TW" altLang="en-US" dirty="0"/>
              <a:t>篇的論述</a:t>
            </a:r>
            <a:r>
              <a:rPr lang="en-US" altLang="zh-TW" dirty="0"/>
              <a:t>: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1.</a:t>
            </a:r>
            <a:r>
              <a:rPr lang="zh-TW" altLang="en-US" dirty="0"/>
              <a:t>得赦免其過、遮蓋其罪的</a:t>
            </a:r>
            <a:r>
              <a:rPr lang="en-US" altLang="zh-TW" dirty="0"/>
              <a:t>,</a:t>
            </a:r>
            <a:r>
              <a:rPr lang="zh-TW" altLang="en-US" dirty="0"/>
              <a:t>這人是有福</a:t>
            </a:r>
            <a:br>
              <a:rPr lang="en-US" altLang="zh-TW" dirty="0"/>
            </a:br>
            <a:r>
              <a:rPr lang="en-US" altLang="zh-TW" dirty="0"/>
              <a:t>  </a:t>
            </a:r>
            <a:r>
              <a:rPr lang="zh-TW" altLang="en-US" dirty="0"/>
              <a:t>的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2.</a:t>
            </a:r>
            <a:r>
              <a:rPr lang="zh-TW" altLang="en-US" dirty="0"/>
              <a:t>主不算為有罪的</a:t>
            </a:r>
            <a:r>
              <a:rPr lang="en-US" altLang="zh-TW" dirty="0"/>
              <a:t>,</a:t>
            </a:r>
            <a:r>
              <a:rPr lang="zh-TW" altLang="en-US" dirty="0"/>
              <a:t>這人是有福的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3.</a:t>
            </a:r>
            <a:r>
              <a:rPr lang="zh-TW" altLang="en-US" dirty="0"/>
              <a:t>這福是加給受割禮的人及未受割禮的</a:t>
            </a:r>
            <a:br>
              <a:rPr lang="en-US" altLang="zh-TW" dirty="0"/>
            </a:br>
            <a:r>
              <a:rPr lang="en-US" altLang="zh-TW" dirty="0"/>
              <a:t>  </a:t>
            </a:r>
            <a:r>
              <a:rPr lang="zh-TW" altLang="en-US" dirty="0"/>
              <a:t>人</a:t>
            </a:r>
            <a:r>
              <a:rPr lang="en-US" altLang="zh-TW" dirty="0"/>
              <a:t>,</a:t>
            </a:r>
            <a:r>
              <a:rPr lang="zh-TW" altLang="en-US" dirty="0"/>
              <a:t>沒有分別</a:t>
            </a:r>
            <a:r>
              <a:rPr lang="en-US" altLang="zh-TW" dirty="0"/>
              <a:t>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9831785"/>
      </p:ext>
    </p:extLst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D1658-8928-2C37-1165-E4C155125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>
            <a:extLst>
              <a:ext uri="{FF2B5EF4-FFF2-40B4-BE49-F238E27FC236}">
                <a16:creationId xmlns:a16="http://schemas.microsoft.com/office/drawing/2014/main" id="{FE7762F5-8C34-D39E-CAC2-44E197B3CA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-148856"/>
            <a:ext cx="12192000" cy="6858000"/>
          </a:xfrm>
        </p:spPr>
        <p:txBody>
          <a:bodyPr/>
          <a:lstStyle/>
          <a:p>
            <a:pPr marL="0" marR="0" lvl="0" indent="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今日信息</a:t>
            </a:r>
            <a:endParaRPr kumimoji="0" lang="en-US" altLang="zh-TW" sz="4400" b="1" i="0" u="sng" strike="noStrike" kern="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zh-TW" altLang="en-US" dirty="0"/>
              <a:t>三</a:t>
            </a:r>
            <a:r>
              <a:rPr lang="en-US" altLang="zh-TW" dirty="0"/>
              <a:t>.</a:t>
            </a:r>
            <a:r>
              <a:rPr lang="zh-TW" altLang="en-US" dirty="0"/>
              <a:t> 亞伯拉罕是因信稱義之人的父</a:t>
            </a:r>
            <a:r>
              <a:rPr lang="en-US" altLang="zh-TW" dirty="0"/>
              <a:t>: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1.</a:t>
            </a:r>
            <a:r>
              <a:rPr lang="zh-TW" altLang="en-US" dirty="0"/>
              <a:t>亞伯拉罕因信稱義是在未受割禮的時</a:t>
            </a:r>
            <a:br>
              <a:rPr lang="en-US" altLang="zh-TW" dirty="0"/>
            </a:br>
            <a:r>
              <a:rPr lang="en-US" altLang="zh-TW" dirty="0"/>
              <a:t>  </a:t>
            </a:r>
            <a:r>
              <a:rPr lang="zh-TW" altLang="en-US" dirty="0"/>
              <a:t>候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2.</a:t>
            </a:r>
            <a:r>
              <a:rPr lang="zh-TW" altLang="en-US" dirty="0"/>
              <a:t>割禮是未受割禮時候因信稱義的印</a:t>
            </a:r>
            <a:br>
              <a:rPr lang="en-US" altLang="zh-TW" dirty="0"/>
            </a:br>
            <a:r>
              <a:rPr lang="en-US" altLang="zh-TW" dirty="0"/>
              <a:t>  </a:t>
            </a:r>
            <a:r>
              <a:rPr lang="zh-TW" altLang="en-US" dirty="0"/>
              <a:t>證</a:t>
            </a:r>
            <a:r>
              <a:rPr lang="en-US" altLang="zh-TW" dirty="0"/>
              <a:t>(</a:t>
            </a:r>
            <a:r>
              <a:rPr lang="zh-TW" altLang="en-US" dirty="0"/>
              <a:t>記號</a:t>
            </a:r>
            <a:r>
              <a:rPr lang="en-US" altLang="zh-TW" dirty="0"/>
              <a:t>)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3.</a:t>
            </a:r>
            <a:r>
              <a:rPr lang="zh-TW" altLang="en-US" dirty="0"/>
              <a:t>亞伯拉罕是未受割禮而信之人的父</a:t>
            </a:r>
          </a:p>
        </p:txBody>
      </p:sp>
    </p:spTree>
    <p:extLst>
      <p:ext uri="{BB962C8B-B14F-4D97-AF65-F5344CB8AC3E}">
        <p14:creationId xmlns:p14="http://schemas.microsoft.com/office/powerpoint/2010/main" val="1484341963"/>
      </p:ext>
    </p:extLst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1221848"/>
      </p:ext>
    </p:extLst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8A8D6196-5E81-8E8D-7EDF-D36056025A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BD27BE00-9261-5EDB-4A72-5C916FD11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大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(the tōa tân)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報傳得救歡喜消息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白白賞賜你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39F01D0-FC8F-18C2-FCA9-F495F75233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F9FA4D8-0BF7-AB87-B5FD-F1842AF43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上帝將獨生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子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(kiáⁿ)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賞賜世間萬萬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(lâng)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信靠救主無論是誰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能得永遠活穩當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D3FBDAD-E4B2-BBC2-DC68-D92082E13B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9A47278-0C43-E12F-0413-25C514E63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(tân)</a:t>
            </a:r>
            <a:r>
              <a:rPr lang="en-US" altLang="zh-TW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9DD6B42C-88DA-2AC3-98A8-2123A9621C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46DD8998-4E2F-68FC-65D6-CC34D1AE0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福音鐘聲有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咱人應該來就近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推辭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(the-sî)</a:t>
            </a:r>
          </a:p>
          <a:p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    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筵席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(iân-sia̍h)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勿得看輕主的恩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6E1BD76-5762-4C8B-B14C-BE00141BF6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7BE0EB5-BF59-A9CA-201E-2D2F336A5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我是活命的餅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養飼心神的欠缺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罪過色緻親像朱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(âng)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我能洗到白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(ná)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B63829B-BA6B-2879-70E7-8D6C10EDC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90979D6-BDD3-CBFB-B9CC-7DA252EFAE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A17324B5-1246-BA14-D6EB-9521E91064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9219" name="Rectangle 5">
            <a:extLst>
              <a:ext uri="{FF2B5EF4-FFF2-40B4-BE49-F238E27FC236}">
                <a16:creationId xmlns:a16="http://schemas.microsoft.com/office/drawing/2014/main" id="{6B69ED17-55A8-6924-B827-26D8157D55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尚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在鳴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應該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謹慎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細膩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(kín-sīn sòe-jī)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若無反悔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尚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延緩</a:t>
            </a:r>
            <a:endParaRPr lang="nl-NL" altLang="zh-TW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ts val="4000"/>
              </a:lnSpc>
              <a:spcBef>
                <a:spcPct val="0"/>
              </a:spcBef>
            </a:pP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                             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(iáu the iân-chhiân)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穩當遇着大驚惶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C2CE22A-9E5A-5953-B62B-C7812F199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20B8C65-C8BD-4BE5-1011-479828E5E0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逃走保全性命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所在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(oa̍t)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頭勿得看後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驚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了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(liáu)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遇着大災害。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48B7343-845E-D396-A732-C490456B65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1E25B34-7825-A108-6CAB-13DB1E84D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tân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 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0449171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81610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1F869-2ABD-D004-FBBD-E06C70BD3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BBB2827D-841B-3CCC-B537-52539237E4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98220" y="-152400"/>
            <a:ext cx="9403080" cy="1143000"/>
          </a:xfrm>
        </p:spPr>
        <p:txBody>
          <a:bodyPr/>
          <a:lstStyle/>
          <a:p>
            <a:r>
              <a:rPr lang="zh-TW" altLang="en-US" b="1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zh-TW" altLang="en-US" b="1" u="sng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報告： 全教會</a:t>
            </a:r>
          </a:p>
        </p:txBody>
      </p:sp>
      <p:sp>
        <p:nvSpPr>
          <p:cNvPr id="125955" name="Content Placeholder 2">
            <a:extLst>
              <a:ext uri="{FF2B5EF4-FFF2-40B4-BE49-F238E27FC236}">
                <a16:creationId xmlns:a16="http://schemas.microsoft.com/office/drawing/2014/main" id="{2F4DECA5-C6FA-4048-871C-EC2D7FE63AA3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990600"/>
            <a:ext cx="12355033" cy="5360964"/>
          </a:xfrm>
        </p:spPr>
        <p:txBody>
          <a:bodyPr/>
          <a:lstStyle/>
          <a:p>
            <a:pPr marL="0" lvl="0" indent="0">
              <a:spcBef>
                <a:spcPct val="0"/>
              </a:spcBef>
              <a:buNone/>
            </a:pP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1. 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主日早晨停車</a:t>
            </a: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: 1)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台語部兄姊請使用教</a:t>
            </a: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 </a:t>
            </a:r>
            <a:b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 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會停車場入口一排</a:t>
            </a: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,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及靠辦公室兩排車位</a:t>
            </a: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,</a:t>
            </a:r>
            <a:b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 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也請將花圃兩邊第一個位置預留給殘障車</a:t>
            </a:r>
            <a:b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 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位之需要</a:t>
            </a: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;2)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並提醒兄姊放置停車證及電</a:t>
            </a:r>
            <a:b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 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話號碼</a:t>
            </a: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;3)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主日崇拜中請勿要求移車</a:t>
            </a: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(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英語</a:t>
            </a:r>
            <a:b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 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部崇拜時間 </a:t>
            </a: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1:30-2:30);4) 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先到車輛請儘</a:t>
            </a:r>
            <a:b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 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量向裡面停</a:t>
            </a: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,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以利後來車輛停放 。</a:t>
            </a:r>
            <a:endParaRPr lang="en-US" altLang="zh-TW" sz="5200" b="1" spc="-150" dirty="0"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1520646"/>
      </p:ext>
    </p:extLst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59E3F-3598-BAD1-408A-9F617B726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9E0BE454-55DE-567A-F37E-A884765DA53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98220" y="-152400"/>
            <a:ext cx="9403080" cy="1143000"/>
          </a:xfrm>
        </p:spPr>
        <p:txBody>
          <a:bodyPr/>
          <a:lstStyle/>
          <a:p>
            <a:r>
              <a:rPr lang="zh-TW" altLang="en-US" b="1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zh-TW" altLang="en-US" b="1" u="sng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報告： 全教會</a:t>
            </a:r>
          </a:p>
        </p:txBody>
      </p:sp>
      <p:sp>
        <p:nvSpPr>
          <p:cNvPr id="125955" name="Content Placeholder 2">
            <a:extLst>
              <a:ext uri="{FF2B5EF4-FFF2-40B4-BE49-F238E27FC236}">
                <a16:creationId xmlns:a16="http://schemas.microsoft.com/office/drawing/2014/main" id="{9DB7DED0-7BA0-B96A-293B-592EDE04EF23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990600"/>
            <a:ext cx="12355033" cy="5360964"/>
          </a:xfrm>
        </p:spPr>
        <p:txBody>
          <a:bodyPr/>
          <a:lstStyle/>
          <a:p>
            <a:pPr marL="0" lvl="0" indent="0">
              <a:spcBef>
                <a:spcPct val="0"/>
              </a:spcBef>
              <a:buNone/>
            </a:pP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2. 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維修同工招募</a:t>
            </a: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:</a:t>
            </a:r>
            <a:b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 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設備組徵求有願意一起修繕美化教會的弟</a:t>
            </a:r>
            <a:b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 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兄姐妹</a:t>
            </a: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,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有心服事者請向郭景光長老或是</a:t>
            </a:r>
            <a:b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 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潘堅執事報名。</a:t>
            </a:r>
            <a:endParaRPr lang="en-US" altLang="zh-TW" sz="5200" b="1" spc="-150" dirty="0"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8343726"/>
      </p:ext>
    </p:extLst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itle 1">
            <a:extLst>
              <a:ext uri="{FF2B5EF4-FFF2-40B4-BE49-F238E27FC236}">
                <a16:creationId xmlns:a16="http://schemas.microsoft.com/office/drawing/2014/main" id="{FBA9199D-D717-407D-9510-6368C32AB2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-152400"/>
            <a:ext cx="9144000" cy="914400"/>
          </a:xfrm>
        </p:spPr>
        <p:txBody>
          <a:bodyPr/>
          <a:lstStyle/>
          <a:p>
            <a:r>
              <a:rPr lang="zh-TW" altLang="en-US" dirty="0"/>
              <a:t>報告： 台語部</a:t>
            </a:r>
          </a:p>
        </p:txBody>
      </p:sp>
      <p:sp>
        <p:nvSpPr>
          <p:cNvPr id="130051" name="Content Placeholder 2">
            <a:extLst>
              <a:ext uri="{FF2B5EF4-FFF2-40B4-BE49-F238E27FC236}">
                <a16:creationId xmlns:a16="http://schemas.microsoft.com/office/drawing/2014/main" id="{23017EE1-F04E-4FD9-BDA2-57CA05C505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62000"/>
            <a:ext cx="12192001" cy="6096000"/>
          </a:xfrm>
        </p:spPr>
        <p:txBody>
          <a:bodyPr/>
          <a:lstStyle/>
          <a:p>
            <a:pPr marL="0" indent="0" algn="l">
              <a:spcBef>
                <a:spcPts val="0"/>
              </a:spcBef>
              <a:defRPr/>
            </a:pPr>
            <a:r>
              <a:rPr lang="en-US" altLang="zh-TW" sz="5200" dirty="0"/>
              <a:t>1. </a:t>
            </a:r>
            <a:r>
              <a:rPr lang="zh-TW" altLang="en-US" sz="5200" dirty="0"/>
              <a:t>主日學</a:t>
            </a:r>
            <a:r>
              <a:rPr lang="en-US" altLang="zh-TW" sz="5200" dirty="0"/>
              <a:t>---</a:t>
            </a:r>
            <a:br>
              <a:rPr lang="en-US" altLang="zh-TW" sz="5200" dirty="0"/>
            </a:br>
            <a:r>
              <a:rPr lang="en-US" altLang="zh-TW" sz="5200" dirty="0"/>
              <a:t> </a:t>
            </a:r>
            <a:r>
              <a:rPr lang="zh-TW" altLang="en-US" sz="5200" dirty="0"/>
              <a:t>今天 </a:t>
            </a:r>
            <a:r>
              <a:rPr lang="en-US" altLang="zh-TW" sz="5200" dirty="0"/>
              <a:t>11:30</a:t>
            </a:r>
            <a:r>
              <a:rPr lang="zh-TW" altLang="en-US" sz="5200" dirty="0"/>
              <a:t>在交誼廳</a:t>
            </a:r>
            <a:r>
              <a:rPr lang="en-US" altLang="zh-TW" sz="5200" dirty="0"/>
              <a:t>,</a:t>
            </a:r>
            <a:r>
              <a:rPr lang="zh-TW" altLang="en-US" sz="5200" dirty="0"/>
              <a:t>陳牧師帶領新的課</a:t>
            </a:r>
            <a:br>
              <a:rPr lang="en-US" altLang="zh-TW" sz="5200" dirty="0"/>
            </a:br>
            <a:r>
              <a:rPr lang="en-US" altLang="zh-TW" sz="5200" dirty="0"/>
              <a:t> </a:t>
            </a:r>
            <a:r>
              <a:rPr lang="zh-TW" altLang="en-US" sz="5200" dirty="0"/>
              <a:t>程</a:t>
            </a:r>
            <a:r>
              <a:rPr lang="en-US" altLang="zh-TW" sz="5200" dirty="0"/>
              <a:t>:</a:t>
            </a:r>
            <a:r>
              <a:rPr lang="zh-TW" altLang="en-US" sz="5200" dirty="0"/>
              <a:t>「啓示錄」</a:t>
            </a:r>
            <a:r>
              <a:rPr lang="en-US" altLang="zh-TW" sz="5200" dirty="0"/>
              <a:t>, </a:t>
            </a:r>
            <a:r>
              <a:rPr lang="zh-TW" altLang="en-US" sz="5200" dirty="0"/>
              <a:t>歡迎大家參加。</a:t>
            </a:r>
            <a:br>
              <a:rPr lang="en-US" altLang="zh-TW" sz="5200" dirty="0"/>
            </a:br>
            <a:r>
              <a:rPr lang="en-US" altLang="zh-TW" sz="5200" dirty="0"/>
              <a:t> </a:t>
            </a:r>
            <a:r>
              <a:rPr lang="zh-TW" altLang="en-US" sz="5200" dirty="0"/>
              <a:t>線上</a:t>
            </a:r>
            <a:r>
              <a:rPr lang="en-US" altLang="zh-TW" sz="5200" dirty="0"/>
              <a:t>:https://</a:t>
            </a:r>
            <a:r>
              <a:rPr lang="en-US" altLang="zh-TW" sz="5200" dirty="0" err="1"/>
              <a:t>zoom.us</a:t>
            </a:r>
            <a:r>
              <a:rPr lang="en-US" altLang="zh-TW" sz="5200" dirty="0"/>
              <a:t>/j/99429704298, </a:t>
            </a:r>
            <a:br>
              <a:rPr lang="en-US" altLang="zh-TW" sz="5200" dirty="0"/>
            </a:br>
            <a:r>
              <a:rPr lang="en-US" altLang="zh-TW" sz="5200" dirty="0"/>
              <a:t> </a:t>
            </a:r>
            <a:r>
              <a:rPr lang="zh-TW" altLang="en-US" sz="5200" dirty="0"/>
              <a:t>會號 </a:t>
            </a:r>
            <a:r>
              <a:rPr lang="en-US" altLang="zh-TW" sz="5200" dirty="0"/>
              <a:t>994 2970 4298,</a:t>
            </a:r>
            <a:r>
              <a:rPr lang="zh-TW" altLang="en-US" sz="5200" dirty="0"/>
              <a:t>密碼 </a:t>
            </a:r>
            <a:r>
              <a:rPr lang="en-US" altLang="zh-TW" sz="5200" dirty="0"/>
              <a:t>626954; </a:t>
            </a:r>
            <a:br>
              <a:rPr lang="en-US" altLang="zh-TW" sz="5200" dirty="0"/>
            </a:br>
            <a:r>
              <a:rPr lang="en-US" altLang="zh-TW" sz="5200" dirty="0"/>
              <a:t> </a:t>
            </a:r>
            <a:r>
              <a:rPr lang="zh-TW" altLang="en-US" sz="5200" dirty="0"/>
              <a:t>電話 </a:t>
            </a:r>
            <a:r>
              <a:rPr lang="en-US" altLang="zh-TW" sz="5200" dirty="0"/>
              <a:t>646-558-8656</a:t>
            </a:r>
            <a:r>
              <a:rPr lang="zh-TW" altLang="en-US" sz="5200" dirty="0"/>
              <a:t>。</a:t>
            </a:r>
            <a:endParaRPr lang="zh-TW" altLang="en-US" sz="5200" spc="-3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138928"/>
      </p:ext>
    </p:extLst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20D2B-E3B0-08A8-C63E-B7C7F09C5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itle 1">
            <a:extLst>
              <a:ext uri="{FF2B5EF4-FFF2-40B4-BE49-F238E27FC236}">
                <a16:creationId xmlns:a16="http://schemas.microsoft.com/office/drawing/2014/main" id="{7E3B51D4-C9CE-48D7-3A0F-E8C843B318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-152400"/>
            <a:ext cx="9144000" cy="914400"/>
          </a:xfrm>
        </p:spPr>
        <p:txBody>
          <a:bodyPr/>
          <a:lstStyle/>
          <a:p>
            <a:r>
              <a:rPr lang="zh-TW" altLang="en-US" dirty="0"/>
              <a:t>報告： 台語部</a:t>
            </a:r>
          </a:p>
        </p:txBody>
      </p:sp>
      <p:sp>
        <p:nvSpPr>
          <p:cNvPr id="130051" name="Content Placeholder 2">
            <a:extLst>
              <a:ext uri="{FF2B5EF4-FFF2-40B4-BE49-F238E27FC236}">
                <a16:creationId xmlns:a16="http://schemas.microsoft.com/office/drawing/2014/main" id="{C86C7194-95AD-8E71-04E8-7D2F9A35CD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62000"/>
            <a:ext cx="12192001" cy="6096000"/>
          </a:xfrm>
        </p:spPr>
        <p:txBody>
          <a:bodyPr/>
          <a:lstStyle/>
          <a:p>
            <a:pPr marL="0" indent="0" algn="l">
              <a:spcBef>
                <a:spcPts val="0"/>
              </a:spcBef>
              <a:defRPr/>
            </a:pPr>
            <a:r>
              <a:rPr lang="en-US" altLang="zh-TW" sz="5200" dirty="0"/>
              <a:t>2. </a:t>
            </a:r>
            <a:r>
              <a:rPr lang="zh-TW" altLang="en-US" sz="5200" dirty="0"/>
              <a:t>團契組和社青聯合舉辦春季郊遊賞櫻</a:t>
            </a:r>
            <a:br>
              <a:rPr lang="en-US" altLang="zh-TW" sz="5200" dirty="0"/>
            </a:br>
            <a:r>
              <a:rPr lang="en-US" altLang="zh-TW" sz="5200" dirty="0"/>
              <a:t> </a:t>
            </a:r>
            <a:r>
              <a:rPr lang="zh-TW" altLang="en-US" sz="5200" dirty="0"/>
              <a:t>花</a:t>
            </a:r>
            <a:r>
              <a:rPr lang="en-US" altLang="zh-TW" sz="5200" dirty="0"/>
              <a:t>,</a:t>
            </a:r>
            <a:r>
              <a:rPr lang="zh-TW" altLang="en-US" sz="5200" dirty="0"/>
              <a:t>今天午餐後</a:t>
            </a:r>
            <a:r>
              <a:rPr lang="en-US" altLang="zh-TW" sz="5200" dirty="0"/>
              <a:t>1:30 </a:t>
            </a:r>
            <a:r>
              <a:rPr lang="zh-TW" altLang="en-US" sz="5200" dirty="0"/>
              <a:t>出發</a:t>
            </a:r>
            <a:r>
              <a:rPr lang="en-US" altLang="zh-TW" sz="5200" dirty="0"/>
              <a:t>,</a:t>
            </a:r>
            <a:r>
              <a:rPr lang="zh-TW" altLang="en-US" sz="5200" dirty="0"/>
              <a:t>自己先找人搭</a:t>
            </a:r>
            <a:br>
              <a:rPr lang="en-US" altLang="zh-TW" sz="5200" dirty="0"/>
            </a:br>
            <a:r>
              <a:rPr lang="en-US" altLang="zh-TW" sz="5200" dirty="0"/>
              <a:t> </a:t>
            </a:r>
            <a:r>
              <a:rPr lang="zh-TW" altLang="en-US" sz="5200" dirty="0"/>
              <a:t>載</a:t>
            </a:r>
            <a:r>
              <a:rPr lang="en-US" altLang="zh-TW" sz="5200" dirty="0"/>
              <a:t>,</a:t>
            </a:r>
            <a:r>
              <a:rPr lang="zh-TW" altLang="en-US" sz="5200" dirty="0"/>
              <a:t>並自備點心和飲料</a:t>
            </a:r>
            <a:r>
              <a:rPr lang="en-US" altLang="zh-TW" sz="5200" dirty="0"/>
              <a:t>,2:00 </a:t>
            </a:r>
            <a:r>
              <a:rPr lang="zh-TW" altLang="en-US" sz="5200" dirty="0"/>
              <a:t>在公園 </a:t>
            </a:r>
            <a:br>
              <a:rPr lang="en-US" altLang="zh-TW" sz="5200" dirty="0"/>
            </a:br>
            <a:r>
              <a:rPr lang="en-US" altLang="zh-TW" sz="5200" dirty="0"/>
              <a:t> Fort Totten park </a:t>
            </a:r>
            <a:r>
              <a:rPr lang="zh-TW" altLang="en-US" sz="5200" dirty="0"/>
              <a:t>會合</a:t>
            </a:r>
            <a:r>
              <a:rPr lang="en-US" altLang="zh-TW" sz="5200" dirty="0"/>
              <a:t>,</a:t>
            </a:r>
            <a:r>
              <a:rPr lang="zh-TW" altLang="en-US" sz="5200" dirty="0"/>
              <a:t>結束後有自助</a:t>
            </a:r>
            <a:br>
              <a:rPr lang="en-US" altLang="zh-TW" sz="5200" dirty="0"/>
            </a:br>
            <a:r>
              <a:rPr lang="en-US" altLang="zh-TW" sz="5200" dirty="0"/>
              <a:t> </a:t>
            </a:r>
            <a:r>
              <a:rPr lang="zh-TW" altLang="en-US" sz="5200" dirty="0"/>
              <a:t>餐安排</a:t>
            </a:r>
            <a:r>
              <a:rPr lang="en-US" altLang="zh-TW" sz="5200" dirty="0"/>
              <a:t>,</a:t>
            </a:r>
            <a:r>
              <a:rPr lang="zh-TW" altLang="en-US" sz="5200" dirty="0"/>
              <a:t>有意參加者可以自由前往共進晚</a:t>
            </a:r>
            <a:br>
              <a:rPr lang="en-US" altLang="zh-TW" sz="5200" dirty="0"/>
            </a:br>
            <a:r>
              <a:rPr lang="en-US" altLang="zh-TW" sz="5200" dirty="0"/>
              <a:t> </a:t>
            </a:r>
            <a:r>
              <a:rPr lang="zh-TW" altLang="en-US" sz="5200" dirty="0"/>
              <a:t>餐。</a:t>
            </a:r>
            <a:endParaRPr lang="zh-TW" altLang="en-US" sz="5200" spc="-3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926225"/>
      </p:ext>
    </p:extLst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9CDBB-F391-C6CD-54A1-0B25CC070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itle 1">
            <a:extLst>
              <a:ext uri="{FF2B5EF4-FFF2-40B4-BE49-F238E27FC236}">
                <a16:creationId xmlns:a16="http://schemas.microsoft.com/office/drawing/2014/main" id="{99152967-8047-82AA-1FC0-E896ABDB94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-142126"/>
            <a:ext cx="9144000" cy="914400"/>
          </a:xfrm>
        </p:spPr>
        <p:txBody>
          <a:bodyPr/>
          <a:lstStyle/>
          <a:p>
            <a:r>
              <a:rPr lang="zh-TW" altLang="en-US" dirty="0"/>
              <a:t>報告： 台語部</a:t>
            </a:r>
          </a:p>
        </p:txBody>
      </p:sp>
      <p:sp>
        <p:nvSpPr>
          <p:cNvPr id="130051" name="Content Placeholder 2">
            <a:extLst>
              <a:ext uri="{FF2B5EF4-FFF2-40B4-BE49-F238E27FC236}">
                <a16:creationId xmlns:a16="http://schemas.microsoft.com/office/drawing/2014/main" id="{F8103C04-410A-ABD3-6913-BA9C406DCC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1" y="643180"/>
            <a:ext cx="12192001" cy="6214820"/>
          </a:xfrm>
        </p:spPr>
        <p:txBody>
          <a:bodyPr/>
          <a:lstStyle/>
          <a:p>
            <a:pPr marL="0" indent="0" algn="l">
              <a:spcBef>
                <a:spcPts val="0"/>
              </a:spcBef>
              <a:defRPr/>
            </a:pPr>
            <a:r>
              <a:rPr lang="en-US" altLang="zh-TW" sz="5200" dirty="0"/>
              <a:t>3. </a:t>
            </a:r>
            <a:r>
              <a:rPr lang="zh-TW" altLang="en-US" sz="5200" dirty="0"/>
              <a:t>事工研討會</a:t>
            </a:r>
            <a:r>
              <a:rPr lang="en-US" altLang="zh-TW" sz="5200" dirty="0"/>
              <a:t>---</a:t>
            </a:r>
            <a:br>
              <a:rPr lang="en-US" altLang="zh-TW" sz="5200" dirty="0"/>
            </a:br>
            <a:r>
              <a:rPr lang="en-US" altLang="zh-TW" sz="5200" dirty="0"/>
              <a:t> </a:t>
            </a:r>
            <a:r>
              <a:rPr lang="zh-TW" altLang="en-US" sz="5200" dirty="0"/>
              <a:t>因為今天的郊遊改為下周 </a:t>
            </a:r>
            <a:r>
              <a:rPr lang="en-US" altLang="zh-TW" sz="5200" dirty="0"/>
              <a:t>4/26 </a:t>
            </a:r>
            <a:r>
              <a:rPr lang="zh-TW" altLang="en-US" sz="5200" dirty="0"/>
              <a:t>舉行。</a:t>
            </a:r>
            <a:endParaRPr lang="zh-TW" altLang="en-US" sz="5200" spc="-3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777410"/>
      </p:ext>
    </p:extLst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E0D90-9795-097B-A580-16D8CA8B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itle 1">
            <a:extLst>
              <a:ext uri="{FF2B5EF4-FFF2-40B4-BE49-F238E27FC236}">
                <a16:creationId xmlns:a16="http://schemas.microsoft.com/office/drawing/2014/main" id="{6431EAAD-0854-74AF-30BE-5B576A1F9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-142126"/>
            <a:ext cx="9144000" cy="914400"/>
          </a:xfrm>
        </p:spPr>
        <p:txBody>
          <a:bodyPr/>
          <a:lstStyle/>
          <a:p>
            <a:r>
              <a:rPr lang="zh-TW" altLang="en-US" dirty="0"/>
              <a:t>報告： 台語部</a:t>
            </a:r>
          </a:p>
        </p:txBody>
      </p:sp>
      <p:sp>
        <p:nvSpPr>
          <p:cNvPr id="130051" name="Content Placeholder 2">
            <a:extLst>
              <a:ext uri="{FF2B5EF4-FFF2-40B4-BE49-F238E27FC236}">
                <a16:creationId xmlns:a16="http://schemas.microsoft.com/office/drawing/2014/main" id="{C27EF93A-210A-3F1C-9BFC-D1F7D042A5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1" y="643180"/>
            <a:ext cx="12192001" cy="6214820"/>
          </a:xfrm>
        </p:spPr>
        <p:txBody>
          <a:bodyPr/>
          <a:lstStyle/>
          <a:p>
            <a:pPr marL="0" indent="0" algn="l">
              <a:spcBef>
                <a:spcPts val="0"/>
              </a:spcBef>
              <a:defRPr/>
            </a:pPr>
            <a:r>
              <a:rPr lang="en-US" altLang="zh-TW" dirty="0"/>
              <a:t>4. </a:t>
            </a:r>
            <a:r>
              <a:rPr lang="zh-TW" altLang="en-US" dirty="0"/>
              <a:t>週三線上禱告</a:t>
            </a:r>
            <a:r>
              <a:rPr lang="en-US" altLang="zh-TW" dirty="0"/>
              <a:t>---</a:t>
            </a:r>
            <a:br>
              <a:rPr lang="en-US" altLang="zh-TW" dirty="0"/>
            </a:br>
            <a:r>
              <a:rPr lang="en-US" altLang="zh-TW" dirty="0"/>
              <a:t> </a:t>
            </a:r>
            <a:r>
              <a:rPr lang="zh-TW" altLang="en-US" dirty="0"/>
              <a:t>邀請您參加 </a:t>
            </a:r>
            <a:r>
              <a:rPr lang="en-US" altLang="zh-TW" dirty="0"/>
              <a:t>4/22 </a:t>
            </a:r>
            <a:r>
              <a:rPr lang="zh-TW" altLang="en-US" dirty="0"/>
              <a:t>晚上 </a:t>
            </a:r>
            <a:r>
              <a:rPr lang="en-US" altLang="zh-TW" dirty="0"/>
              <a:t>8 </a:t>
            </a:r>
            <a:r>
              <a:rPr lang="zh-TW" altLang="en-US" dirty="0"/>
              <a:t>點禱告會</a:t>
            </a:r>
            <a:r>
              <a:rPr lang="en-US" altLang="zh-TW" dirty="0"/>
              <a:t>,  </a:t>
            </a:r>
            <a:br>
              <a:rPr lang="en-US" altLang="zh-TW" dirty="0"/>
            </a:br>
            <a:r>
              <a:rPr lang="en-US" altLang="zh-TW" dirty="0"/>
              <a:t> </a:t>
            </a:r>
            <a:r>
              <a:rPr lang="zh-TW" altLang="en-US" dirty="0"/>
              <a:t>所有事工都需要禱告求上帝扶持祝福</a:t>
            </a:r>
            <a:r>
              <a:rPr lang="en-US" altLang="zh-TW" dirty="0"/>
              <a:t>, </a:t>
            </a:r>
            <a:br>
              <a:rPr lang="en-US" altLang="zh-TW" dirty="0"/>
            </a:br>
            <a:r>
              <a:rPr lang="en-US" altLang="zh-TW" dirty="0"/>
              <a:t> zoom </a:t>
            </a:r>
            <a:r>
              <a:rPr lang="zh-TW" altLang="en-US" dirty="0"/>
              <a:t>連結如同主日學。</a:t>
            </a:r>
            <a:endParaRPr lang="zh-TW" altLang="en-US" spc="-3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53816"/>
      </p:ext>
    </p:extLst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B48BA-E239-7A52-09D0-0D4A872C8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itle 1">
            <a:extLst>
              <a:ext uri="{FF2B5EF4-FFF2-40B4-BE49-F238E27FC236}">
                <a16:creationId xmlns:a16="http://schemas.microsoft.com/office/drawing/2014/main" id="{D0B1BA64-ADBE-10A7-D63E-ADCAE13E8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-142126"/>
            <a:ext cx="9144000" cy="914400"/>
          </a:xfrm>
        </p:spPr>
        <p:txBody>
          <a:bodyPr/>
          <a:lstStyle/>
          <a:p>
            <a:r>
              <a:rPr lang="zh-TW" altLang="en-US" dirty="0"/>
              <a:t>報告： 台語部</a:t>
            </a:r>
          </a:p>
        </p:txBody>
      </p:sp>
      <p:sp>
        <p:nvSpPr>
          <p:cNvPr id="130051" name="Content Placeholder 2">
            <a:extLst>
              <a:ext uri="{FF2B5EF4-FFF2-40B4-BE49-F238E27FC236}">
                <a16:creationId xmlns:a16="http://schemas.microsoft.com/office/drawing/2014/main" id="{95700CEE-F4DE-1169-E7D7-3FB8EA6187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1" y="772274"/>
            <a:ext cx="12192001" cy="6085726"/>
          </a:xfrm>
        </p:spPr>
        <p:txBody>
          <a:bodyPr/>
          <a:lstStyle/>
          <a:p>
            <a:pPr marL="0" indent="0" algn="l">
              <a:spcBef>
                <a:spcPts val="0"/>
              </a:spcBef>
              <a:defRPr/>
            </a:pPr>
            <a:r>
              <a:rPr lang="en-US" altLang="zh-TW" dirty="0"/>
              <a:t>5. </a:t>
            </a:r>
            <a:r>
              <a:rPr lang="zh-TW" altLang="en-US" dirty="0"/>
              <a:t>長島分區聚會</a:t>
            </a:r>
            <a:r>
              <a:rPr lang="en-US" altLang="zh-TW" dirty="0"/>
              <a:t>---</a:t>
            </a:r>
            <a:br>
              <a:rPr lang="en-US" altLang="zh-TW" dirty="0"/>
            </a:br>
            <a:r>
              <a:rPr lang="en-US" altLang="zh-TW" dirty="0"/>
              <a:t> </a:t>
            </a:r>
            <a:r>
              <a:rPr lang="zh-TW" altLang="en-US" dirty="0"/>
              <a:t>本週五 </a:t>
            </a:r>
            <a:r>
              <a:rPr lang="en-US" altLang="zh-TW" dirty="0"/>
              <a:t>(24) 6:30pm </a:t>
            </a:r>
            <a:r>
              <a:rPr lang="zh-TW" altLang="en-US" dirty="0"/>
              <a:t>在文鈴兄</a:t>
            </a:r>
            <a:r>
              <a:rPr lang="en-US" altLang="zh-TW" dirty="0"/>
              <a:t>/</a:t>
            </a:r>
            <a:r>
              <a:rPr lang="zh-TW" altLang="en-US" dirty="0"/>
              <a:t>慧苓姐</a:t>
            </a:r>
          </a:p>
          <a:p>
            <a:pPr marL="0" indent="0" algn="l">
              <a:spcBef>
                <a:spcPts val="0"/>
              </a:spcBef>
              <a:defRPr/>
            </a:pPr>
            <a:r>
              <a:rPr lang="en-US" altLang="zh-TW" dirty="0"/>
              <a:t> </a:t>
            </a:r>
            <a:r>
              <a:rPr lang="zh-TW" altLang="en-US" dirty="0"/>
              <a:t>家舉行</a:t>
            </a:r>
            <a:r>
              <a:rPr lang="en-US" altLang="zh-TW" dirty="0"/>
              <a:t>,</a:t>
            </a:r>
            <a:r>
              <a:rPr lang="zh-TW" altLang="en-US" dirty="0"/>
              <a:t>備有簡便晚餐</a:t>
            </a:r>
            <a:r>
              <a:rPr lang="en-US" altLang="zh-TW" dirty="0"/>
              <a:t>,</a:t>
            </a:r>
            <a:r>
              <a:rPr lang="zh-TW" altLang="en-US" dirty="0"/>
              <a:t>歡迎兄姐大家一</a:t>
            </a:r>
            <a:br>
              <a:rPr lang="en-US" altLang="zh-TW" dirty="0"/>
            </a:br>
            <a:r>
              <a:rPr lang="en-US" altLang="zh-TW" dirty="0"/>
              <a:t> </a:t>
            </a:r>
            <a:r>
              <a:rPr lang="zh-TW" altLang="en-US" dirty="0"/>
              <a:t>起來參加。</a:t>
            </a:r>
            <a:endParaRPr lang="zh-TW" altLang="en-US" spc="-3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736062"/>
      </p:ext>
    </p:extLst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99143-1D98-937D-E433-3FB47727A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itle 1">
            <a:extLst>
              <a:ext uri="{FF2B5EF4-FFF2-40B4-BE49-F238E27FC236}">
                <a16:creationId xmlns:a16="http://schemas.microsoft.com/office/drawing/2014/main" id="{C24FF732-D45C-67B7-94AF-84FCF8F348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-142126"/>
            <a:ext cx="9144000" cy="914400"/>
          </a:xfrm>
        </p:spPr>
        <p:txBody>
          <a:bodyPr/>
          <a:lstStyle/>
          <a:p>
            <a:r>
              <a:rPr lang="zh-TW" altLang="en-US" dirty="0"/>
              <a:t>報告： 台語部</a:t>
            </a:r>
          </a:p>
        </p:txBody>
      </p:sp>
      <p:sp>
        <p:nvSpPr>
          <p:cNvPr id="130051" name="Content Placeholder 2">
            <a:extLst>
              <a:ext uri="{FF2B5EF4-FFF2-40B4-BE49-F238E27FC236}">
                <a16:creationId xmlns:a16="http://schemas.microsoft.com/office/drawing/2014/main" id="{1D58952E-3AC8-EC60-442F-1AC9C570C3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1" y="772274"/>
            <a:ext cx="12192001" cy="6085726"/>
          </a:xfrm>
        </p:spPr>
        <p:txBody>
          <a:bodyPr/>
          <a:lstStyle/>
          <a:p>
            <a:pPr marL="0" indent="0" algn="l">
              <a:spcBef>
                <a:spcPts val="0"/>
              </a:spcBef>
              <a:defRPr/>
            </a:pPr>
            <a:r>
              <a:rPr lang="en-US" altLang="zh-TW" dirty="0"/>
              <a:t>6. </a:t>
            </a:r>
            <a:r>
              <a:rPr lang="zh-TW" altLang="en-US" dirty="0"/>
              <a:t>愛餐服事</a:t>
            </a:r>
            <a:r>
              <a:rPr lang="en-US" altLang="zh-TW" dirty="0"/>
              <a:t>---</a:t>
            </a:r>
            <a:br>
              <a:rPr lang="en-US" altLang="zh-TW" dirty="0"/>
            </a:br>
            <a:r>
              <a:rPr lang="en-US" altLang="zh-TW" dirty="0"/>
              <a:t> </a:t>
            </a:r>
            <a:r>
              <a:rPr lang="zh-TW" altLang="en-US" dirty="0"/>
              <a:t>欲參與服事者</a:t>
            </a:r>
            <a:r>
              <a:rPr lang="en-US" altLang="zh-TW" dirty="0"/>
              <a:t>,</a:t>
            </a:r>
            <a:r>
              <a:rPr lang="zh-TW" altLang="en-US" dirty="0"/>
              <a:t>請與鶴齡執事登記。</a:t>
            </a:r>
            <a:endParaRPr lang="zh-TW" altLang="en-US" spc="-3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046721"/>
      </p:ext>
    </p:extLst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8A1-0C47-9A24-7926-2787ECB73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itle 1">
            <a:extLst>
              <a:ext uri="{FF2B5EF4-FFF2-40B4-BE49-F238E27FC236}">
                <a16:creationId xmlns:a16="http://schemas.microsoft.com/office/drawing/2014/main" id="{0A3BCDD8-F0AB-B620-3A90-5D77CB4B4F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-142126"/>
            <a:ext cx="9144000" cy="914400"/>
          </a:xfrm>
        </p:spPr>
        <p:txBody>
          <a:bodyPr/>
          <a:lstStyle/>
          <a:p>
            <a:r>
              <a:rPr lang="zh-TW" altLang="en-US" dirty="0"/>
              <a:t>報告： 台語部</a:t>
            </a:r>
          </a:p>
        </p:txBody>
      </p:sp>
      <p:sp>
        <p:nvSpPr>
          <p:cNvPr id="130051" name="Content Placeholder 2">
            <a:extLst>
              <a:ext uri="{FF2B5EF4-FFF2-40B4-BE49-F238E27FC236}">
                <a16:creationId xmlns:a16="http://schemas.microsoft.com/office/drawing/2014/main" id="{356DD508-50EC-0D88-044F-C9AD897F5B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1" y="772274"/>
            <a:ext cx="12192001" cy="6085726"/>
          </a:xfrm>
        </p:spPr>
        <p:txBody>
          <a:bodyPr/>
          <a:lstStyle/>
          <a:p>
            <a:pPr marL="0" indent="0" algn="l">
              <a:spcBef>
                <a:spcPts val="0"/>
              </a:spcBef>
              <a:defRPr/>
            </a:pPr>
            <a:r>
              <a:rPr lang="en-US" altLang="zh-TW" dirty="0"/>
              <a:t>7. </a:t>
            </a:r>
            <a:r>
              <a:rPr lang="zh-TW" altLang="en-US" dirty="0"/>
              <a:t>請為教會守望代禱</a:t>
            </a:r>
            <a:r>
              <a:rPr lang="en-US" altLang="zh-TW" dirty="0"/>
              <a:t>---</a:t>
            </a:r>
            <a:br>
              <a:rPr lang="en-US" altLang="zh-TW" dirty="0"/>
            </a:br>
            <a:r>
              <a:rPr lang="en-US" altLang="zh-TW" dirty="0"/>
              <a:t> </a:t>
            </a:r>
            <a:r>
              <a:rPr lang="zh-TW" altLang="en-US" dirty="0"/>
              <a:t>中文學校</a:t>
            </a:r>
            <a:r>
              <a:rPr lang="en-US" altLang="zh-TW" dirty="0"/>
              <a:t>,</a:t>
            </a:r>
            <a:r>
              <a:rPr lang="zh-TW" altLang="en-US" dirty="0"/>
              <a:t>兒童事工</a:t>
            </a:r>
            <a:r>
              <a:rPr lang="en-US" altLang="zh-TW" dirty="0"/>
              <a:t>,</a:t>
            </a:r>
            <a:r>
              <a:rPr lang="zh-TW" altLang="en-US" dirty="0"/>
              <a:t>兄弟姐妹的健康</a:t>
            </a:r>
            <a:r>
              <a:rPr lang="en-US" altLang="zh-TW" dirty="0"/>
              <a:t>,</a:t>
            </a:r>
            <a:br>
              <a:rPr lang="en-US" altLang="zh-TW" dirty="0"/>
            </a:br>
            <a:r>
              <a:rPr lang="en-US" altLang="zh-TW" dirty="0"/>
              <a:t> </a:t>
            </a:r>
            <a:r>
              <a:rPr lang="zh-TW" altLang="en-US" dirty="0"/>
              <a:t>家人信主</a:t>
            </a:r>
            <a:r>
              <a:rPr lang="en-US" altLang="zh-TW" dirty="0"/>
              <a:t>,</a:t>
            </a:r>
            <a:r>
              <a:rPr lang="zh-TW" altLang="en-US" dirty="0"/>
              <a:t>年輕會友立業成家</a:t>
            </a:r>
            <a:r>
              <a:rPr lang="en-US" altLang="zh-TW" dirty="0"/>
              <a:t>,</a:t>
            </a:r>
            <a:r>
              <a:rPr lang="zh-TW" altLang="en-US" dirty="0"/>
              <a:t>紐約治</a:t>
            </a:r>
            <a:br>
              <a:rPr lang="en-US" altLang="zh-TW" dirty="0"/>
            </a:br>
            <a:r>
              <a:rPr lang="en-US" altLang="zh-TW" dirty="0"/>
              <a:t> </a:t>
            </a:r>
            <a:r>
              <a:rPr lang="zh-TW" altLang="en-US" dirty="0"/>
              <a:t>安</a:t>
            </a:r>
            <a:r>
              <a:rPr lang="en-US" altLang="zh-TW" dirty="0"/>
              <a:t>,</a:t>
            </a:r>
            <a:r>
              <a:rPr lang="zh-TW" altLang="en-US" dirty="0"/>
              <a:t>國際關係。</a:t>
            </a:r>
            <a:endParaRPr lang="zh-TW" altLang="en-US" spc="-3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475566"/>
      </p:ext>
    </p:extLst>
  </p:cSld>
  <p:clrMapOvr>
    <a:masterClrMapping/>
  </p:clrMapOvr>
  <p:transition spd="slow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1312480"/>
      </p:ext>
    </p:extLst>
  </p:cSld>
  <p:clrMapOvr>
    <a:masterClrMapping/>
  </p:clrMapOvr>
  <p:transition spd="slow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  <p:transition spd="slow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3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3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3" grpId="0"/>
    </p:bldLst>
  </p:timing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6847</TotalTime>
  <Words>2997</Words>
  <Application>Microsoft Macintosh PowerPoint</Application>
  <PresentationFormat>Widescreen</PresentationFormat>
  <Paragraphs>359</Paragraphs>
  <Slides>80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80</vt:i4>
      </vt:variant>
    </vt:vector>
  </HeadingPairs>
  <TitlesOfParts>
    <vt:vector size="93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69:我的心神你當唱歌(1/3)</vt:lpstr>
      <vt:lpstr>69:我的心神你當唱歌(2/3)</vt:lpstr>
      <vt:lpstr>69:我的心神你當唱歌(3/3)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PowerPoint Presentation</vt:lpstr>
      <vt:lpstr>PowerPoint Presentation</vt:lpstr>
      <vt:lpstr>耶和華是我牧者</vt:lpstr>
      <vt:lpstr>耶和華是我牧者</vt:lpstr>
      <vt:lpstr>耶和華是我牧者</vt:lpstr>
      <vt:lpstr>耶和華是我牧者</vt:lpstr>
      <vt:lpstr>耶和華是我牧者</vt:lpstr>
      <vt:lpstr>耶和華是我牧者</vt:lpstr>
      <vt:lpstr>耶和華是我牧者</vt:lpstr>
      <vt:lpstr>PowerPoint Presentation</vt:lpstr>
      <vt:lpstr>經文  羅馬書 4:1~12 (新約第213頁)</vt:lpstr>
      <vt:lpstr>羅馬書 4:1~12 </vt:lpstr>
      <vt:lpstr>羅馬書 4:1~12 </vt:lpstr>
      <vt:lpstr>羅馬書 4:1~12 </vt:lpstr>
      <vt:lpstr>羅馬書 4:1~12 </vt:lpstr>
      <vt:lpstr>羅馬書 4:1~12 </vt:lpstr>
      <vt:lpstr>  今日信息  </vt:lpstr>
      <vt:lpstr>PowerPoint Presentation</vt:lpstr>
      <vt:lpstr>PowerPoint Presentation</vt:lpstr>
      <vt:lpstr>PowerPoint Presentation</vt:lpstr>
      <vt:lpstr>PowerPoint Presentation</vt:lpstr>
      <vt:lpstr>464：福音鐘聲在大鳴 (1/3)</vt:lpstr>
      <vt:lpstr>464：福音鐘聲在大鳴 (1/3)</vt:lpstr>
      <vt:lpstr>464：福音鐘聲在大鳴 (1/3)</vt:lpstr>
      <vt:lpstr>464 ：福音鐘聲在大鳴 (2/3)</vt:lpstr>
      <vt:lpstr>464 ：福音鐘聲在大鳴 (2/3)</vt:lpstr>
      <vt:lpstr>464 ：福音鐘聲在大鳴 (2/3)</vt:lpstr>
      <vt:lpstr>464 ：福音鐘聲在大鳴 (3/3)</vt:lpstr>
      <vt:lpstr>464 ：福音鐘聲在大鳴 (3/3)</vt:lpstr>
      <vt:lpstr>464 ：福音鐘聲在大鳴 (3/3)</vt:lpstr>
      <vt:lpstr>PowerPoint Presentation</vt:lpstr>
      <vt:lpstr>奉獻</vt:lpstr>
      <vt:lpstr>奉獻詩: 我的生命獻給祢</vt:lpstr>
      <vt:lpstr>PowerPoint Presentation</vt:lpstr>
      <vt:lpstr>PowerPoint Presentation</vt:lpstr>
      <vt:lpstr>  報告： 全教會</vt:lpstr>
      <vt:lpstr>  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552</cp:revision>
  <dcterms:created xsi:type="dcterms:W3CDTF">2020-10-09T17:40:37Z</dcterms:created>
  <dcterms:modified xsi:type="dcterms:W3CDTF">2026-04-17T22:19:02Z</dcterms:modified>
</cp:coreProperties>
</file>