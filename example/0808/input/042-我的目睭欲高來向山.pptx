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  <p:sldMasterId id="2147483660" r:id="rId2"/>
  </p:sldMasterIdLst>
  <p:notesMasterIdLst>
    <p:notesMasterId r:id="rId11"/>
  </p:notesMasterIdLst>
  <p:handoutMasterIdLst>
    <p:handoutMasterId r:id="rId12"/>
  </p:handoutMasterIdLst>
  <p:sldIdLst>
    <p:sldId id="540" r:id="rId3"/>
    <p:sldId id="545" r:id="rId4"/>
    <p:sldId id="541" r:id="rId5"/>
    <p:sldId id="546" r:id="rId6"/>
    <p:sldId id="542" r:id="rId7"/>
    <p:sldId id="547" r:id="rId8"/>
    <p:sldId id="543" r:id="rId9"/>
    <p:sldId id="54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5pPr>
    <a:lvl6pPr marL="22860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6pPr>
    <a:lvl7pPr marL="27432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7pPr>
    <a:lvl8pPr marL="32004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8pPr>
    <a:lvl9pPr marL="36576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07" autoAdjust="0"/>
    <p:restoredTop sz="87671" autoAdjust="0"/>
  </p:normalViewPr>
  <p:slideViewPr>
    <p:cSldViewPr>
      <p:cViewPr varScale="1">
        <p:scale>
          <a:sx n="111" d="100"/>
          <a:sy n="111" d="100"/>
        </p:scale>
        <p:origin x="121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478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B263F9-2425-32C2-959C-C8AD62FDB6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B0236A-A597-7EBF-5F11-66C6D352352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fld id="{6DD090FC-511A-7D4A-A4AA-187AAEFD2B5E}" type="datetimeFigureOut">
              <a:rPr lang="zh-TW" altLang="en-US"/>
              <a:pPr>
                <a:defRPr/>
              </a:pPr>
              <a:t>2026/8/8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9BDEF8-5330-3FD7-EF72-CCD8B0DB14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3A39CB-2033-DFD5-A3E2-D3057A2620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5177101-473B-5044-AAD4-42F9B80F8726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884B435-56E2-9B4D-1951-84E37BABF22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371434A7-98FC-DC14-89B0-D5D48EA55A2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A6B0FADD-64B6-5D48-04EE-B732C311290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DDABCDF5-2DBE-91F2-B25E-04020296BA5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8A05725E-D8DF-C70F-7014-AF57613B632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7A7B700F-6309-17FA-AF7B-A199721378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新細明體" panose="02020500000000000000" pitchFamily="18" charset="-120"/>
              </a:defRPr>
            </a:lvl1pPr>
          </a:lstStyle>
          <a:p>
            <a:fld id="{CB9B943C-A6A8-F843-846A-B46D57723CF7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39C35FE-5AE7-4EBF-0A67-16D965F96D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5938BC7-209B-32EB-20AC-436E2F4865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3648336-FEE2-1FF1-CC27-CB48CC62C7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246655-97E6-8242-9E21-3C663353F8C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66184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C4CE24C-7E91-5E5E-B79F-C127E60E02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9FE6F78-5045-4E2C-1EA4-2E9466EC2F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7D92DA1-52C8-CCBA-A6D6-85EB7E1B00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54635B-F9E8-4B4A-97AD-369A93189F1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23316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E99C588-A162-3132-460F-14271B38A8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983D1D-04A4-5587-B45A-10138CB25B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DE9B53-B6A3-4F39-16DE-FE809A1229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78C739-89B6-AA4A-8AAC-25D425D55F9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2958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CE83A9C-E8C5-C397-83E7-0537DC7D4D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C9501D3-5F55-2124-F400-63B295BCE1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7E5B3DD-B60C-734E-868C-A59815ED272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E10D704-B8CA-E606-33E2-7C9C0D28C73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97A10EC-9AED-3BFC-71D4-ADE41AE5242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新細明體" panose="02020500000000000000" pitchFamily="18" charset="-120"/>
              </a:defRPr>
            </a:lvl1pPr>
          </a:lstStyle>
          <a:p>
            <a:fld id="{DACF8926-165B-1F47-BF94-3B3E4DFDA0E0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13EBDE6-CBAE-236D-7865-FE75DEEB22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481F77D-9F89-05A9-44AC-842B2B2847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24265D9-4F8E-1D19-B383-07A1CC31AE4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B677384-B2D8-47F1-382F-0CE9B8DCDF4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4611D39-5CC3-09F7-46A8-04C216F39B8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新細明體" panose="02020500000000000000" pitchFamily="18" charset="-120"/>
              </a:defRPr>
            </a:lvl1pPr>
          </a:lstStyle>
          <a:p>
            <a:fld id="{BA2672A8-E39A-E547-9A77-65B2F232991F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054096C-124C-2B63-35C9-FD1BE5A3E2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我的目睭欲舉高來向山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23AC9F2-10B1-8C25-2A9D-47962C60F6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我的目睭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8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欲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舉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高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(kiah koân)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來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向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(ǹg)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山，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8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欣慕我主，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8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我的幫助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8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是從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何處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給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(tá –lo̍h hō͘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>
              <a:lnSpc>
                <a:spcPct val="80000"/>
              </a:lnSpc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何處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(tá- lo̍h)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賞賜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>
              <a:lnSpc>
                <a:spcPct val="80000"/>
              </a:lnSpc>
            </a:pP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C775F06-2DA0-9845-B64D-6BCA156B369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52400"/>
            <a:ext cx="9144000" cy="1143000"/>
          </a:xfrm>
        </p:spPr>
        <p:txBody>
          <a:bodyPr/>
          <a:lstStyle/>
          <a:p>
            <a:r>
              <a:rPr lang="en-US" altLang="zh-TW" sz="4000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42:</a:t>
            </a:r>
            <a:r>
              <a:rPr lang="zh-TW" altLang="en-US" sz="4000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我的目睭欲舉高來向山</a:t>
            </a:r>
            <a:r>
              <a:rPr lang="en-US" altLang="zh-TW" sz="4000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DB66965-8F91-BE68-3B8E-4BB32E65484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我一切幫助</a:t>
            </a:r>
            <a:endParaRPr lang="nl-NL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對耶和華來，</a:t>
            </a:r>
            <a:endParaRPr lang="en-US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祂是創造</a:t>
            </a:r>
            <a:endParaRPr lang="nl-NL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天地的大主宰。</a:t>
            </a:r>
            <a:endParaRPr lang="en-US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7BF6F04-01A4-675C-4289-5182D2D6C5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我的目睭欲舉高來向山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F79D3DD-09AC-FD54-A18D-DE641F69F2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無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(bô)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欲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80000"/>
              </a:lnSpc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(hō͘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你的脚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搖泏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(iô-choah)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，</a:t>
            </a:r>
            <a:endParaRPr lang="en-US" altLang="zh-TW">
              <a:latin typeface="Arial" panose="020B0604020202020204" pitchFamily="34" charset="0"/>
              <a:ea typeface="標楷體" panose="03000509000000000000" pitchFamily="49" charset="-120"/>
            </a:endParaRPr>
          </a:p>
          <a:p>
            <a:pPr>
              <a:lnSpc>
                <a:spcPct val="8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賜你平安，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8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主保守你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8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瞌眠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 tuh-bîn teh)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觀看，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8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照顧幫助，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98483A8-0E23-E8D0-75A3-6F99A09F4AC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52400"/>
            <a:ext cx="9144000" cy="1143000"/>
          </a:xfrm>
        </p:spPr>
        <p:txBody>
          <a:bodyPr/>
          <a:lstStyle/>
          <a:p>
            <a:r>
              <a:rPr lang="en-US" altLang="zh-TW" sz="4000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42:</a:t>
            </a:r>
            <a:r>
              <a:rPr lang="zh-TW" altLang="en-US" sz="4000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我的目睭欲舉高來向山</a:t>
            </a:r>
            <a:r>
              <a:rPr lang="en-US" altLang="zh-TW" sz="4000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D14AB36B-9B0C-7AD9-0231-C93560388A0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主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在昔</a:t>
            </a:r>
            <a:r>
              <a:rPr lang="en-US" altLang="zh-TW" sz="3200" b="1">
                <a:ea typeface="標楷體" panose="03000509000000000000" pitchFamily="49" charset="-120"/>
              </a:rPr>
              <a:t>(chāi-chá)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保守</a:t>
            </a:r>
            <a:endParaRPr lang="nl-NL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以色列百姓，</a:t>
            </a:r>
            <a:endParaRPr lang="en-US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祂無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瞌眠</a:t>
            </a:r>
            <a:r>
              <a:rPr lang="en-US" altLang="zh-TW" sz="3200" b="1">
                <a:ea typeface="標楷體" panose="03000509000000000000" pitchFamily="49" charset="-120"/>
              </a:rPr>
              <a:t>(tuh-bîn)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顧你無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睏</a:t>
            </a:r>
            <a:r>
              <a:rPr lang="en-US" altLang="zh-TW" sz="3200" b="1">
                <a:ea typeface="標楷體" panose="03000509000000000000" pitchFamily="49" charset="-120"/>
              </a:rPr>
              <a:t>(khùn)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常醒。</a:t>
            </a:r>
            <a:endParaRPr lang="en-US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ctr">
              <a:lnSpc>
                <a:spcPct val="80000"/>
              </a:lnSpc>
              <a:buFontTx/>
              <a:buNone/>
            </a:pPr>
            <a:endParaRPr lang="en-US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22588F7-8E8E-CF42-D173-2F4D8ACDBD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我的目睭欲舉高來向山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E7C50547-54B0-2E11-DB1C-032F4D3322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主保守你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9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直到永遠久長，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9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攏無變換，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9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祂在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右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(chiàⁿ)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傍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90000"/>
              </a:lnSpc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做你的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蔭影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(ìm-ńg)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ct val="90000"/>
              </a:lnSpc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保護引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(chhōa)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DD712C9-B0A3-9667-8D13-59C8DB57F71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52400"/>
            <a:ext cx="9144000" cy="1143000"/>
          </a:xfrm>
        </p:spPr>
        <p:txBody>
          <a:bodyPr/>
          <a:lstStyle/>
          <a:p>
            <a:r>
              <a:rPr lang="en-US" altLang="zh-TW" sz="4000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42:</a:t>
            </a:r>
            <a:r>
              <a:rPr lang="zh-TW" altLang="en-US" sz="4000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我的目睭欲舉高來向山</a:t>
            </a:r>
            <a:r>
              <a:rPr lang="en-US" altLang="zh-TW" sz="4000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0A4DD1DF-233E-2BA5-B33F-468E1E24805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光明日時太陽</a:t>
            </a:r>
            <a:endParaRPr lang="nl-NL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ctr">
              <a:lnSpc>
                <a:spcPct val="90000"/>
              </a:lnSpc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攏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不</a:t>
            </a:r>
            <a:r>
              <a:rPr lang="en-US" altLang="zh-TW" sz="3200" b="1">
                <a:ea typeface="標楷體" panose="03000509000000000000" pitchFamily="49" charset="-120"/>
              </a:rPr>
              <a:t>(bōe)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傷你，</a:t>
            </a:r>
            <a:endParaRPr lang="en-US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ctr">
              <a:lnSpc>
                <a:spcPct val="90000"/>
              </a:lnSpc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安靜冥時</a:t>
            </a:r>
            <a:endParaRPr lang="nl-NL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ctr">
              <a:lnSpc>
                <a:spcPct val="90000"/>
              </a:lnSpc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月光也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不</a:t>
            </a:r>
            <a:r>
              <a:rPr lang="en-US" altLang="zh-TW" sz="3200" b="1">
                <a:ea typeface="標楷體" panose="03000509000000000000" pitchFamily="49" charset="-120"/>
              </a:rPr>
              <a:t>(bōe)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害你。</a:t>
            </a:r>
            <a:endParaRPr lang="en-US" altLang="zh-TW" b="1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ctr">
              <a:lnSpc>
                <a:spcPct val="90000"/>
              </a:lnSpc>
              <a:buFontTx/>
              <a:buNone/>
            </a:pPr>
            <a:endParaRPr lang="en-US" altLang="zh-TW" sz="4800" b="1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9445B90-DC40-2E23-5587-30CC022CEB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我的目睭欲舉高來向山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5B86F055-EDF9-264B-B49F-3247B47F11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主保守你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免受一切災害，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賜你活命，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主保守你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(hō͘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你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性命無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礙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(gāi)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心神安定，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D1EFF37-C971-E391-F0A4-EE9D0FA614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我的目睭欲舉高來向山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EDD0833-DEE6-9FA7-1005-CAA447F45D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保守你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出入得平安，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主祝福你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從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此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(tùi chit)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時到永遠。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  <a:p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9442</TotalTime>
  <Words>368</Words>
  <Application>Microsoft Macintosh PowerPoint</Application>
  <PresentationFormat>On-screen Show (4:3)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標楷體</vt:lpstr>
      <vt:lpstr>新細明體</vt:lpstr>
      <vt:lpstr>Default Design</vt:lpstr>
      <vt:lpstr>1_Default Design</vt:lpstr>
      <vt:lpstr>42:我的目睭欲舉高來向山(1/4)</vt:lpstr>
      <vt:lpstr>42:我的目睭欲舉高來向山(1/4)</vt:lpstr>
      <vt:lpstr>42:我的目睭欲舉高來向山(2/4)</vt:lpstr>
      <vt:lpstr>42:我的目睭欲舉高來向山(2/4)</vt:lpstr>
      <vt:lpstr>42:我的目睭欲舉高來向山(3/4)</vt:lpstr>
      <vt:lpstr>42:我的目睭欲舉高來向山(3/4)</vt:lpstr>
      <vt:lpstr>42:我的目睭欲舉高來向山(4/4)</vt:lpstr>
      <vt:lpstr>42:我的目睭欲舉高來向山(4/4)</vt:lpstr>
    </vt:vector>
  </TitlesOfParts>
  <Company>The Reformed Church of Newtown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taiwanese</dc:creator>
  <cp:lastModifiedBy>Joseph Chen</cp:lastModifiedBy>
  <cp:revision>371</cp:revision>
  <dcterms:created xsi:type="dcterms:W3CDTF">2007-02-04T16:15:54Z</dcterms:created>
  <dcterms:modified xsi:type="dcterms:W3CDTF">2026-08-08T04:46:02Z</dcterms:modified>
</cp:coreProperties>
</file>