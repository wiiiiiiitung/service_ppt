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  <p:sldId id="2930" r:id="rId15"/>
    <p:sldId id="2931" r:id="rId89"/>
    <p:sldId id="2932" r:id="rId90"/>
    <p:sldId id="2933" r:id="rId91"/>
    <p:sldId id="2934" r:id="rId92"/>
    <p:sldId id="2935" r:id="rId93"/>
    <p:sldId id="2936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4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054096C-124C-2B63-35C9-FD1BE5A3E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23AC9F2-10B1-8C25-2A9D-47962C60F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舉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(kiah 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(ǹg)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山，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欣慕我主，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我的幫助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是從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(tá –lo̍h 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>
              <a:lnSpc>
                <a:spcPct val="8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(tá- lo̍h)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>
              <a:lnSpc>
                <a:spcPct val="8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C775F06-2DA0-9845-B64D-6BCA156B36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DB66965-8F91-BE68-3B8E-4BB32E6548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我一切幫助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對耶和華來，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祂是創造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天地的大主宰。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7BF6F04-01A4-675C-4289-5182D2D6C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F79D3DD-09AC-FD54-A18D-DE641F69F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(bô)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你的脚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搖泏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(iô-choah)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賜你平安，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瞌眠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tuh-bîn 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觀看，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照顧幫助，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8483A8-0E23-E8D0-75A3-6F99A09F4AC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14AB36B-9B0C-7AD9-0231-C93560388A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在昔</a:t>
            </a:r>
            <a:r>
              <a:rPr lang="en-US" altLang="zh-TW" sz="3200" b="1">
                <a:ea typeface="標楷體" panose="03000509000000000000" pitchFamily="49" charset="-120"/>
              </a:rPr>
              <a:t>(chāi-chá)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保守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以色列百姓，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祂無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瞌眠</a:t>
            </a:r>
            <a:r>
              <a:rPr lang="en-US" altLang="zh-TW" sz="3200" b="1">
                <a:ea typeface="標楷體" panose="03000509000000000000" pitchFamily="49" charset="-120"/>
              </a:rPr>
              <a:t>(tuh-bîn)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顧你無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睏</a:t>
            </a:r>
            <a:r>
              <a:rPr lang="en-US" altLang="zh-TW" sz="3200" b="1">
                <a:ea typeface="標楷體" panose="03000509000000000000" pitchFamily="49" charset="-120"/>
              </a:rPr>
              <a:t>(khùn)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常醒。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22588F7-8E8E-CF42-D173-2F4D8ACDB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7C50547-54B0-2E11-DB1C-032F4D332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直到永遠久長，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攏無變換，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右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(chiàⁿ)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傍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做你的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蔭影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(ìm-ńg)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保護引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DD712C9-B0A3-9667-8D13-59C8DB57F7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A4DD1DF-233E-2BA5-B33F-468E1E2480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光明日時太陽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攏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b="1">
                <a:ea typeface="標楷體" panose="03000509000000000000" pitchFamily="49" charset="-120"/>
              </a:rPr>
              <a:t>(bōe)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傷你，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安靜冥時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月光也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b="1">
                <a:ea typeface="標楷體" panose="03000509000000000000" pitchFamily="49" charset="-120"/>
              </a:rPr>
              <a:t>(bōe)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害你。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en-US" altLang="zh-TW" sz="4800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445B90-DC40-2E23-5587-30CC022CE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B86F055-EDF9-264B-B49F-3247B47F1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免受一切災害，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賜你活命，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性命無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(gāi)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心神安定，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D1EFF37-C971-E391-F0A4-EE9D0FA61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EDD0833-DEE6-9FA7-1005-CAA447F45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出入得平安，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主祝福你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(tùi chit)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時到永遠。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8E0FA7E-C94E-A964-F4B9-D6852B5E4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B309638-5210-7497-1D51-48E9526D5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地及其中所充滿的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及站在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  tiàm-tī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它中間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):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攏屬耶和華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3F0D4D-9A47-6C55-C814-F0529F40C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22DF02-A1F3-E37B-DD5B-C3DE7C969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祂將地建立在海的頂面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置</a:t>
            </a:r>
            <a:r>
              <a:rPr lang="zh-TW" altLang="en-US" sz="36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tì  tī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大水的頂面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什人能上耶和華的山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什人能竪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祂聖的所在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544C062-2435-EA1D-AE62-7E6214FF6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0099324-D76A-0F40-0F41-1CCF26A27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就是手清氣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心清潔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存心無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(ǹg)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虛假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ts val="60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咒誓無存奸詭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                                                    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(chiù-chōa bô khǹg kan-kúi)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1E10E2D-C8D3-7921-FB23-4E2BDB5DD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A41192C-8E7B-CEC5-78F3-BFC6B08947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此號人必得着耶和華賜福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(koh-tùi)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救他的上帝得着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8C0B8AB-2349-2E5C-44E7-3955F29E5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799DF96-CAD3-2577-2E71-689B30D10B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這些是尋耶和華的族類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雅各的上帝啊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這是愛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(kíⁿ)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祢的面的人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C7309E2-A11E-0B14-B07B-49908143C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798D206-651B-4D9D-3B5F-444194A94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城門啊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攑起恁的頭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永遠的門啊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攑起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(kú-khí)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AE4209B-4500-51CD-025B-DA506F73B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D5DB16D-8A1F-4A14-BFAE-687858916B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>
              <a:defRPr/>
            </a:pPr>
            <a:r>
              <a:rPr lang="en-US" altLang="zh-TW" dirty="0">
                <a:solidFill>
                  <a:srgbClr val="FFFF00"/>
                </a:solidFill>
              </a:rPr>
              <a:t>▲</a:t>
            </a:r>
            <a:r>
              <a:rPr lang="zh-TW" altLang="en-US" dirty="0">
                <a:solidFill>
                  <a:srgbClr val="FFFF00"/>
                </a:solidFill>
              </a:rPr>
              <a:t>榮光的王要入</a:t>
            </a:r>
            <a:r>
              <a:rPr lang="en-US" altLang="zh-TW" dirty="0">
                <a:solidFill>
                  <a:srgbClr val="FFFF00"/>
                </a:solidFill>
              </a:rPr>
              <a:t>.</a:t>
            </a:r>
          </a:p>
          <a:p>
            <a:pPr algn="l">
              <a:defRPr/>
            </a:pPr>
            <a:r>
              <a:rPr lang="en-US" altLang="zh-TW" dirty="0"/>
              <a:t>○</a:t>
            </a:r>
            <a:r>
              <a:rPr lang="zh-TW" altLang="en-US" u="sng" dirty="0"/>
              <a:t>彼個</a:t>
            </a:r>
            <a:r>
              <a:rPr lang="en-US" altLang="zh-TW" sz="3200" dirty="0">
                <a:latin typeface="+mj-lt"/>
              </a:rPr>
              <a:t>(hit-ê)</a:t>
            </a:r>
            <a:r>
              <a:rPr lang="zh-TW" altLang="en-US" dirty="0"/>
              <a:t>榮光的王是什人</a:t>
            </a:r>
            <a:r>
              <a:rPr lang="en-US" altLang="zh-TW" dirty="0"/>
              <a:t>?</a:t>
            </a:r>
          </a:p>
          <a:p>
            <a:pPr algn="l">
              <a:defRPr/>
            </a:pPr>
            <a:endParaRPr lang="en-US" altLang="zh-TW" sz="3200" dirty="0">
              <a:solidFill>
                <a:srgbClr val="FFFF00"/>
              </a:solidFill>
            </a:endParaRPr>
          </a:p>
          <a:p>
            <a:pPr algn="l">
              <a:defRPr/>
            </a:pPr>
            <a:r>
              <a:rPr lang="en-US" altLang="zh-TW" dirty="0">
                <a:solidFill>
                  <a:srgbClr val="FFFF00"/>
                </a:solidFill>
              </a:rPr>
              <a:t>▲</a:t>
            </a:r>
            <a:r>
              <a:rPr lang="zh-TW" altLang="en-US" dirty="0">
                <a:solidFill>
                  <a:srgbClr val="FFFF00"/>
                </a:solidFill>
              </a:rPr>
              <a:t>就是大氣力</a:t>
            </a:r>
            <a:r>
              <a:rPr lang="en-US" altLang="zh-TW" dirty="0">
                <a:solidFill>
                  <a:srgbClr val="FFFF00"/>
                </a:solidFill>
              </a:rPr>
              <a:t>,</a:t>
            </a:r>
            <a:r>
              <a:rPr lang="zh-TW" altLang="en-US" dirty="0">
                <a:solidFill>
                  <a:srgbClr val="FFFF00"/>
                </a:solidFill>
              </a:rPr>
              <a:t>大權能的耶</a:t>
            </a:r>
            <a:endParaRPr lang="en-US" altLang="zh-TW" dirty="0">
              <a:solidFill>
                <a:srgbClr val="FFFF00"/>
              </a:solidFill>
            </a:endParaRPr>
            <a:r>
              <a:rPr lang="zh-TW" altLang="en-US" dirty="0">
                <a:solidFill>
                  <a:srgbClr val="FFFF00"/>
                </a:solidFill>
              </a:rPr>
              <a:t>和華</a:t>
            </a:r>
            <a:r>
              <a:rPr lang="en-US" altLang="zh-TW" dirty="0">
                <a:solidFill>
                  <a:srgbClr val="FFFF00"/>
                </a:solidFill>
              </a:rPr>
              <a:t>.</a:t>
            </a:r>
          </a:p>
          <a:p>
            <a:pPr algn="l">
              <a:defRPr/>
            </a:pPr>
            <a:r>
              <a:rPr lang="en-US" altLang="zh-TW" dirty="0"/>
              <a:t>○</a:t>
            </a:r>
            <a:r>
              <a:rPr lang="zh-TW" altLang="en-US" u="sng" dirty="0"/>
              <a:t>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交戰有大權能的耶和華</a:t>
            </a:r>
            <a:r>
              <a:rPr lang="en-US" altLang="zh-TW" dirty="0"/>
              <a:t>.</a:t>
            </a:r>
          </a:p>
          <a:p>
            <a:pPr algn="l">
              <a:defRPr/>
            </a:pPr>
            <a:endParaRPr lang="en-US" altLang="zh-TW" dirty="0"/>
          </a:p>
          <a:p>
            <a:pPr algn="l"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DC0F4E9-7DC5-1E04-4C81-3A999FFA5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B6E2248-567B-2248-A8EC-C22E9ECB6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城門啊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攑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(kiah)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起恁的頭，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永遠的門啊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亦當攑起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(ia̍h-tio̍h kiah-khí)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榮光的王要入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個榮光的王是什人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B98D4B0-B24F-C23C-485C-C46391710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1682571-39A6-DBFC-EBF2-2784B6C2F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萬軍的耶和華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祂是榮光的王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我在此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我在此是你的恩典</a:t>
            </a:r>
          </a:p>
          <a:p>
            <a:r>
              <a:t>我在此是你愛的彰顯</a:t>
            </a:r>
          </a:p>
          <a:p>
            <a:r>
              <a:t>主耶穌靈內滿感激</a:t>
            </a:r>
          </a:p>
          <a:p>
            <a:r>
              <a:t>因你的恩典滿滿</a:t>
            </a:r>
          </a:p>
          <a:p>
            <a:r>
              <a:t>我在此是你的恩典</a:t>
            </a:r>
          </a:p>
          <a:p>
            <a:r>
              <a:t>我在此是你愛的彰顯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主耶穌靈內滿感激</a:t>
            </a:r>
          </a:p>
          <a:p>
            <a:r>
              <a:t>因你的恩典滿滿</a:t>
            </a:r>
          </a:p>
          <a:p>
            <a:r>
              <a:t>感激耶穌 耶穌</a:t>
            </a:r>
          </a:p>
          <a:p>
            <a:r>
              <a:t>耶穌 感激耶穌</a:t>
            </a:r>
          </a:p>
          <a:p>
            <a:r>
              <a:t>如今我活在世</a:t>
            </a:r>
          </a:p>
          <a:p>
            <a:r>
              <a:t>只因有你恩惠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我要讚美主到永遠</a:t>
            </a:r>
          </a:p>
          <a:p>
            <a:r>
              <a:t>我在這 是因你恩典</a:t>
            </a:r>
          </a:p>
          <a:p>
            <a:r>
              <a:t>我在這 是因你慈愛</a:t>
            </a:r>
          </a:p>
          <a:p>
            <a:r>
              <a:t>主耶穌 我如此感恩</a:t>
            </a:r>
          </a:p>
          <a:p>
            <a:r>
              <a:t>都因你豐盛恩典</a:t>
            </a:r>
          </a:p>
          <a:p>
            <a:r>
              <a:t>我在這 是因你恩典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我在這 是因你慈愛</a:t>
            </a:r>
          </a:p>
          <a:p>
            <a:r>
              <a:t>主耶穌 我如此感恩</a:t>
            </a:r>
          </a:p>
          <a:p>
            <a:r>
              <a:t>都因你豐盛恩典</a:t>
            </a:r>
          </a:p>
          <a:p>
            <a:r>
              <a:t>感謝耶穌 耶穌</a:t>
            </a:r>
          </a:p>
          <a:p>
            <a:r>
              <a:t>耶穌 感謝耶穌</a:t>
            </a:r>
          </a:p>
          <a:p>
            <a:r>
              <a:t>只因著你恩典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使我能為你活</a:t>
            </a:r>
          </a:p>
          <a:p>
            <a:r>
              <a:t>我讚美你直到永遠</a:t>
            </a:r>
          </a:p>
          <a:p>
            <a:r>
              <a:t>感謝耶穌 耶穌</a:t>
            </a:r>
          </a:p>
          <a:p>
            <a:r>
              <a:t>耶穌 感謝耶穌</a:t>
            </a:r>
          </a:p>
          <a:p>
            <a:r>
              <a:t>只因著你恩典</a:t>
            </a:r>
          </a:p>
          <a:p>
            <a:r>
              <a:t>使我能為你活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我讚美你直到永遠</a:t>
            </a:r>
          </a:p>
          <a:p>
            <a:r>
              <a:t>只因著你恩典</a:t>
            </a:r>
          </a:p>
          <a:p>
            <a:r>
              <a:t>使我能為你活</a:t>
            </a:r>
          </a:p>
          <a:p>
            <a:r>
              <a:t>我讚美你直到永遠</a:t>
            </a:r>
          </a:p>
          <a:p>
            <a:r>
              <a:t>我讚美你直到永遠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以斯帖記 4:1~17</a:t>
            </a:r>
          </a:p>
          <a:p>
            <a:pPr algn="ctr"/>
            <a:r>
              <a:rPr sz="5400" b="1">
                <a:latin typeface="標楷體"/>
              </a:rPr>
              <a:t>(舊約第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620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1.末底改知道所作的這一切事，就撕裂
  衣服，穿麻衣，蒙灰塵，在城中行走，痛
  哭哀號。</a:t>
            </a:r>
          </a:p>
          <a:p>
            <a:r>
              <a:rPr sz="5400" b="1">
                <a:latin typeface="DFKai-SB"/>
              </a:rPr>
              <a:t>2.到了朝門前停住腳步，因為穿麻衣的
  不可進朝門。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3.王的諭旨所到的各省各處，猶大人大
  大悲哀，禁食哭泣哀號，穿麻衣躺在灰中
  的甚多。</a:t>
            </a:r>
          </a:p>
          <a:p>
            <a:r>
              <a:rPr sz="5400" b="1">
                <a:latin typeface="DFKai-SB"/>
              </a:rPr>
              <a:t>4.王后以斯帖的宮女和太監來把這事告
  訴以斯帖，她甚是憂愁，就送衣服給末底
  改穿，要他脫下麻衣，他卻不受。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5.以斯帖就把王所派伺候她的一個太監
  ，名叫哈他革召來，吩咐他去見末底改，
  要知道這是甚麼事，是甚麼緣故。</a:t>
            </a:r>
          </a:p>
          <a:p>
            <a:r>
              <a:rPr sz="5400" b="1">
                <a:latin typeface="DFKai-SB"/>
              </a:rPr>
              <a:t>6.於是哈他革出到朝門前的寬闊處見末
  底改。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7.末底改將自己所遇的事，並哈曼為滅
  絕猶大人應許捐入王庫的銀數都告訴了他
  ；</a:t>
            </a:r>
          </a:p>
          <a:p>
            <a:r>
              <a:rPr sz="5400" b="1">
                <a:latin typeface="DFKai-SB"/>
              </a:rPr>
              <a:t>8.又將所抄寫傳遍書珊城要滅絕猶大人
  的旨意交給哈他革，要給以斯帖看，又要
  給她說明，並囑咐她進去見王，為本族的
  人在王面前懇切祈求。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9.哈他革回來，將末底改的話告訴以斯
  帖；</a:t>
            </a:r>
          </a:p>
          <a:p>
            <a:r>
              <a:rPr sz="5400" b="1">
                <a:latin typeface="DFKai-SB"/>
              </a:rPr>
              <a:t>10.以斯帖就吩咐哈他革去見末底改，
   說：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11.「王的一切臣僕和各省的人民都知
   道有一個定例：若不蒙召，擅入內院見王
   的，無論男女必被治死；除非王向他伸出
   金杖，不得存活。現在我沒有蒙召進去見
   王已經三十日了。」</a:t>
            </a:r>
          </a:p>
          <a:p>
            <a:r>
              <a:rPr sz="5400" b="1">
                <a:latin typeface="DFKai-SB"/>
              </a:rPr>
              <a:t>12.人就把以斯帖這話告訴末底改。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13.末底改託人回覆以斯帖說：「你莫
   想在王宮裏強過一切猶大人，得免這禍。</a:t>
            </a:r>
          </a:p>
          <a:p>
            <a:r>
              <a:rPr sz="5400" b="1">
                <a:latin typeface="DFKai-SB"/>
              </a:rPr>
              <a:t>14.此時你若閉口不言，猶大人必從別
   處得解脫，蒙拯救；你和你父家必至滅亡
   。焉知你得了王后的位分不是為現今的機
   會嗎？」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15.以斯帖就吩咐人回報末底改說：</a:t>
            </a:r>
          </a:p>
          <a:p>
            <a:r>
              <a:rPr sz="5400" b="1">
                <a:latin typeface="DFKai-SB"/>
              </a:rPr>
              <a:t>16.「你當去招聚書珊城所有的猶大人
   ，為我禁食三晝三夜，不喫不喝；我和我
   的宮女也要這樣禁食。然後我違例進去見
   王，我若死就死吧！」</a:t>
            </a:r>
          </a:p>
          <a:p>
            <a:r>
              <a:rPr sz="5400" b="1">
                <a:latin typeface="DFKai-SB"/>
              </a:rPr>
              <a:t>17.於是末底改照以斯帖一切所吩咐的
   去行。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8000"/>
              <a:t>死就死吧</a:t>
            </a:r>
            <a:r>
              <a:rPr sz="5000" b="1">
                <a:latin typeface="DFKai-SB"/>
              </a:rPr>
              <a:t>                                </a:t>
            </a:r>
            <a:r>
              <a:rPr sz="4400" b="1">
                <a:latin typeface="標楷體"/>
              </a:rPr>
              <a:t>陳信銘牧師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一. 猶大人面對無解的困境：</a:t>
            </a:r>
          </a:p>
          <a:p>
            <a:pPr algn="l"/>
            <a:r>
              <a:t>1.從 1/13～12/13 的死亡等待</a:t>
            </a:r>
          </a:p>
          <a:p>
            <a:pPr algn="l"/>
            <a:r>
              <a:t>2.末底改撕裂衣服，穿麻衣，蒙灰塵，在城中行走，痛哭哀號</a:t>
            </a:r>
          </a:p>
          <a:p>
            <a:pPr algn="l"/>
            <a:r>
              <a:t>3.以斯帖身為王后卻是一無所知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二. 末底改與以斯帖的對話：</a:t>
            </a:r>
          </a:p>
          <a:p>
            <a:pPr algn="l"/>
            <a:r>
              <a:t>1.以斯帖：「若不蒙召，擅入內院見王的，無論男女必被治死；除非王向他伸出金杖，不得存活」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二. 末底改與以斯帖的對話：</a:t>
            </a:r>
          </a:p>
          <a:p>
            <a:pPr algn="l"/>
            <a:r>
              <a:t>2.末底改：「此時你若閉口不言，猶大人必從別處得解脫，蒙拯救…焉知你得了王后的位分不是為現今的機會嗎？」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三. 禱告與等候：</a:t>
            </a:r>
          </a:p>
          <a:p>
            <a:pPr algn="l"/>
            <a:r>
              <a:t>1.書珊城所有的猶大人，為以斯帖禁食三晝三夜，不吃不喝；她和她的宮女也要這樣禁食</a:t>
            </a:r>
          </a:p>
          <a:p>
            <a:pPr algn="l"/>
            <a:r>
              <a:t>2.然後以斯帖違例進去見王</a:t>
            </a:r>
          </a:p>
          <a:p>
            <a:pPr algn="l"/>
            <a:r>
              <a:t>3.若死就死吧！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EF73556-54A4-D00C-DF09-A0DBBE72F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FD64760-25EC-EADD-002F-BF98DB72B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耶穌救贖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戰旗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奮志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准祂名受辱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896E4E4-6092-98AC-B737-D60227B2A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B13BB58-2445-ACAC-700D-25C6751C7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軍兵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  tè)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直到對敵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降服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(hâng-ho̍k)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定著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(tiāⁿ-tio̍h)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連連能得勝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萬國攏歸基督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003A95-9007-E276-2030-4DD605486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5C93A3B-8351-4741-7F8F-0F4F5AE53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號頭的聲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迫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今日是主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交戰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今日攻破對敵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DF35AC8-B233-78D6-148E-8B6ECC499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EB8A6AA-A2DC-A176-9EB0-9801B36B0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仇讎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(kiû-siû)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兇惡免驚他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基督的兵較贏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戰場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險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堅固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心智益發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勇健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(ióng-kiāⁿ)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7A88378-4C4D-BBFA-DB06-336B95D9E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B50252A-2BA4-1233-DBB7-07DD4FA93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一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心靠主能力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血氣的力真不足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靠自己無利益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909FCC-4695-724C-865B-99764D33C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A1CADB7-B28F-6FD5-967E-6FA03AD66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穿福音的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(khoe)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甲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儆醒祈禱無息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遇著危險無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縮慄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(iún-neh)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嫌艱苦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(tio̍h-bôa)</a:t>
            </a:r>
            <a:endParaRPr lang="en-US" altLang="zh-TW" sz="3200" u="sng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50145C-2B0F-9818-9F45-966527C78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F6A217A-0DEA-91D7-452D-7100D0F6C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交戰無久能息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今日艱苦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(phe)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性命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明日得勝唱歌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822C5B2-B1A1-6152-64A3-B324360E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58D53C-F2B0-2CE7-23FE-D843BAD3E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到尾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凡若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(kìⁿ-nā)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有得勝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得永活冕旒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  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榮光的君王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福氣永遠享受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新城中文學校徵求同工參與中文教學、聖經/福音課程 或行政工作。同時徵召新學年度青年義工。有負擔或 希望了解詳情的弟兄姐妹請與逸如姐妹連絡： 347-337-1559或微信 minuitmiao。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陳牧師帶領課程： 「啟示錄第七課 ---七位天使吹七號, 小書卷與兩個 見証人」。歡迎大家參加。 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週三線上禱告---邀請您參加 8/12晚上 8點禱告會, 所 有事工都需要禱告求上帝扶持祝福。zoom 連結如同 主日學。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宣教組為回應大使命, 今年將籌組短宣隊到緬甸宣教, 即日起招募隊員！短宣時間：11/4~11/16, 有福音負擔 的兄姐, 請與溫媺執事聯繫, 報名截止日為 8/23。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教育組繼續推動每日讀經。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請為教會守望代禱---中文學校, 兒童事工, 兄弟姐妹的 健康, 家人信主, 年輕會友立業成家, 紐約治安, 國際關 係。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