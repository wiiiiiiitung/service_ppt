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E1571D-A7F5-499D-BD2E-E224F7FF93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AF348-53CF-44A8-8F89-7D19B9B02FA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45A9A2-4FFE-6349-B49C-32BA9CBE76E6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30C93C-1246-49AD-A364-7C23FBF2A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560FFF-49DA-47F3-94F1-E49D91BC0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57470-8DA7-4EAF-A6D7-964992DDB8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A4555-9F51-4D72-84FA-1E2403EBC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B8A4CFB3-1539-B24A-AEB5-E51A0FCE559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3BC27E9A-C7E2-7DCC-8AED-C864317216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DFDDDC6E-BDB4-7081-35A5-6D8E652F43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45C0D45F-4830-23DE-BA86-BB697D7F4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A23287-B559-0D4F-854D-9ABEFCD5438A}" type="slidenum">
              <a:rPr lang="zh-TW" altLang="en-US"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A20FCAFD-2097-299D-E533-CDD6209E17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A08D021F-19A0-8353-D3BC-0547839A84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CD8C40DB-1A6C-74DD-3A7E-5FF4B5658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D1E8AC8-CF52-BF4A-BF75-207BF3AD6DC5}" type="slidenum">
              <a:rPr lang="zh-TW" altLang="en-US"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5B5E64EF-EE9C-6FEE-C722-44B40E205E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6743F1EE-CF02-8892-9665-8D0CCEC192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B6D1B16-E630-3886-803A-91F33D034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1C3BB4D-DF63-D047-BAB1-A96319EDE864}" type="slidenum">
              <a:rPr lang="zh-TW" altLang="en-US"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4E51F0E6-32F8-6998-2592-E9A71B2AB7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92B9800D-4482-4B36-2C69-C8B2432E35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EDECCAFD-B4FB-FE9F-D539-3FE5D9C7C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2CF969-3AE5-DB4E-94BD-200672E06275}" type="slidenum">
              <a:rPr lang="zh-TW" altLang="en-US"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7</a:t>
            </a:fld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537DFA8-C2C7-218C-FCAA-8C705353D3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50C332D-6950-0C86-1AC0-0A7521B18D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012DE2F-6CD8-D281-2608-9EE9BDEAD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5195B0-1E25-4A41-9BC3-BEE51CE16673}" type="slidenum">
              <a:rPr lang="zh-TW" altLang="en-US"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8</a:t>
            </a:fld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07E3E239-D7F1-A19F-F813-167A3D4BF0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43A6A9F4-E285-AAAA-E089-99B24EE0DB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623811E-7391-71FD-293C-9E1FD2B90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0E43C34-E6B5-CC4D-9CEC-FB03513D48A7}" type="slidenum">
              <a:rPr lang="zh-TW" altLang="en-US"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9</a:t>
            </a:fld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50024-1A24-01FB-A9E7-E3BE24ED5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89DD2-CA4B-C24B-888C-48B9EE872D67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3014D-6F8D-4F56-2E55-D8F4AE4B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62A76-2C14-2E15-B3A0-57630979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BF0C9-B20D-CA48-90D2-517C9F7EA3D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179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9BE5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84B81-761D-1F74-0FDF-094219EA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B8507-1E72-0A40-8273-A3AC0E886284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44E0D-3D17-BE56-0E2F-D6116F55D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A65EA-B458-0172-68A5-B5C7D40F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E70B4-BF47-4347-9F85-6C87D5C9B98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78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33381-ACF9-E98C-3D26-3DF42AC5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73885-7D5E-7D49-AA50-167B6B97F360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F6CA2-2E07-8723-30BD-33A9DD2E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014B6-5418-190D-59F8-6CB2B702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EC3AE6-318B-BA49-86F9-6B2BE8C58F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7633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F6D907-F238-C001-9E69-4CE5C22E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CF066-0BFD-3D46-8706-12353CADDA08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7BD340-32BC-8786-0E81-C53EC12E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D468E3A-B593-C43B-16F2-CFB6FD8A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7165FC-D18A-AF48-B8BE-88BC89986CF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53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0E6DAD7-78A6-1B5A-D38B-1DF093CB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ABBC2-57C1-5449-A152-30A9CF2BF8A0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622C5A-431C-0184-AB70-36139ABE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657242C-C7E8-02BD-0965-C05EAA43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4B176-55C0-434C-AA8F-AF7BA31A707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927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7D5597E-0BC1-B0F0-B6FD-B5085A8D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71602-DF28-7B4A-8B91-663349B0B0D4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942759-D333-BD3A-586F-84D4805C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0B6BA0-C749-6A75-78D0-6E55959A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79DB4-236B-7C4D-8926-D093114AADD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442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EC67D55-2B00-D843-6329-F308FCED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990A7-EA9B-9D49-A8E2-1BE563F4ABBE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88B329-4821-5C4B-8599-2E1216B4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3C3673-F36E-2D16-F767-C30CC40B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E1236-C748-6446-A5AB-5E19F67FDAC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255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AA8F45-DBE9-B3ED-61FB-2F53A211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04A78-09B8-4741-8179-F1F7B72D387E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570F4C-72E5-2FDD-E82D-5B678B0D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87E429-4754-73D9-5A13-9001B490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62B829-6EEC-124C-9637-7BAAE579303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881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397CE94-786D-7C23-2D97-0ACD0177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AA01A-7AB6-574D-80FE-526AB98C9314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CBEF93-3631-446E-0A34-FC665A32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8265E-D5CF-3B8F-2740-C9BDFD62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66D62-45B7-B74E-9D27-4A225DD5370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534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93198-D8A8-742E-085F-6AE5AE75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615F5-D946-4045-ABB6-D45EA6772C51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93C8-DB8E-C378-FF14-7BD3C3BE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43C6F-0976-BA4E-5B65-E1913DDF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DB596C-C289-E644-821E-E3CD538AEA4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650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74131-2E40-EF3F-B8E4-0ADF22E5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8E97B-D43B-D443-BC51-0ED63A762AF6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295E-3C5D-F00F-5046-F2E9568F4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2ADA4-D901-248B-CD2B-C5054DC0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4C71E-5980-1C4B-9054-3B04C30880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235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FCB7C0D-7360-5780-50F5-6858A859AA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7E6C4AA-87B4-3A32-4C01-DF18290CEC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FB5C-E76C-4256-88A7-98F6FCC4E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A5BEEA-A763-E64F-84A2-77274040A73C}" type="datetime1">
              <a:rPr lang="zh-TW" altLang="en-US"/>
              <a:pPr>
                <a:defRPr/>
              </a:pPr>
              <a:t>2026/7/17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10B68-5EC3-4198-A667-85E4993D4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F4A5-B911-43AF-9656-A08FE1E7B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D081AC57-AAEE-3542-B398-CEC833234CE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2E64023-F074-64BA-D974-06734920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68EE59E-4623-454B-C053-6495AE344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耶和華阮的主阿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至即高大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ts val="4500"/>
              </a:lnSpc>
              <a:spcBef>
                <a:spcPct val="0"/>
              </a:spcBef>
            </a:pP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(kàu</a:t>
            </a: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chiah koân-tōa)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>
              <a:solidFill>
                <a:srgbClr val="FFFFFF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>
              <a:solidFill>
                <a:srgbClr val="FFFF06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5670329-824A-83C9-2EE4-6AE7EA73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  <a:endParaRPr lang="zh-TW" altLang="en-US">
              <a:solidFill>
                <a:srgbClr val="66FFFF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2DB15E9-FF00-0F25-09AD-E93D0ADA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95400"/>
            <a:ext cx="9067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祢將祢的榮光排設在天裡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祢因為祢的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對敵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緣故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ts val="4500"/>
              </a:lnSpc>
              <a:spcBef>
                <a:spcPct val="0"/>
              </a:spcBef>
            </a:pP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tùi-te̍k   ê    iân-kò͘ )</a:t>
            </a:r>
            <a:endParaRPr lang="en-US" altLang="zh-TW" sz="40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CA19F9-9ADF-AC10-1295-B5218960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35BAB35-6962-9F21-A2E5-BA49ABB75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對嬰仔及吃奶者的嘴建立能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</a:t>
            </a: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hō͘ </a:t>
            </a: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對敵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報冤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(ê)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靜靜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TW">
              <a:solidFill>
                <a:srgbClr val="FFFF06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74D1C12-FA01-63E3-8C06-9C648BDCF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  <a:endParaRPr lang="zh-TW" altLang="en-US">
              <a:solidFill>
                <a:srgbClr val="66FFFF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729FD58-F013-9558-7CFE-F8983AE2A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6200" y="1295400"/>
            <a:ext cx="96012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我看祢的天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祢的手所造的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祢所排列的月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20B30AE-D4D2-5337-7DA2-0E1F7BCE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FA62BDD-A5ED-8581-6832-054F36AA8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世間人是甚麼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祢思念他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人的子是甚麼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眷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(koàn)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顧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402325-2A0F-621F-96F3-79E2FEA6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  <a:endParaRPr lang="zh-TW" altLang="en-US">
              <a:solidFill>
                <a:srgbClr val="66FFFF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F1909D4-FE6F-7357-1CDC-F210D3FC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(hō͘ </a:t>
            </a:r>
            <a:r>
              <a:rPr lang="zh-TW" altLang="en-US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他比天使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釐仔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(lî-á)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  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較輸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賞賜他榮光尊貴做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冕旒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(bián-liû)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eaLnBrk="1" hangingPunct="1"/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7823362-E087-D745-E52D-119D579A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C2F22EE-AC18-A230-CA8C-366B8278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5400"/>
            <a:ext cx="10058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祢設立他管理祢的手所造的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他的脚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(ē)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就是一切的羊及牛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山野的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走獸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(cháu-siù)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63A9578-8C4E-74A0-8E27-F1934405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11F572F-DDEB-80AB-616A-B76187AAF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天中的鳥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海內的魚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</a:t>
            </a: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kìⁿ-nā)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經過海裡的路的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18C4E6D-216E-D7A4-64B0-DD023D17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3: </a:t>
            </a:r>
            <a:r>
              <a:rPr lang="zh-TW" altLang="en-US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983C678-7FAF-5310-9CB8-636F5865C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‚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阮的主阿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許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eaLnBrk="1" hangingPunct="1">
              <a:lnSpc>
                <a:spcPts val="4500"/>
              </a:lnSpc>
              <a:spcBef>
                <a:spcPct val="0"/>
              </a:spcBef>
            </a:pP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(kàu  hiah  koâiⁿ  tōa)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356</Words>
  <Application>Microsoft Macintosh PowerPoint</Application>
  <PresentationFormat>On-screen Show (4:3)</PresentationFormat>
  <Paragraphs>47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ＭＳ Ｐゴシック</vt:lpstr>
      <vt:lpstr>新細明體</vt:lpstr>
      <vt:lpstr>標楷體</vt:lpstr>
      <vt:lpstr>Office Theme</vt:lpstr>
      <vt:lpstr>啟應文3: 詩篇8</vt:lpstr>
      <vt:lpstr>啟應文3: 詩篇8</vt:lpstr>
      <vt:lpstr>啟應文3: 詩篇8</vt:lpstr>
      <vt:lpstr>啟應文3: 詩篇8</vt:lpstr>
      <vt:lpstr>啟應文3: 詩篇8</vt:lpstr>
      <vt:lpstr>啟應文3: 詩篇8</vt:lpstr>
      <vt:lpstr>啟應文3: 詩篇8</vt:lpstr>
      <vt:lpstr>啟應文3: 詩篇8</vt:lpstr>
      <vt:lpstr>啟應文3: 詩篇8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25</cp:revision>
  <dcterms:created xsi:type="dcterms:W3CDTF">2011-07-17T13:22:33Z</dcterms:created>
  <dcterms:modified xsi:type="dcterms:W3CDTF">2026-07-17T23:06:47Z</dcterms:modified>
</cp:coreProperties>
</file>