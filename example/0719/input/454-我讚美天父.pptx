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03" autoAdjust="0"/>
  </p:normalViewPr>
  <p:slideViewPr>
    <p:cSldViewPr>
      <p:cViewPr varScale="1">
        <p:scale>
          <a:sx n="110" d="100"/>
          <a:sy n="110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E4E714-B017-4182-D1C5-5A789787D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883FF-B883-6794-D3D7-EDCEF457BF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6CD800EE-8707-8D44-AA2E-7A996D23708F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48015-E7E0-F587-C631-E7518F29AF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1067F-566C-D6DC-EB6C-109946440B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B74FA5-210D-D347-875D-5CEBE5768C3E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AEA9F0-4FF6-01CC-6454-48A00587C5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DF65AD3-2545-F822-3CEB-577C05177C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47B5DD83-5CCB-5667-1D49-115AABB231F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F2342EF-679D-B511-DB5D-D82A8435C8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66D0A5E-7CCC-B514-452D-1C8C37AC94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D94DEB5-5B32-6C12-4195-0CCEDF97E2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A47D6B66-D953-9344-B859-050E7CD38F2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29E57B-A579-DBA3-6856-497D8105CF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88FD7B-D50A-FED2-4688-4F3ED4C619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8EF7C1-5909-50B9-E765-CBCC217FC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D5B4ED-BAC0-DA43-97F5-5CDDFE6A79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68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630EFA-AD7D-1AC8-0E6E-B07F80638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33A082-962F-A538-F962-3B656740E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878B78-842F-5B8E-3C4C-8DECB191B3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A69663-851A-244B-9003-2004FA45734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41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71C00E-1454-5D9B-EAD3-19EA0C3475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39D9D6-CE77-A2A3-599D-A4AFB7690C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820DEB-771D-B691-19D0-0164B19E5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BF425-5060-594B-B9FE-746AF4A6FE4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932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363382-E1DD-F92E-433C-F298F350C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549F9D-37B1-8CBB-18E1-4D7CD6362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CA5A30-56AE-1817-9571-0F716DCF04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E80622-B40F-0C68-2083-FAA10B15A9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D4113F8-2ABE-7B2B-E472-4F5F816C27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ACF5D3BB-EBD9-5943-9299-E7822C03E615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B1F06E-9232-CADC-B899-0C144314F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05FB99B-C915-CE14-D87C-9F5C95749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5D53E0-F746-BAC7-D143-E7A279C07B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E448FB-F7B3-6A9E-74B6-092EC719B6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A96EB7-C580-98BC-8387-1FD467E558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1111F58C-8BC3-DD4C-B11E-1DF933508EE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C2D11E39-3062-4490-362F-CCA9240E8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4A648F8-BAFD-7B35-00E7-28EB23CFA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D5F3041-CDDA-99E2-D5D4-2253F5942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7D83003-FC40-A29C-79A1-357A2A782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EE1BC0-4490-6A03-3504-078D9FC41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71DA3AB-5428-88DD-D7AB-A0281CA0A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181510-2AE6-7D0E-2EC2-0603F9691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0FACB91-4556-EAB7-76BC-AFA702772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1EB644-8638-711A-233D-0CFC0FFC8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B1C72B4-208C-72DE-B25A-A48A19D6A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2D6F710-3873-C833-9696-26116E223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D007AA6-7171-B66D-7E8F-BE76A2337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9360</TotalTime>
  <Words>212</Words>
  <Application>Microsoft Macintosh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標楷體</vt:lpstr>
      <vt:lpstr>新細明體</vt:lpstr>
      <vt:lpstr>Default Design</vt:lpstr>
      <vt:lpstr>1_Default Design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367</cp:revision>
  <dcterms:created xsi:type="dcterms:W3CDTF">2007-02-04T16:15:54Z</dcterms:created>
  <dcterms:modified xsi:type="dcterms:W3CDTF">2026-07-17T23:06:29Z</dcterms:modified>
</cp:coreProperties>
</file>