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71" autoAdjust="0"/>
  </p:normalViewPr>
  <p:slideViewPr>
    <p:cSldViewPr>
      <p:cViewPr varScale="1">
        <p:scale>
          <a:sx n="111" d="100"/>
          <a:sy n="111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3EF57D-F039-421B-AB0D-F00EB54092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標楷體" panose="03000509000000000000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8090C0-FB14-4BEE-85B9-D6F5BEC021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標楷體" panose="03000509000000000000" pitchFamily="65" charset="-120"/>
                <a:cs typeface="+mn-cs"/>
              </a:defRPr>
            </a:lvl1pPr>
          </a:lstStyle>
          <a:p>
            <a:pPr>
              <a:defRPr/>
            </a:pPr>
            <a:fld id="{5BEAC315-0B14-4141-9DE4-CCA2BE6CDA15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541FA-2374-4BE1-A94C-D51BFEB026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標楷體" panose="03000509000000000000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5F90B-CD34-40E0-9F09-4FD3C1F407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708F4B3-8527-9E41-86AD-7172B06E16FE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FAE0D7C-0604-4735-833C-FA6FC2A46F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3C6D814-578C-41C3-B2D2-2C0EF6CADEC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6E9EAF92-CA7E-C417-370D-2851340222A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60B8CF6-8591-4614-9E43-87E48BA2D7C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723DB0B2-CCF5-4DFB-81B6-1E4F34364BC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3A59C53-3AFE-4D10-A811-8FB0B1B04F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新細明體" panose="02020500000000000000" pitchFamily="18" charset="-120"/>
              </a:defRPr>
            </a:lvl1pPr>
          </a:lstStyle>
          <a:p>
            <a:fld id="{1D8A732F-DF44-D445-B9E5-B38F4A3920C3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B91A4E0-D3A9-AD4C-30D3-E8A329A357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2AFE6A-E928-0FFE-DDC4-56637081F2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250D50-4A3D-EDE2-5853-F0817F83FC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EC7D2A-CD83-E64A-BF4A-D516D3249F0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0530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6373D2-9769-7B45-2870-29FAE5A426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C5D4289-EDD2-6CF7-9054-46CED7C8F5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C98161A-6F03-5299-F015-A8B99453AE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4C43B0-C47A-5F4B-B553-BB4B1ADF192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14785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DC4E03-5E87-50AF-D0FA-16AD6F0CC6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9934FA-D599-153D-E4DE-A2B934B370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2ADFFC0-2B9D-6664-A11C-7A8D946BE6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3F66C7-30CF-6D4A-88B2-02DEC38B9FE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5859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94F8747-B31E-F53F-C769-9D4463AAA1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62E4964-B3CC-819E-8EE4-0829DBBD05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F39488D-D91B-4F3D-B54A-9CE8EFE14B6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2326ED7-90C3-47FC-B2F8-E5E9E29FD3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3034969-EA8F-4309-B972-2996FC9B53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5B610F6A-A127-5E4B-87E8-FC13ADF59E5D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D4EBEEE-4146-C2FD-C9AD-AE80989A60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6CCABD4-5F3B-072E-755A-1BDD05AB6D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BB1833-772F-482C-ABBC-51B19A75202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F203E40-7FC4-4622-BED8-D8D59A9778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761BE10-24A7-485A-A1EE-F3DAA03ED8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B8750F4F-72DE-BA42-9186-6E717497E1E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0CBA0965-F7D8-3548-F3F0-3D9EF1AD5B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201: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救主愛疼的聲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37048CD6-A19A-EC13-372B-CF0934B437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(thiàⁿ-thàng)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歡喜來聽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被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(lūi),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犠牲流血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救我罪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(jîn)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性命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A0C411D-43F6-EBA7-3F48-BCF7669F8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201: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救主愛疼的聲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D88506A-F336-8260-84A6-9E953BE24E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主我來就祢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就近祢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將祢所流的寶血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洗我罪惡清氣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936751B-03A4-BB4E-80E9-639A30FEA3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201: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救主愛疼的聲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5B38132-ED25-5407-3CC3-624FF15A17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救主愛疼聲音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住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(tiâu)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擔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我罪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債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(chè)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釘十字架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(thiàⁿ)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我實在真深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D399434-8D9F-EBD4-73ED-F90C09C96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201: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救主愛疼的聲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B464AC5F-E34D-4AC7-742B-E2191321D1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主我來就祢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就近祢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將祢所流的寶血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洗我罪惡清氣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29142BD-BC21-E2EC-7091-2B589E14C0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201: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救主愛疼的聲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323EAD9-9B64-F159-0B64-1269058658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救主叫我近前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趁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(thàn)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命令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知我軟弱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快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(khòai)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趁私慾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我能得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成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(chiâⁿ)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344A863-279B-06FF-8589-A8E62C6BF8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201: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救主愛疼的聲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451E35C-1246-EE52-C37F-56C58FC899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主我來就祢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就近祢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將祢所流的寶血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洗我罪惡清氣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5CBA18F-D8CE-AF13-C8DE-FA3C5D73B3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201: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救主愛疼的聲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6DA762D-FECB-F33C-C68B-2BBA846DC0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救主叫我儆醒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祈禱無停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行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  kiâⁿ)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仁愛守主的誡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直到進入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(thian)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庭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3AD958D-AEBB-27E9-3A82-91413CF3FC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201: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救主愛疼的聲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1631CCBA-1C34-E022-AB68-CFE4A3062A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主我來就祢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就近祢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將祢所流的寶血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洗我罪惡清氣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9422</TotalTime>
  <Words>375</Words>
  <Application>Microsoft Macintosh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標楷體</vt:lpstr>
      <vt:lpstr>新細明體</vt:lpstr>
      <vt:lpstr>Default Design</vt:lpstr>
      <vt:lpstr>1_Default Design</vt:lpstr>
      <vt:lpstr>201:救主愛疼的聲 (1/4)</vt:lpstr>
      <vt:lpstr>201:救主愛疼的聲 (1/4)</vt:lpstr>
      <vt:lpstr>201:救主愛疼的聲 (2/4)</vt:lpstr>
      <vt:lpstr>201:救主愛疼的聲 (2/4)</vt:lpstr>
      <vt:lpstr>201:救主愛疼的聲 (3/4)</vt:lpstr>
      <vt:lpstr>201:救主愛疼的聲 (3/4)</vt:lpstr>
      <vt:lpstr>201:救主愛疼的聲 (4/4)</vt:lpstr>
      <vt:lpstr>201:救主愛疼的聲 (4/4)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380</cp:revision>
  <dcterms:created xsi:type="dcterms:W3CDTF">2007-02-04T16:15:54Z</dcterms:created>
  <dcterms:modified xsi:type="dcterms:W3CDTF">2026-07-17T23:06:37Z</dcterms:modified>
</cp:coreProperties>
</file>