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9A4107-1B2C-B927-F6EF-A1B1E2EFE8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67816-B538-FC88-1833-EAFDB4B7C2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4DE53143-BB46-DD4F-90D4-72AAFBB98C1A}" type="datetimeFigureOut">
              <a:rPr lang="zh-TW" altLang="en-US"/>
              <a:pPr>
                <a:defRPr/>
              </a:pPr>
              <a:t>2026/10/9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4842B-70BE-27F0-BD56-7E74A5FD57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9BA27-8A30-2790-F4F6-F6CEBDB44B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0E42A62-0AB7-9B41-A948-FD4888EFB115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C5ED945-F95A-964B-3E21-5447385C70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5337F51-6485-D951-3AB6-B7D63CAC598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79EACCA5-1807-2F1B-F06D-5A0BC8DF279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2CE9739-2C4D-424E-57A5-F212861617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E3CE916-0E93-9E8E-D6CE-5E8E7145B0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90DD6A1E-1A24-DD2F-E458-47BA47F886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E589AC90-EAFE-AB4D-B1D9-9F00A66F7790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39907D-CC2D-FB88-0613-5660D1DD1C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CF078C-969F-473D-2598-3062FB4143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9930E6-3A02-1615-CB6B-14A6050ED3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1A8C14-B538-5D45-A29D-4ABC4C6A61D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916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12EACF6-0F4A-4A98-7F6E-627432BA49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6B687C8-9036-583B-35A6-6305746699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7436A46-BACC-C8C6-4D46-B88138CEA3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91A3D4-1445-1A42-811F-8CBFF25F597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807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FFCDB0-3CBA-E4AA-100A-1A9E31C4BB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5BDA5A-BBB5-35EF-659B-6EA633738F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02A1C9-2972-8AAC-9773-D18B8D4C7C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922399-E298-FB4A-8CEF-D96EA98639A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053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F41CAAB-FE0C-EC7D-C04E-E47A6D1DD7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58D2AB8-0D36-3973-31FF-8BD5F1C3DA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6D505F-2C13-C743-D9A2-0B663A7753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F2CB232-7F1F-ACC6-19E1-BEA18D4A4A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D50CBE-6B93-2B1D-3A47-70FC3A6C85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3F43A3C3-881D-A34D-8078-24963933FAA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B390648-C93D-C385-551E-287427E44A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38D28CD-51F5-C35A-AFAB-CF39DF815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BD71503-4483-4D18-89A7-294015F8FF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96318CB-D55C-1213-2261-EE60FCBB2A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62F72C-8A8A-891B-0263-0B7394B9A2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E9C2A07A-4F9C-1C45-A89B-7D8FF395A614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93741FCC-25B5-4DBF-1BC4-DB130EE3F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B91AA9D-3CDF-F686-4E5C-4C8FB9691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凡若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(kìⁿ-nā)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有人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尋救主耶穌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主極慈悲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有權能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靠祂心肝能淸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F69521E-9A14-8783-BF49-7152867F2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D8D8AFA-0E91-5BE9-764F-3E42E1331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(put-kò)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不過靠祂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祂能救你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此時拯救你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37224E7-471F-5CC1-75AD-4B6DDCA2C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F98793F-37B4-9974-1FAF-66C441975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救主耶穌無惜自己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甘願替人受死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祂流寶血能洗白白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心清氣如雪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F02EF7-A964-66C2-77F7-5B9F31B1D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7A067B3-FC98-DBCE-F612-4253A777BA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(put-kò)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不過靠祂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祂能救你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此時拯救你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B58C038-E82F-2D58-43EB-B3B11B97C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379DF1-FD94-1CE2-3AF2-492D582C89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耶穌就是真理活路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(kiâⁿ)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這能得保護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大家緊緊來信基督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就能享受大福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2532DF4-FCCE-532F-2F04-342196940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凡若有人被罪苦楚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6D27880-40E4-D535-9623-131447DE2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(put-kò)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不過靠祂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此時信靠祂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祂能救你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此時拯救你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9392</TotalTime>
  <Words>270</Words>
  <Application>Microsoft Macintosh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標楷體</vt:lpstr>
      <vt:lpstr>新細明體</vt:lpstr>
      <vt:lpstr>Default Design</vt:lpstr>
      <vt:lpstr>1_Default Design</vt:lpstr>
      <vt:lpstr>197:凡若有人被罪苦楚(1/3)</vt:lpstr>
      <vt:lpstr>197:凡若有人被罪苦楚(1/3)</vt:lpstr>
      <vt:lpstr>197:凡若有人被罪苦楚(2/3)</vt:lpstr>
      <vt:lpstr>197:凡若有人被罪苦楚(2/3)</vt:lpstr>
      <vt:lpstr>197:凡若有人被罪苦楚(3/3)</vt:lpstr>
      <vt:lpstr>197:凡若有人被罪苦楚(3/3)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371</cp:revision>
  <dcterms:created xsi:type="dcterms:W3CDTF">2007-02-04T16:15:54Z</dcterms:created>
  <dcterms:modified xsi:type="dcterms:W3CDTF">2026-10-10T03:25:40Z</dcterms:modified>
</cp:coreProperties>
</file>