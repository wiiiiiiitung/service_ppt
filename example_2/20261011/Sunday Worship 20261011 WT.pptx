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4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7" r:id="rId48"/>
    <p:sldId id="2898" r:id="rId49"/>
    <p:sldId id="2900" r:id="rId50"/>
    <p:sldId id="2902" r:id="rId51"/>
    <p:sldId id="2904" r:id="rId52"/>
    <p:sldId id="2905" r:id="rId53"/>
    <p:sldId id="2906" r:id="rId54"/>
    <p:sldId id="2908" r:id="rId55"/>
    <p:sldId id="2910" r:id="rId56"/>
    <p:sldId id="2911" r:id="rId57"/>
    <p:sldId id="2912" r:id="rId58"/>
    <p:sldId id="2913" r:id="rId59"/>
    <p:sldId id="2914" r:id="rId60"/>
    <p:sldId id="2915" r:id="rId61"/>
    <p:sldId id="2916" r:id="rId62"/>
    <p:sldId id="2917" r:id="rId63"/>
    <p:sldId id="2918" r:id="rId64"/>
    <p:sldId id="2919" r:id="rId65"/>
    <p:sldId id="2920" r:id="rId66"/>
    <p:sldId id="2921" r:id="rId67"/>
    <p:sldId id="2922" r:id="rId68"/>
    <p:sldId id="2923" r:id="rId69"/>
    <p:sldId id="2924" r:id="rId70"/>
    <p:sldId id="2925" r:id="rId71"/>
    <p:sldId id="2926" r:id="rId72"/>
    <p:sldId id="2927" r:id="rId73"/>
    <p:sldId id="2928" r:id="rId74"/>
    <p:sldId id="2929" r:id="rId75"/>
    <p:sldId id="2930" r:id="rId76"/>
    <p:sldId id="2931" r:id="rId77"/>
    <p:sldId id="2932" r:id="rId78"/>
    <p:sldId id="2933" r:id="rId79"/>
    <p:sldId id="2934" r:id="rId80"/>
    <p:sldId id="2935" r:id="rId81"/>
    <p:sldId id="2936" r:id="rId82"/>
    <p:sldId id="2937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7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viewProps" Target="viewProp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500"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64B0AA2-6119-96D6-6D64-4F755D2C4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5067517-76F2-4C6D-A872-0C4C267D7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我心大歡喜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我的嘴</a:t>
            </a:r>
            <a:r>
              <a:rPr lang="zh-TW" altLang="en-US" u="sng" dirty="0"/>
              <a:t>當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tio̍h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吟詩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感謝上主至大仁義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D20CF39-537D-784A-B26A-DD8598E03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747D60E-CD1D-1B4D-6234-D7FFB6DF4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冥時我感謝 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如此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(án-ni)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服事</a:t>
            </a:r>
            <a:r>
              <a:rPr lang="en-US" altLang="zh-TW" sz="32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(ho̍k-sāi)</a:t>
            </a:r>
            <a:endParaRPr lang="nl-NL" altLang="zh-TW" sz="32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無夠額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D2C49E4-9F3B-D53D-E6C8-A13E2B525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CC2DD3-6F61-7F2F-BA31-49F1877B2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我心所敬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我至好的牧者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羊群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(tiàm)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(hia)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攏無驚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61E8E2E-374D-B189-1D49-76A6E990B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DBEF3B2-DC40-01AD-0712-B374888BF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青翠的草埔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祢歡喜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阮去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與祢同歡喜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97A345A-F892-90EB-FAEE-EAAFB594C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FEA78A1-EA5A-91B0-6A15-1CDEFF7C0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曠野大沙埔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我有時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迷路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時我心神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真艱苦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C8A040E-20A9-21B1-0408-09A49F169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EFA509-786F-4102-AE1A-64780466C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雖然對敵來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敢看輕</a:t>
            </a:r>
            <a:r>
              <a:rPr lang="zh-TW" altLang="en-US" u="sng" dirty="0"/>
              <a:t>且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恥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thí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笑</a:t>
            </a:r>
          </a:p>
          <a:p>
            <a:pPr>
              <a:defRPr/>
            </a:pPr>
            <a:r>
              <a:rPr lang="zh-TW" altLang="en-US" u="sng" dirty="0"/>
              <a:t>尚且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iáu-kú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</a:t>
            </a:r>
            <a:endParaRPr lang="nl-NL" altLang="zh-TW" dirty="0"/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)</a:t>
            </a:r>
            <a:r>
              <a:rPr lang="zh-TW" altLang="en-US" dirty="0"/>
              <a:t>我</a:t>
            </a: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求叫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7C22922-ECDD-6713-0BCB-3CD210C94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1900CDC-14F7-9223-32D0-61734E090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親近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我的主我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聲音好聽面貌溫純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39274E-20D8-8350-9335-F79A84C55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82BB19E-AC8F-AAC0-731C-5EB5E2D17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天使與世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同歡喜出大聲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我的主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聖尊名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01643D-903F-CACE-32D6-ADAD491F5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D83D32F-916E-5103-BDAD-F29E7D48B7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我心所欣慕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主耶穌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(thiàⁿ)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我替我開路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4497A93-F5E0-B97A-1EA7-A41B8013A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282: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我心大歡喜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我的嘴當吟詩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8D5BD83-841C-7609-8783-FDDFF4C9C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真理與活命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只有祢能賞賜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我歡喜感謝祢久久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500"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100"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100"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900"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600"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600"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600"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600"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300"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296FBE0-260E-FD06-28EE-51E684A8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3581F58-7DF8-C796-ED57-E37A05D3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願上帝憐憫阮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賜福阮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zh-TW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祂的面照光阮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 hangingPunct="0">
              <a:defRPr/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可使世界知祢的道路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萬國中知祢的救恩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AA4562-FBEC-AE7E-17D0-A9B822BE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FAE187A-5F68-73C4-CB39-106285AE3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願列邦讚美祢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願列邦攏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(o-ló͘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defRPr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願萬國快樂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B2D546C-255E-E6A2-9A1C-8C17C9CC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DACE80B-28E8-957F-2A97-9C20645FD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因為祢必照公道審判列邦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治理地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(chiūⁿ)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的萬國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defRPr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願列邦讚美祢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願列邦攏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262D156-6650-A091-BA98-3C716358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6FC754E-815C-6300-78AA-9D29AB37E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 wrap="square" rIns="228600"/>
          <a:lstStyle/>
          <a:p>
            <a:pPr algn="l" hangingPunct="0">
              <a:defRPr sz="5000"/>
            </a:pPr>
            <a:r>
              <a:rPr lang="en-US" altLang="zh-TW" sz="50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sz="50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地已經出土產</a:t>
            </a:r>
            <a:r>
              <a:rPr lang="en-US" altLang="zh-TW" sz="50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defRPr sz="5000"/>
            </a:pPr>
            <a:r>
              <a:rPr lang="en-US" altLang="zh-TW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en-US" altLang="zh-TW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就是阮的上帝</a:t>
            </a:r>
            <a:r>
              <a:rPr lang="en-US" altLang="zh-TW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0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賜福阮</a:t>
            </a:r>
            <a:r>
              <a:rPr lang="en-US" altLang="zh-TW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 hangingPunct="0">
              <a:lnSpc>
                <a:spcPts val="4400"/>
              </a:lnSpc>
              <a:defRPr sz="5000"/>
            </a:pPr>
            <a:endParaRPr lang="en-US" altLang="zh-TW" sz="4000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 hangingPunct="0">
              <a:defRPr sz="5000"/>
            </a:pPr>
            <a:r>
              <a:rPr lang="en-US" altLang="zh-TW" sz="50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sz="50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上帝必賜福阮</a:t>
            </a:r>
            <a:r>
              <a:rPr lang="en-US" altLang="zh-TW" sz="50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 hangingPunct="0">
              <a:defRPr sz="5000"/>
            </a:pPr>
            <a:r>
              <a:rPr lang="en-US" altLang="zh-TW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地的四</a:t>
            </a:r>
            <a:r>
              <a:rPr lang="zh-TW" altLang="en-US" sz="50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極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ke̍k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攏要敬畏祂</a:t>
            </a:r>
            <a:r>
              <a:rPr lang="en-US" altLang="zh-TW" sz="5000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祂藏我靈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祂藏我靈</a:t>
            </a:r>
            <a:br/>
            <a:r>
              <a:t>奇妙的救主</a:t>
            </a:r>
            <a:br/>
            <a:r>
              <a:t>就是基督耶穌</a:t>
            </a:r>
            <a:br/>
            <a:r>
              <a:t>真正是我奇妙救主</a:t>
            </a:r>
            <a:br/>
            <a:r>
              <a:t>衪使我靈魂</a:t>
            </a:r>
            <a:br/>
            <a:r>
              <a:t>匿在石磐堅固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在彼可享福到久久。</a:t>
            </a:r>
            <a:br/>
            <a:r>
              <a:t>祂使我靈魂</a:t>
            </a:r>
            <a:br/>
            <a:r>
              <a:t>匿在石磐堅固</a:t>
            </a:r>
            <a:br/>
            <a:r>
              <a:t>使乾燥土地得潤澤。</a:t>
            </a:r>
            <a:br/>
            <a:r>
              <a:t>衪仁愛極深</a:t>
            </a:r>
            <a:br/>
            <a:r>
              <a:t>使我靈魂得保護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用祂的聖手來扶持</a:t>
            </a:r>
            <a:br/>
            <a:r>
              <a:t>用衪的聖手來扶持</a:t>
            </a:r>
            <a:br/>
            <a:r>
              <a:t>奇妙的救主</a:t>
            </a:r>
            <a:br/>
            <a:r>
              <a:t>就是基督耶穌</a:t>
            </a:r>
            <a:br/>
            <a:r>
              <a:t>祂將我的重擔除去</a:t>
            </a:r>
            <a:br/>
            <a:r>
              <a:t>祂使我站在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無搖泏真穏固</a:t>
            </a:r>
            <a:br/>
            <a:r>
              <a:t>賞賜氣力日日無離。</a:t>
            </a:r>
            <a:br/>
            <a:r>
              <a:t>祂使我靈魂</a:t>
            </a:r>
            <a:br/>
            <a:r>
              <a:t>匿在石磐堅固</a:t>
            </a:r>
            <a:br/>
            <a:r>
              <a:t>使乾燥土地得潤澤</a:t>
            </a:r>
            <a:br/>
            <a:r>
              <a:t>祂仁愛極深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祂藏我靈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我靈魂得保護</a:t>
            </a:r>
            <a:br/>
            <a:r>
              <a:t>用祂的聖手來扶持</a:t>
            </a:r>
            <a:br/>
            <a:r>
              <a:t>用祂的聖手來扶持</a:t>
            </a:r>
            <a:br/>
            <a:r>
              <a:t>用祂的聖手來扶持</a:t>
            </a:r>
            <a:br/>
            <a:r>
              <a:t>用祂的聖手來扶持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馬太福音 8:1~13</a:t>
            </a:r>
          </a:p>
          <a:p>
            <a:pPr algn="ctr"/>
            <a:r>
              <a:rPr sz="5400" b="1">
                <a:latin typeface="標楷體"/>
              </a:rPr>
              <a:t>(新約第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9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latin typeface="DFKai-SB"/>
              </a:rPr>
              <a:t>1.耶穌下了山，有許多人跟着他。</a:t>
            </a:r>
          </a:p>
          <a:p>
            <a:pPr algn="l"/>
            <a:r>
              <a:rPr sz="5400" b="1" dirty="0">
                <a:latin typeface="DFKai-SB"/>
              </a:rPr>
              <a:t>2.有一個長大痲瘋的來拜他，說：「</a:t>
            </a:r>
            <a:br>
              <a:rPr dirty="0"/>
            </a:br>
            <a:r>
              <a:rPr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主若肯，必能叫我潔淨了</a:t>
            </a:r>
            <a:r>
              <a:rPr sz="5400" b="1" dirty="0">
                <a:latin typeface="DFKai-SB"/>
              </a:rPr>
              <a:t>。」</a:t>
            </a:r>
            <a:endParaRPr lang="en-US" sz="5400" b="1" dirty="0">
              <a:latin typeface="DFKai-SB"/>
            </a:endParaRPr>
          </a:p>
          <a:p>
            <a:r>
              <a:rPr lang="en-US" altLang="zh-TW" sz="5400" b="1" dirty="0">
                <a:latin typeface="DFKai-SB"/>
              </a:rPr>
              <a:t>3.</a:t>
            </a:r>
            <a:r>
              <a:rPr lang="zh-TW" altLang="en-US" sz="5400" b="1" dirty="0">
                <a:latin typeface="DFKai-SB"/>
              </a:rPr>
              <a:t>耶穌伸手摸他，說：「我肯，你潔淨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了吧！」他的大痲瘋立刻就潔淨了。</a:t>
            </a:r>
          </a:p>
          <a:p>
            <a:pPr algn="l"/>
            <a:endParaRPr sz="5400" b="1" dirty="0">
              <a:latin typeface="DFKai-SB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4.耶穌對他說：「</a:t>
            </a:r>
            <a:r>
              <a:rPr sz="5400" b="1" dirty="0" err="1">
                <a:latin typeface="DFKai-SB"/>
              </a:rPr>
              <a:t>你切不可告訴人，只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要去把身體給祭司察看，獻上摩西所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吩咐的禮物，對眾人作證據</a:t>
            </a:r>
            <a:r>
              <a:rPr sz="5400" b="1" dirty="0">
                <a:latin typeface="DFKai-SB"/>
              </a:rPr>
              <a:t>。」</a:t>
            </a:r>
            <a:br>
              <a:rPr lang="en-US" sz="5400" b="1" dirty="0">
                <a:latin typeface="DFKai-SB"/>
              </a:rPr>
            </a:br>
            <a:r>
              <a:rPr lang="en-US" altLang="zh-TW" sz="5400" b="1" dirty="0">
                <a:latin typeface="DFKai-SB"/>
              </a:rPr>
              <a:t>5.</a:t>
            </a:r>
            <a:r>
              <a:rPr lang="zh-TW" altLang="en-US" sz="5400" b="1" dirty="0">
                <a:latin typeface="DFKai-SB"/>
              </a:rPr>
              <a:t>耶穌進了迦百農，有一個百夫長進</a:t>
            </a:r>
            <a:br>
              <a:rPr lang="zh-TW" altLang="en-US" sz="5400" dirty="0"/>
            </a:br>
            <a:r>
              <a:rPr lang="zh-TW" altLang="en-US" sz="5400" b="1" dirty="0">
                <a:latin typeface="DFKai-SB"/>
              </a:rPr>
              <a:t>  前來，求他說：</a:t>
            </a:r>
            <a:br>
              <a:rPr lang="en-US" altLang="zh-TW" sz="5400" b="1" dirty="0">
                <a:latin typeface="DFKai-SB"/>
              </a:rPr>
            </a:br>
            <a:r>
              <a:rPr lang="en-US" altLang="zh-TW" sz="5400" b="1" dirty="0">
                <a:latin typeface="DFKai-SB"/>
              </a:rPr>
              <a:t>6.</a:t>
            </a:r>
            <a:r>
              <a:rPr lang="zh-TW" altLang="en-US" sz="5400" b="1" dirty="0">
                <a:latin typeface="DFKai-SB"/>
              </a:rPr>
              <a:t>「主啊，我的僕人害癱瘓病，躺在家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裏，甚是疼苦。」</a:t>
            </a:r>
          </a:p>
          <a:p>
            <a:endParaRPr lang="zh-TW" altLang="en-US" sz="5400" b="1" dirty="0">
              <a:latin typeface="DFKai-SB"/>
            </a:endParaRPr>
          </a:p>
          <a:p>
            <a:pPr algn="l"/>
            <a:endParaRPr sz="5400" b="1" dirty="0">
              <a:latin typeface="DFKai-SB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815926"/>
            <a:ext cx="1241271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7.耶穌說：「</a:t>
            </a:r>
            <a:r>
              <a:rPr sz="5400" b="1" dirty="0" err="1">
                <a:latin typeface="DFKai-SB"/>
              </a:rPr>
              <a:t>我去醫治他</a:t>
            </a:r>
            <a:r>
              <a:rPr sz="5400" b="1" dirty="0">
                <a:latin typeface="DFKai-SB"/>
              </a:rPr>
              <a:t>。」</a:t>
            </a:r>
            <a:br>
              <a:rPr lang="en-US" sz="5400" b="1" dirty="0">
                <a:latin typeface="DFKai-SB"/>
              </a:rPr>
            </a:br>
            <a:r>
              <a:rPr lang="en-US" altLang="zh-TW" sz="5400" b="1" dirty="0">
                <a:latin typeface="DFKai-SB"/>
              </a:rPr>
              <a:t>8.</a:t>
            </a:r>
            <a:r>
              <a:rPr lang="zh-TW" altLang="en-US" sz="5400" b="1" dirty="0">
                <a:latin typeface="DFKai-SB"/>
              </a:rPr>
              <a:t>百夫長回答說：「主啊，你到我舍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下，我不敢當；只要你說一句話，我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的僕人就必好了。</a:t>
            </a:r>
            <a:br>
              <a:rPr lang="en-US" altLang="zh-TW" sz="5400" b="1" dirty="0">
                <a:latin typeface="DFKai-SB"/>
              </a:rPr>
            </a:br>
            <a:endParaRPr lang="zh-TW" altLang="en-US" sz="5400" b="1" dirty="0">
              <a:latin typeface="DFKai-SB"/>
            </a:endParaRPr>
          </a:p>
          <a:p>
            <a:pPr algn="l"/>
            <a:endParaRPr sz="5400" b="1" dirty="0">
              <a:latin typeface="DFKai-SB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815926"/>
            <a:ext cx="127541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9.</a:t>
            </a:r>
            <a:r>
              <a:rPr lang="zh-TW" altLang="en-US" sz="5400" b="1" dirty="0">
                <a:latin typeface="DFKai-SB"/>
              </a:rPr>
              <a:t> 因為我在人的權下，也有兵在我以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下；對這個說：</a:t>
            </a:r>
            <a:r>
              <a:rPr lang="en-US" altLang="zh-TW" sz="5400" b="1" dirty="0">
                <a:latin typeface="DFKai-SB"/>
              </a:rPr>
              <a:t>『</a:t>
            </a:r>
            <a:r>
              <a:rPr lang="zh-TW" altLang="en-US" sz="5400" b="1" dirty="0">
                <a:latin typeface="DFKai-SB"/>
              </a:rPr>
              <a:t>去！</a:t>
            </a:r>
            <a:r>
              <a:rPr lang="en-US" altLang="zh-TW" sz="5400" b="1" dirty="0">
                <a:latin typeface="DFKai-SB"/>
              </a:rPr>
              <a:t>』</a:t>
            </a:r>
            <a:r>
              <a:rPr lang="zh-TW" altLang="en-US" sz="5400" b="1" dirty="0">
                <a:latin typeface="DFKai-SB"/>
              </a:rPr>
              <a:t>他就去；對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那個說：</a:t>
            </a:r>
            <a:r>
              <a:rPr lang="en-US" altLang="zh-TW" sz="5400" b="1" dirty="0">
                <a:latin typeface="DFKai-SB"/>
              </a:rPr>
              <a:t>『</a:t>
            </a:r>
            <a:r>
              <a:rPr lang="zh-TW" altLang="en-US" sz="5400" b="1" dirty="0">
                <a:latin typeface="DFKai-SB"/>
              </a:rPr>
              <a:t>來！</a:t>
            </a:r>
            <a:r>
              <a:rPr lang="en-US" altLang="zh-TW" sz="5400" b="1" dirty="0">
                <a:latin typeface="DFKai-SB"/>
              </a:rPr>
              <a:t>』</a:t>
            </a:r>
            <a:r>
              <a:rPr lang="zh-TW" altLang="en-US" sz="5400" b="1" dirty="0">
                <a:latin typeface="DFKai-SB"/>
              </a:rPr>
              <a:t>他就來；對我的僕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人說：</a:t>
            </a:r>
            <a:r>
              <a:rPr lang="en-US" altLang="zh-TW" sz="5400" b="1" dirty="0">
                <a:latin typeface="DFKai-SB"/>
              </a:rPr>
              <a:t>『</a:t>
            </a:r>
            <a:r>
              <a:rPr lang="zh-TW" altLang="en-US" sz="5400" b="1" dirty="0">
                <a:latin typeface="DFKai-SB"/>
              </a:rPr>
              <a:t>你作這事！</a:t>
            </a:r>
            <a:r>
              <a:rPr lang="en-US" altLang="zh-TW" sz="5400" b="1" dirty="0">
                <a:latin typeface="DFKai-SB"/>
              </a:rPr>
              <a:t>』</a:t>
            </a:r>
            <a:r>
              <a:rPr lang="zh-TW" altLang="en-US" sz="5400" b="1" dirty="0">
                <a:latin typeface="DFKai-SB"/>
              </a:rPr>
              <a:t>他就去作。」</a:t>
            </a:r>
            <a:br>
              <a:rPr lang="en-US" altLang="zh-TW" sz="5400" b="1" dirty="0">
                <a:latin typeface="DFKai-SB"/>
              </a:rPr>
            </a:br>
            <a:r>
              <a:rPr lang="en-US" altLang="zh-TW" sz="5400" b="1" dirty="0">
                <a:latin typeface="DFKai-SB"/>
              </a:rPr>
              <a:t>10.</a:t>
            </a:r>
            <a:r>
              <a:rPr lang="zh-TW" altLang="en-US" sz="5400" b="1" dirty="0">
                <a:latin typeface="DFKai-SB"/>
              </a:rPr>
              <a:t>耶穌聽見就希奇，對跟從的人說：「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我實在告訴你們，這麼大的信心，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就是在以色列中，我也沒有遇見過。</a:t>
            </a:r>
          </a:p>
          <a:p>
            <a:endParaRPr lang="zh-TW" altLang="en-US" sz="5400" b="1" dirty="0">
              <a:latin typeface="DFKai-SB"/>
            </a:endParaRPr>
          </a:p>
          <a:p>
            <a:pPr algn="l"/>
            <a:endParaRPr sz="5400" b="1" dirty="0">
              <a:latin typeface="DFKai-SB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11.我又告訴你們，從東從西，將有許多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人來，在天國裏與亞伯拉罕、以撒</a:t>
            </a:r>
            <a:r>
              <a:rPr sz="5400" b="1" dirty="0">
                <a:latin typeface="DFKai-SB"/>
              </a:rPr>
              <a:t>、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雅各一同坐席</a:t>
            </a:r>
            <a:r>
              <a:rPr sz="5400" b="1" dirty="0">
                <a:latin typeface="DFKai-SB"/>
              </a:rPr>
              <a:t>；</a:t>
            </a:r>
            <a:br>
              <a:rPr lang="en-US" sz="5400" b="1" dirty="0">
                <a:latin typeface="DFKai-SB"/>
              </a:rPr>
            </a:br>
            <a:r>
              <a:rPr lang="en-US" altLang="zh-TW" sz="5400" b="1" dirty="0">
                <a:latin typeface="DFKai-SB"/>
              </a:rPr>
              <a:t>12.</a:t>
            </a:r>
            <a:r>
              <a:rPr lang="zh-TW" altLang="en-US" sz="5400" b="1" dirty="0">
                <a:latin typeface="DFKai-SB"/>
              </a:rPr>
              <a:t>惟有本國的子民竟被趕到外邊黑暗裏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去，在那裏必要哀哭切齒了。」</a:t>
            </a:r>
            <a:br>
              <a:rPr lang="en-US" altLang="zh-TW" sz="5400" b="1" dirty="0">
                <a:latin typeface="DFKai-SB"/>
              </a:rPr>
            </a:br>
            <a:endParaRPr lang="zh-TW" altLang="en-US" sz="5400" b="1" dirty="0">
              <a:latin typeface="DFKai-SB"/>
            </a:endParaRPr>
          </a:p>
          <a:p>
            <a:pPr algn="l"/>
            <a:endParaRPr sz="5400" b="1" dirty="0">
              <a:latin typeface="DFKai-SB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8:1~13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13.</a:t>
            </a:r>
            <a:r>
              <a:rPr lang="zh-TW" altLang="en-US" sz="5400" b="1" dirty="0">
                <a:latin typeface="DFKai-SB"/>
              </a:rPr>
              <a:t>耶穌對百夫長說：「你回去吧！照你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的信心，給你成全了。」那時，他的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僕人就好了。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8000"/>
              <a:t>治病的權柄與信心</a:t>
            </a:r>
            <a:r>
              <a:rPr sz="5000" b="1">
                <a:latin typeface="DFKai-SB"/>
              </a:rPr>
              <a:t>                                      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信心的表現</a:t>
            </a:r>
            <a:r>
              <a:rPr dirty="0"/>
              <a:t>：</a:t>
            </a:r>
            <a:br>
              <a:rPr dirty="0"/>
            </a:br>
            <a:r>
              <a:rPr dirty="0"/>
              <a:t>1.跟著耶穌</a:t>
            </a:r>
            <a:br>
              <a:rPr dirty="0"/>
            </a:br>
            <a:r>
              <a:rPr dirty="0"/>
              <a:t>2.「主若肯，必能叫我潔淨了。耶穌</a:t>
            </a:r>
            <a:br>
              <a:rPr lang="en-US" dirty="0"/>
            </a:br>
            <a:r>
              <a:rPr lang="zh-TW" altLang="en-US" dirty="0"/>
              <a:t>  </a:t>
            </a:r>
            <a:r>
              <a:rPr dirty="0" err="1"/>
              <a:t>說</a:t>
            </a:r>
            <a:r>
              <a:rPr dirty="0"/>
              <a:t>：「</a:t>
            </a:r>
            <a:r>
              <a:rPr dirty="0" err="1"/>
              <a:t>我肯，你潔淨了吧</a:t>
            </a:r>
            <a:r>
              <a:rPr dirty="0"/>
              <a:t>！」</a:t>
            </a:r>
            <a:br>
              <a:rPr lang="en-US" dirty="0"/>
            </a:br>
            <a:r>
              <a:rPr lang="en-US" altLang="zh-TW" dirty="0"/>
              <a:t>3.</a:t>
            </a:r>
            <a:r>
              <a:rPr lang="zh-TW" altLang="en-US" dirty="0"/>
              <a:t>「你切不可告訴人，只要去把身體給</a:t>
            </a:r>
            <a:br>
              <a:rPr lang="zh-TW" altLang="en-US" dirty="0"/>
            </a:br>
            <a:r>
              <a:rPr lang="zh-TW" altLang="en-US" dirty="0"/>
              <a:t>  祭司察看，獻上摩西所吩咐的禮物，</a:t>
            </a:r>
            <a:br>
              <a:rPr lang="zh-TW" altLang="en-US" dirty="0"/>
            </a:br>
            <a:r>
              <a:rPr lang="zh-TW" altLang="en-US" dirty="0"/>
              <a:t>  對眾人作證據。」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-99152"/>
            <a:ext cx="12540343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marL="0" indent="0"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信心與權柄的關係</a:t>
            </a:r>
            <a:r>
              <a:rPr dirty="0"/>
              <a:t>：</a:t>
            </a:r>
            <a:br>
              <a:rPr dirty="0"/>
            </a:br>
            <a:r>
              <a:rPr dirty="0"/>
              <a:t>1.「主啊，你到我舍下，我不敢當；只</a:t>
            </a:r>
            <a:br>
              <a:rPr lang="en-US" dirty="0"/>
            </a:br>
            <a:r>
              <a:rPr lang="zh-TW" altLang="en-US" dirty="0"/>
              <a:t>  </a:t>
            </a:r>
            <a:r>
              <a:rPr dirty="0" err="1"/>
              <a:t>要你說一句話，我的僕人就必好了</a:t>
            </a:r>
            <a:r>
              <a:rPr dirty="0"/>
              <a:t>。」</a:t>
            </a:r>
            <a:r>
              <a:rPr lang="zh-TW" altLang="en-US" dirty="0"/>
              <a:t> </a:t>
            </a:r>
            <a:r>
              <a:rPr lang="en-US" altLang="zh-TW" dirty="0"/>
              <a:t>2.</a:t>
            </a:r>
            <a:r>
              <a:rPr lang="zh-TW" altLang="en-US" dirty="0"/>
              <a:t>因為我在人的權下，也有兵在我以下；</a:t>
            </a:r>
            <a:br>
              <a:rPr lang="en-US" altLang="zh-TW" dirty="0"/>
            </a:br>
            <a:r>
              <a:rPr lang="zh-TW" altLang="en-US" dirty="0"/>
              <a:t>  對這個說</a:t>
            </a:r>
            <a:r>
              <a:rPr lang="en-US" altLang="zh-TW" dirty="0"/>
              <a:t>『</a:t>
            </a:r>
            <a:r>
              <a:rPr lang="zh-TW" altLang="en-US" dirty="0"/>
              <a:t>去！</a:t>
            </a:r>
            <a:r>
              <a:rPr lang="en-US" altLang="zh-TW" dirty="0"/>
              <a:t>』</a:t>
            </a:r>
            <a:r>
              <a:rPr lang="zh-TW" altLang="en-US" dirty="0"/>
              <a:t>他就去；對那個</a:t>
            </a:r>
            <a:br>
              <a:rPr lang="en-US" altLang="zh-TW" dirty="0"/>
            </a:br>
            <a:r>
              <a:rPr lang="zh-TW" altLang="en-US" dirty="0"/>
              <a:t>  說</a:t>
            </a:r>
            <a:r>
              <a:rPr lang="en-US" altLang="zh-TW" dirty="0"/>
              <a:t>『</a:t>
            </a:r>
            <a:r>
              <a:rPr lang="zh-TW" altLang="en-US" dirty="0"/>
              <a:t>來！</a:t>
            </a:r>
            <a:r>
              <a:rPr lang="en-US" altLang="zh-TW" dirty="0"/>
              <a:t>』</a:t>
            </a:r>
            <a:r>
              <a:rPr lang="zh-TW" altLang="en-US" dirty="0"/>
              <a:t>他就來；對我的僕人說</a:t>
            </a:r>
            <a:r>
              <a:rPr lang="en-US" altLang="zh-TW" dirty="0"/>
              <a:t>『</a:t>
            </a:r>
            <a:br>
              <a:rPr lang="en-US" altLang="zh-TW" dirty="0"/>
            </a:br>
            <a:r>
              <a:rPr lang="zh-TW" altLang="en-US" dirty="0"/>
              <a:t>  你做這事！</a:t>
            </a:r>
            <a:r>
              <a:rPr lang="en-US" altLang="zh-TW" dirty="0"/>
              <a:t>』</a:t>
            </a:r>
            <a:r>
              <a:rPr lang="zh-TW" altLang="en-US" dirty="0"/>
              <a:t>他就去做。」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-99152"/>
            <a:ext cx="12530295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信心與權柄的關係</a:t>
            </a:r>
            <a:r>
              <a:rPr dirty="0"/>
              <a:t>：</a:t>
            </a:r>
            <a:endParaRPr lang="en-US" dirty="0"/>
          </a:p>
          <a:p>
            <a:pPr algn="l"/>
            <a:r>
              <a:rPr dirty="0"/>
              <a:t>3.「我實在告訴你們，這麼大的信心，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就是在以色列中，我也沒有遇見過</a:t>
            </a:r>
            <a:r>
              <a:rPr dirty="0"/>
              <a:t>。」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信心的表現才是服從權柄的關鍵</a:t>
            </a:r>
            <a:r>
              <a:rPr lang="en-US" dirty="0"/>
              <a:t>：</a:t>
            </a:r>
          </a:p>
          <a:p>
            <a:pPr algn="l"/>
            <a:r>
              <a:rPr dirty="0"/>
              <a:t>1.從東從西，將有許多人來，在天國裏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與亞伯拉罕、以撒、雅各一同坐席</a:t>
            </a:r>
            <a:endParaRPr lang="en-US" dirty="0"/>
          </a:p>
          <a:p>
            <a:pPr algn="l"/>
            <a:r>
              <a:rPr dirty="0"/>
              <a:t>2.惟有本國的子民竟被趕到外邊黑暗裏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去，在那裏必要哀哭切齒了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93741FCC-25B5-4DBF-1BC4-DB130EE3F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B91AA9D-3CDF-F686-4E5C-4C8FB9691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(kìⁿ-nā)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尋救主耶穌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主極慈悲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有權能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靠祂心肝能淸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69521E-9A14-8783-BF49-7152867F2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D8D8AFA-0E91-5BE9-764F-3E42E1331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37224E7-471F-5CC1-75AD-4B6DDCA2C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F98793F-37B4-9974-1FAF-66C441975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救主耶穌無惜自己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甘願替人受死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祂流寶血能洗白白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心清氣如雪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F02EF7-A964-66C2-77F7-5B9F31B1D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A067B3-FC98-DBCE-F612-4253A777B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B58C038-E82F-2D58-43EB-B3B11B97C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379DF1-FD94-1CE2-3AF2-492D582C8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耶穌就是真理活路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這能得保護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大家緊緊來信基督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就能享受大福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2532DF4-FCCE-532F-2F04-342196940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D27880-40E4-D535-9623-131447DE2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defRPr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>
              <a:defRPr/>
            </a:pPr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>
              <a:defRPr/>
            </a:pPr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>
              <a:defRPr/>
            </a:pPr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>
              <a:defRPr/>
            </a:pPr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我的錢銀獻給祢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用出攏趁祢旨意</a:t>
            </a:r>
          </a:p>
          <a:p>
            <a:pPr>
              <a:defRPr/>
            </a:pPr>
            <a:r>
              <a:rPr lang="zh-TW" altLang="en-US" dirty="0"/>
              <a:t>我的才情祢賞賜</a:t>
            </a:r>
          </a:p>
          <a:p>
            <a:pPr>
              <a:defRPr/>
            </a:pPr>
            <a:r>
              <a:rPr lang="zh-TW" altLang="en-US" dirty="0"/>
              <a:t>甘願還祢做器具</a:t>
            </a:r>
          </a:p>
          <a:p>
            <a:pPr>
              <a:defRPr/>
            </a:pPr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000"/>
            </a:pPr>
            <a:r>
              <a:rPr kumimoji="0" lang="zh-TW" altLang="en-US" sz="5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1. 2026教會長執選舉提名至今日下午3 </a:t>
            </a:r>
            <a:r>
              <a:rPr sz="5400" dirty="0" err="1"/>
              <a:t>點整,可填好提名單後投到交誼廳的信箱,或使用網路提名表格踴躍提名</a:t>
            </a:r>
            <a:r>
              <a:rPr sz="5400" dirty="0"/>
              <a:t>。</a:t>
            </a:r>
            <a:br>
              <a:rPr lang="en-US" sz="5400" dirty="0"/>
            </a:br>
            <a:r>
              <a:rPr sz="5400" dirty="0"/>
              <a:t>選舉日：11/15,積極會員名單和選舉委員會成員張貼於布告欄。如有問題可和各部負責人連絡。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2. </a:t>
            </a:r>
            <a:r>
              <a:rPr sz="5400" dirty="0" err="1"/>
              <a:t>中文學校征召「學生義工</a:t>
            </a:r>
            <a:r>
              <a:rPr sz="5400" dirty="0"/>
              <a:t>」(student volunteer)。</a:t>
            </a:r>
            <a:r>
              <a:rPr sz="5400" dirty="0" err="1"/>
              <a:t>請聯繫逸如校長</a:t>
            </a:r>
            <a:r>
              <a:rPr sz="5400" dirty="0"/>
              <a:t>: </a:t>
            </a:r>
            <a:br>
              <a:rPr lang="en-US" sz="5400" dirty="0"/>
            </a:br>
            <a:r>
              <a:rPr sz="5400" dirty="0"/>
              <a:t>347-337-1559,微信: </a:t>
            </a:r>
            <a:r>
              <a:rPr sz="5400" dirty="0" err="1"/>
              <a:t>minuitmiao</a:t>
            </a:r>
            <a:r>
              <a:rPr sz="5400" dirty="0"/>
              <a:t>,</a:t>
            </a:r>
            <a:br>
              <a:rPr lang="en-US" sz="5400" dirty="0"/>
            </a:br>
            <a:r>
              <a:rPr sz="5400" dirty="0" err="1"/>
              <a:t>電郵</a:t>
            </a:r>
            <a:r>
              <a:rPr sz="5400" dirty="0"/>
              <a:t>: </a:t>
            </a:r>
            <a:r>
              <a:rPr sz="5400" dirty="0" err="1"/>
              <a:t>principal@rcnewtown.org</a:t>
            </a:r>
            <a:r>
              <a:rPr sz="5400" dirty="0"/>
              <a:t>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1. </a:t>
            </a:r>
            <a:r>
              <a:rPr sz="5400" dirty="0" err="1"/>
              <a:t>主日學</a:t>
            </a:r>
            <a:r>
              <a:rPr sz="5400" dirty="0"/>
              <a:t>---</a:t>
            </a:r>
            <a:br>
              <a:rPr lang="en-US" sz="5400" dirty="0"/>
            </a:br>
            <a:r>
              <a:rPr sz="5400" dirty="0" err="1"/>
              <a:t>今天</a:t>
            </a:r>
            <a:r>
              <a:rPr sz="5400" dirty="0"/>
              <a:t> 11:30在交誼廳,陳牧師帶領課</a:t>
            </a:r>
            <a:br>
              <a:rPr lang="en-US" sz="5400" dirty="0"/>
            </a:br>
            <a:r>
              <a:rPr sz="5400" dirty="0" err="1"/>
              <a:t>程</a:t>
            </a:r>
            <a:r>
              <a:rPr sz="5400" dirty="0"/>
              <a:t>：「</a:t>
            </a:r>
            <a:r>
              <a:rPr sz="5400" dirty="0" err="1"/>
              <a:t>啟示錄第九課</a:t>
            </a:r>
            <a:r>
              <a:rPr sz="5400" dirty="0"/>
              <a:t> ---</a:t>
            </a:r>
            <a:r>
              <a:rPr sz="5400" dirty="0" err="1"/>
              <a:t>七碗災</a:t>
            </a:r>
            <a:r>
              <a:rPr sz="5400" dirty="0"/>
              <a:t>」。</a:t>
            </a:r>
            <a:br>
              <a:rPr lang="en-US" sz="5400" dirty="0"/>
            </a:br>
            <a:r>
              <a:rPr sz="5400" dirty="0" err="1"/>
              <a:t>歡迎大家參加。線上</a:t>
            </a:r>
            <a:r>
              <a:rPr sz="5400" dirty="0"/>
              <a:t> https://</a:t>
            </a:r>
            <a:r>
              <a:rPr sz="5400" dirty="0" err="1"/>
              <a:t>zoom.us</a:t>
            </a:r>
            <a:r>
              <a:rPr sz="5400" dirty="0"/>
              <a:t>/j/99429704298, </a:t>
            </a:r>
            <a:br>
              <a:rPr lang="en-US" sz="5400" dirty="0"/>
            </a:br>
            <a:r>
              <a:rPr sz="5400" dirty="0" err="1"/>
              <a:t>會號</a:t>
            </a:r>
            <a:r>
              <a:rPr sz="5400" dirty="0"/>
              <a:t> 994 2970 4298, </a:t>
            </a:r>
            <a:r>
              <a:rPr sz="5400" dirty="0" err="1"/>
              <a:t>密碼</a:t>
            </a:r>
            <a:r>
              <a:rPr sz="5400" dirty="0"/>
              <a:t> 626954; </a:t>
            </a:r>
            <a:r>
              <a:rPr sz="5400" dirty="0" err="1"/>
              <a:t>電話</a:t>
            </a:r>
            <a:r>
              <a:rPr sz="5400" dirty="0"/>
              <a:t> 646-558-8656。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2. </a:t>
            </a:r>
            <a:r>
              <a:rPr sz="5400" dirty="0" err="1"/>
              <a:t>週三線上禱告</a:t>
            </a:r>
            <a:r>
              <a:rPr sz="5400" dirty="0"/>
              <a:t>---</a:t>
            </a:r>
            <a:br>
              <a:rPr lang="en-US" sz="5400" dirty="0"/>
            </a:br>
            <a:r>
              <a:rPr sz="5400" dirty="0" err="1"/>
              <a:t>邀請您參加</a:t>
            </a:r>
            <a:r>
              <a:rPr sz="5400" dirty="0"/>
              <a:t> 10/14晚上 8點禱告會,所有事工都需要禱告求上帝扶持祝福。zoom </a:t>
            </a:r>
            <a:r>
              <a:rPr sz="5400" dirty="0" err="1"/>
              <a:t>連結如同主日學</a:t>
            </a:r>
            <a:r>
              <a:rPr sz="5400" dirty="0"/>
              <a:t>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3. </a:t>
            </a:r>
            <a:r>
              <a:rPr sz="5400" dirty="0" err="1"/>
              <a:t>長島分區聚會</a:t>
            </a:r>
            <a:r>
              <a:rPr sz="5400" dirty="0"/>
              <a:t>---</a:t>
            </a:r>
            <a:br>
              <a:rPr lang="en-US" sz="5400" dirty="0"/>
            </a:br>
            <a:r>
              <a:rPr sz="5400" dirty="0" err="1"/>
              <a:t>本週五</a:t>
            </a:r>
            <a:r>
              <a:rPr sz="5400" dirty="0"/>
              <a:t>(16) 6:30pm在文鈴兄的媽媽家舉行,(36-25 Union St. Apt.3F, Flushing)</a:t>
            </a:r>
            <a:r>
              <a:rPr sz="5400" dirty="0" err="1"/>
              <a:t>備有簡便晚餐,歡迎兄姐大家一起來參加</a:t>
            </a:r>
            <a:r>
              <a:rPr sz="5400" dirty="0"/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4. 下主日11:30將舉辦烤肉活動,地點在 </a:t>
            </a:r>
            <a:r>
              <a:rPr sz="5400" dirty="0" err="1"/>
              <a:t>Peace教室前的黃桃樹下,請向鶴齡執事報名,以便統計人數,歡迎大家踴躍參</a:t>
            </a:r>
            <a:br>
              <a:rPr lang="en-US" sz="5400" dirty="0"/>
            </a:br>
            <a:r>
              <a:rPr sz="5400" dirty="0" err="1"/>
              <a:t>加</a:t>
            </a:r>
            <a:r>
              <a:rPr sz="5400" dirty="0"/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5. </a:t>
            </a:r>
            <a:r>
              <a:rPr sz="5400" dirty="0" err="1"/>
              <a:t>感恩節洗禮轉會</a:t>
            </a:r>
            <a:r>
              <a:rPr sz="5400" dirty="0"/>
              <a:t>：</a:t>
            </a:r>
            <a:br>
              <a:rPr lang="en-US" sz="5400" dirty="0"/>
            </a:br>
            <a:r>
              <a:rPr sz="5400" dirty="0"/>
              <a:t>將於11/22舉行,欲受洗和申請轉會的兄姐,請向陳牧師報名。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6. </a:t>
            </a:r>
            <a:r>
              <a:rPr sz="5400" dirty="0" err="1"/>
              <a:t>教育組繼續推動每日讀經,兄姐如在一年内讀完聖經,請通知穎弘執事</a:t>
            </a:r>
            <a:r>
              <a:rPr sz="5400"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5400" dirty="0"/>
              <a:t>7. </a:t>
            </a:r>
            <a:r>
              <a:rPr sz="5400" dirty="0" err="1"/>
              <a:t>請為教會守望代禱</a:t>
            </a:r>
            <a:r>
              <a:rPr sz="5400" dirty="0"/>
              <a:t>---</a:t>
            </a:r>
            <a:br>
              <a:rPr lang="en-US" sz="5400" dirty="0"/>
            </a:br>
            <a:r>
              <a:rPr sz="5400" dirty="0" err="1"/>
              <a:t>長執選舉,洗禮轉會,中文學校,兒童事工,兄弟姐妹的健康,家人信主,年輕會友立業成家,紐約治安,國際關係</a:t>
            </a:r>
            <a:r>
              <a:rPr sz="5400" dirty="0"/>
              <a:t>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頌榮</a:t>
            </a:r>
            <a:r>
              <a:rPr lang="en-US" altLang="zh-TW" dirty="0"/>
              <a:t>: </a:t>
            </a:r>
            <a:r>
              <a:rPr lang="zh-TW" altLang="en-US" dirty="0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pPr>
              <a:defRPr sz="4200"/>
            </a:pPr>
            <a:r>
              <a:rPr lang="zh-TW" altLang="en-US" sz="5000" dirty="0"/>
              <a:t>榮光歸聖父上帝</a:t>
            </a:r>
          </a:p>
          <a:p>
            <a:pPr>
              <a:defRPr sz="4200"/>
            </a:pPr>
            <a:r>
              <a:rPr lang="zh-TW" altLang="en-US" sz="5000" dirty="0"/>
              <a:t>榮光聖子聖神三位一體</a:t>
            </a:r>
          </a:p>
          <a:p>
            <a:pPr>
              <a:defRPr sz="4200"/>
            </a:pPr>
            <a:r>
              <a:rPr lang="zh-TW" altLang="en-US" sz="5000" dirty="0"/>
              <a:t>昔在的 現在在的</a:t>
            </a:r>
          </a:p>
          <a:p>
            <a:pPr>
              <a:defRPr sz="4200"/>
            </a:pPr>
            <a:r>
              <a:rPr lang="zh-TW" altLang="en-US" sz="5000" dirty="0"/>
              <a:t>將來亦永遠在的</a:t>
            </a:r>
          </a:p>
          <a:p>
            <a:pPr>
              <a:defRPr sz="4200"/>
            </a:pPr>
            <a:r>
              <a:rPr lang="zh-TW" altLang="en-US" sz="5000" dirty="0"/>
              <a:t>無窮無盡</a:t>
            </a:r>
          </a:p>
          <a:p>
            <a:pPr>
              <a:defRPr sz="4200"/>
            </a:pPr>
            <a:r>
              <a:rPr lang="zh-TW" altLang="en-US" sz="5000" dirty="0"/>
              <a:t>阿們阿們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  <a:defRPr sz="4100"/>
            </a:pPr>
            <a:r>
              <a:rPr lang="zh-TW" altLang="en-US" sz="6600" b="1" dirty="0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  <a:defRPr sz="4100"/>
            </a:pPr>
            <a:r>
              <a:rPr lang="zh-TW" altLang="en-US" sz="6600" b="1" dirty="0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 dirty="0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 dirty="0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A73091F-EE9C-C980-D169-FB16C2AC6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1838" y="1828800"/>
            <a:ext cx="8291512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5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  <a:endParaRPr lang="en-US" altLang="zh-TW" sz="7200" b="1" kern="1200" dirty="0">
              <a:solidFill>
                <a:srgbClr val="FFFF00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6744</TotalTime>
  <Words>2161</Words>
  <Application>Microsoft Macintosh PowerPoint</Application>
  <PresentationFormat>Widescreen</PresentationFormat>
  <Paragraphs>259</Paragraphs>
  <Slides>75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282:我心大歡喜,我的嘴當吟詩 (1/5)</vt:lpstr>
      <vt:lpstr>282:我心大歡喜,我的嘴當吟詩 (1/5)</vt:lpstr>
      <vt:lpstr>282:我心大歡喜,我的嘴當吟詩 (2/5)</vt:lpstr>
      <vt:lpstr>282:我心大歡喜,我的嘴當吟詩 (2/5)</vt:lpstr>
      <vt:lpstr>282:我心大歡喜,我的嘴當吟詩 (3/5)</vt:lpstr>
      <vt:lpstr>282:我心大歡喜,我的嘴當吟詩 (3/5)</vt:lpstr>
      <vt:lpstr>282:我心大歡喜,我的嘴當吟詩 (4/5)</vt:lpstr>
      <vt:lpstr>282:我心大歡喜,我的嘴當吟詩 (4/5)</vt:lpstr>
      <vt:lpstr>282:我心大歡喜,我的嘴當吟詩 (5/5)</vt:lpstr>
      <vt:lpstr>282:我心大歡喜,我的嘴當吟詩 (5/5)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啟應文16:詩篇67</vt:lpstr>
      <vt:lpstr>啟應文16:詩篇67</vt:lpstr>
      <vt:lpstr>啟應文16:詩篇67</vt:lpstr>
      <vt:lpstr>啟應文16:詩篇67</vt:lpstr>
      <vt:lpstr>PowerPoint Presentation</vt:lpstr>
      <vt:lpstr>PowerPoint Presentation</vt:lpstr>
      <vt:lpstr>祂藏我靈</vt:lpstr>
      <vt:lpstr>祂藏我靈</vt:lpstr>
      <vt:lpstr>祂藏我靈</vt:lpstr>
      <vt:lpstr>祂藏我靈</vt:lpstr>
      <vt:lpstr>祂藏我靈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197:凡若有人被罪苦楚(1/3)</vt:lpstr>
      <vt:lpstr>197:凡若有人被罪苦楚(1/3)</vt:lpstr>
      <vt:lpstr>197:凡若有人被罪苦楚(2/3)</vt:lpstr>
      <vt:lpstr>197:凡若有人被罪苦楚(2/3)</vt:lpstr>
      <vt:lpstr>197:凡若有人被罪苦楚(3/3)</vt:lpstr>
      <vt:lpstr>197:凡若有人被罪苦楚(3/3)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2026-10-10T12:08:44Z</dcterms:modified>
</cp:coreProperties>
</file>