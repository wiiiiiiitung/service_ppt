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61" r:id="rId3"/>
    <p:sldId id="256" r:id="rId4"/>
    <p:sldId id="257" r:id="rId5"/>
    <p:sldId id="262" r:id="rId6"/>
    <p:sldId id="258" r:id="rId7"/>
    <p:sldId id="263" r:id="rId8"/>
    <p:sldId id="259" r:id="rId9"/>
    <p:sldId id="264" r:id="rId10"/>
    <p:sldId id="260" r:id="rId11"/>
    <p:sldId id="265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8AFF90-4C84-4B43-906F-F85512046B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9F814-1C8F-4C15-BC76-1086E81C86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fld id="{304D1E04-CB36-9443-8EA4-261C28EB7437}" type="datetimeFigureOut">
              <a:rPr lang="zh-TW" altLang="en-US"/>
              <a:pPr>
                <a:defRPr/>
              </a:pPr>
              <a:t>2026/10/9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06F91-60FD-47FA-9D22-F6957F7889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D43F9-DB10-469C-A4D2-334C6A9C59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7B70B22-8952-9E4B-99A0-83A990CCA633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E57579-7950-4A3F-91A9-1789FE2205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DA64742-1C82-4360-853D-B7D71F5D6F7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64180B-90FF-DD26-B6EC-97614DCCE19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E88CAFE-7582-417E-B624-679102978B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9E51835-29F3-44B9-9275-BAB060EAB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0878036-9B21-4150-AAD6-ECC5FC1FFA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28014BA6-BD78-A947-ACB0-25F68B43DC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2E000D-9619-A6DB-A446-C95F80260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72C2DB-10CE-219A-51C7-D6F9D94BDA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736BA7-6280-F71C-1EE2-B9444FB8FA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18835-9353-BC46-A1FC-6391C0E655B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673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ED0487-D9A2-3E9B-8107-CE4B6A56C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F6FC80-83C6-04F6-E99B-6B9FF9E64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A6E869-6FF4-0186-7B07-3D4EC3C891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E8A01-5EC2-E041-A4D0-EDC138B53F0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502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EE30A2-7555-0497-7DE6-6591BCA145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D4F021-7C07-0D78-A8AE-58C1DDB169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411293-6276-A250-CB28-E4325D611B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FF91E-8E7F-4B40-9358-B5C793238AA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552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F571EA-6FD2-6477-0714-DC7C25C5B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B1D343-7900-F770-6229-B57F2CFA8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5EE611-74B2-4E3F-BC6F-D38216C658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2136B5-3D39-4EA8-A791-9E12CD2ACA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022911-74A7-419C-A307-5099607FE5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1C633C0A-F136-3C42-A8D3-0375C5C44B4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9178D7-5736-9B53-D5F1-952514ED0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A4D3F7F-F4FD-8584-524B-2491BCD5B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261A82-C244-4440-A02C-4C79DD13D8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A73537C-0344-445B-9DEF-0C028B565A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390915-8944-4E58-843E-72CE573B0A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A362BCE4-984D-BA4E-B7E7-C6CD8A626C4F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64B0AA2-6119-96D6-6D64-4F755D2C4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067517-76F2-4C6D-A872-0C4C267D7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我心大歡喜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我的嘴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吟詩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感謝上主至大仁義</a:t>
            </a:r>
          </a:p>
          <a:p>
            <a:pPr>
              <a:defRPr/>
            </a:pPr>
            <a:endParaRPr lang="zh-TW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20CF39-537D-784A-B26A-DD8598E03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47D60E-CD1D-1B4D-6234-D7FFB6DF4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冥時我感謝 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如此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(án-ni)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服事</a:t>
            </a:r>
            <a:r>
              <a:rPr lang="en-US" altLang="zh-TW" sz="32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(ho̍k-sāi)</a:t>
            </a:r>
            <a:endParaRPr lang="nl-NL" altLang="zh-TW" sz="32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無夠額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D2C49E4-9F3B-D53D-E6C8-A13E2B525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CC2DD3-6F61-7F2F-BA31-49F1877B2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我至好的牧者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羊群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(hia)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攏無驚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1E8E2E-374D-B189-1D49-76A6E990B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DBEF3B2-DC40-01AD-0712-B374888BF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青翠的草埔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祢歡喜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阮去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與祢同歡喜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7A345A-F892-90EB-FAEE-EAAFB594C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EA78A1-EA5A-91B0-6A15-1CDEFF7C0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曠野大沙埔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我有時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迷路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時我心神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真艱苦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8A040E-20A9-21B1-0408-09A49F169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EFA509-786F-4102-AE1A-64780466C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雖然對敵來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敢看輕</a:t>
            </a:r>
            <a:r>
              <a:rPr lang="zh-TW" altLang="en-US" u="sng" dirty="0"/>
              <a:t>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恥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thí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笑</a:t>
            </a:r>
          </a:p>
          <a:p>
            <a:pPr>
              <a:defRPr/>
            </a:pPr>
            <a:r>
              <a:rPr lang="zh-TW" altLang="en-US" u="sng" dirty="0"/>
              <a:t>尚且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iáu-kú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</a:t>
            </a:r>
            <a:endParaRPr lang="nl-NL" altLang="zh-TW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)</a:t>
            </a:r>
            <a:r>
              <a:rPr lang="zh-TW" altLang="en-US" dirty="0"/>
              <a:t>我</a:t>
            </a: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求叫</a:t>
            </a:r>
          </a:p>
          <a:p>
            <a:pPr>
              <a:defRPr/>
            </a:pPr>
            <a:endParaRPr lang="zh-TW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7C22922-ECDD-6713-0BCB-3CD210C94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1900CDC-14F7-9223-32D0-61734E090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親近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聲音好聽面貌溫純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39274E-20D8-8350-9335-F79A84C55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2BB19E-AC8F-AAC0-731C-5EB5E2D17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天使與世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同歡喜出大聲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聖尊名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01643D-903F-CACE-32D6-ADAD491F5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D83D32F-916E-5103-BDAD-F29E7D48B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我心所欣慕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主耶穌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我替我開路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497A93-F5E0-B97A-1EA7-A41B8013A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8D5BD83-841C-7609-8783-FDDFF4C9C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真理與活命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只有祢能賞賜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我歡喜感謝祢久久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9732</TotalTime>
  <Words>386</Words>
  <Application>Microsoft Macintosh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標楷體</vt:lpstr>
      <vt:lpstr>新細明體</vt:lpstr>
      <vt:lpstr>Default Design</vt:lpstr>
      <vt:lpstr>1_Default Design</vt:lpstr>
      <vt:lpstr>282:我心大歡喜,我的嘴當吟詩 (1/5)</vt:lpstr>
      <vt:lpstr>282:我心大歡喜,我的嘴當吟詩 (1/5)</vt:lpstr>
      <vt:lpstr>282:我心大歡喜,我的嘴當吟詩 (2/5)</vt:lpstr>
      <vt:lpstr>282:我心大歡喜,我的嘴當吟詩 (2/5)</vt:lpstr>
      <vt:lpstr>282:我心大歡喜,我的嘴當吟詩 (3/5)</vt:lpstr>
      <vt:lpstr>282:我心大歡喜,我的嘴當吟詩 (3/5)</vt:lpstr>
      <vt:lpstr>282:我心大歡喜,我的嘴當吟詩 (4/5)</vt:lpstr>
      <vt:lpstr>282:我心大歡喜,我的嘴當吟詩 (4/5)</vt:lpstr>
      <vt:lpstr>282:我心大歡喜,我的嘴當吟詩 (5/5)</vt:lpstr>
      <vt:lpstr>282:我心大歡喜,我的嘴當吟詩 (5/5)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434</cp:revision>
  <dcterms:created xsi:type="dcterms:W3CDTF">2007-02-04T16:15:54Z</dcterms:created>
  <dcterms:modified xsi:type="dcterms:W3CDTF">2026-10-10T03:25:54Z</dcterms:modified>
</cp:coreProperties>
</file>