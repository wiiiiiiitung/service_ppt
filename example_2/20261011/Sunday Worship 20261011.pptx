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  <p:sldMasterId id="2147483664" r:id="rId3"/>
    <p:sldMasterId id="2147483671" r:id="rId4"/>
    <p:sldMasterId id="2147483726" r:id="rId5"/>
    <p:sldMasterId id="2147483747" r:id="rId6"/>
    <p:sldMasterId id="2147483999" r:id="rId7"/>
    <p:sldMasterId id="2147484053" r:id="rId8"/>
  </p:sldMasterIdLst>
  <p:notesMasterIdLst>
    <p:notesMasterId r:id="rId83"/>
  </p:notesMasterIdLst>
  <p:sldIdLst>
    <p:sldId id="1838" r:id="rId9"/>
    <p:sldId id="257" r:id="rId10"/>
    <p:sldId id="1807" r:id="rId11"/>
    <p:sldId id="2862" r:id="rId12"/>
    <p:sldId id="1904" r:id="rId13"/>
    <p:sldId id="1903" r:id="rId14"/>
    <p:sldId id="2863" r:id="rId21"/>
    <p:sldId id="2864" r:id="rId22"/>
    <p:sldId id="2865" r:id="rId23"/>
    <p:sldId id="2866" r:id="rId24"/>
    <p:sldId id="2867" r:id="rId25"/>
    <p:sldId id="2868" r:id="rId26"/>
    <p:sldId id="2869" r:id="rId27"/>
    <p:sldId id="2870" r:id="rId28"/>
    <p:sldId id="2871" r:id="rId29"/>
    <p:sldId id="2872" r:id="rId30"/>
    <p:sldId id="2873" r:id="rId31"/>
    <p:sldId id="2874" r:id="rId32"/>
    <p:sldId id="2875" r:id="rId33"/>
    <p:sldId id="2876" r:id="rId34"/>
    <p:sldId id="2877" r:id="rId35"/>
    <p:sldId id="2878" r:id="rId36"/>
    <p:sldId id="2879" r:id="rId37"/>
    <p:sldId id="2880" r:id="rId38"/>
    <p:sldId id="2881" r:id="rId39"/>
    <p:sldId id="2882" r:id="rId40"/>
    <p:sldId id="2883" r:id="rId41"/>
    <p:sldId id="2884" r:id="rId42"/>
    <p:sldId id="2885" r:id="rId43"/>
    <p:sldId id="2886" r:id="rId44"/>
    <p:sldId id="2887" r:id="rId45"/>
    <p:sldId id="2888" r:id="rId46"/>
    <p:sldId id="2889" r:id="rId47"/>
    <p:sldId id="2890" r:id="rId48"/>
    <p:sldId id="2891" r:id="rId49"/>
    <p:sldId id="2892" r:id="rId50"/>
    <p:sldId id="2893" r:id="rId51"/>
    <p:sldId id="2894" r:id="rId52"/>
    <p:sldId id="2895" r:id="rId53"/>
    <p:sldId id="2896" r:id="rId54"/>
    <p:sldId id="2897" r:id="rId55"/>
    <p:sldId id="2898" r:id="rId56"/>
    <p:sldId id="2899" r:id="rId57"/>
    <p:sldId id="2900" r:id="rId58"/>
    <p:sldId id="2901" r:id="rId59"/>
    <p:sldId id="2902" r:id="rId60"/>
    <p:sldId id="2903" r:id="rId61"/>
    <p:sldId id="2904" r:id="rId62"/>
    <p:sldId id="2905" r:id="rId63"/>
    <p:sldId id="2906" r:id="rId64"/>
    <p:sldId id="2907" r:id="rId65"/>
    <p:sldId id="2908" r:id="rId66"/>
    <p:sldId id="2909" r:id="rId67"/>
    <p:sldId id="2910" r:id="rId68"/>
    <p:sldId id="2911" r:id="rId69"/>
    <p:sldId id="2912" r:id="rId70"/>
    <p:sldId id="2913" r:id="rId71"/>
    <p:sldId id="2914" r:id="rId72"/>
    <p:sldId id="2915" r:id="rId73"/>
    <p:sldId id="2916" r:id="rId74"/>
    <p:sldId id="2917" r:id="rId75"/>
    <p:sldId id="2918" r:id="rId76"/>
    <p:sldId id="2919" r:id="rId77"/>
    <p:sldId id="2920" r:id="rId78"/>
    <p:sldId id="2921" r:id="rId79"/>
    <p:sldId id="2922" r:id="rId80"/>
    <p:sldId id="2923" r:id="rId81"/>
    <p:sldId id="2924" r:id="rId82"/>
    <p:sldId id="2925" r:id="rId20"/>
    <p:sldId id="2926" r:id="rId19"/>
    <p:sldId id="2927" r:id="rId18"/>
    <p:sldId id="2928" r:id="rId17"/>
    <p:sldId id="2929" r:id="rId16"/>
    <p:sldId id="2930" r:id="rId15"/>
    <p:sldId id="2931" r:id="rId89"/>
    <p:sldId id="2932" r:id="rId90"/>
    <p:sldId id="2933" r:id="rId91"/>
    <p:sldId id="2934" r:id="rId92"/>
    <p:sldId id="2935" r:id="rId93"/>
    <p:sldId id="2936" r:id="rId94"/>
    <p:sldId id="2937" r:id="rId9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lia Wu" initials="JW" lastIdx="1" clrIdx="0">
    <p:extLst>
      <p:ext uri="{19B8F6BF-5375-455C-9EA6-DF929625EA0E}">
        <p15:presenceInfo xmlns:p15="http://schemas.microsoft.com/office/powerpoint/2012/main" userId="Julia W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21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16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4.xml"/><Relationship Id="rId16" Type="http://schemas.openxmlformats.org/officeDocument/2006/relationships/slide" Target="slides/slide73.xml"/><Relationship Id="rId17" Type="http://schemas.openxmlformats.org/officeDocument/2006/relationships/slide" Target="slides/slide72.xml"/><Relationship Id="rId18" Type="http://schemas.openxmlformats.org/officeDocument/2006/relationships/slide" Target="slides/slide71.xml"/><Relationship Id="rId19" Type="http://schemas.openxmlformats.org/officeDocument/2006/relationships/slide" Target="slides/slide70.xml"/><Relationship Id="rId20" Type="http://schemas.openxmlformats.org/officeDocument/2006/relationships/slide" Target="slides/slide69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5" Type="http://schemas.openxmlformats.org/officeDocument/2006/relationships/slide" Target="slides/slide21.xml"/><Relationship Id="rId36" Type="http://schemas.openxmlformats.org/officeDocument/2006/relationships/slide" Target="slides/slide22.xml"/><Relationship Id="rId37" Type="http://schemas.openxmlformats.org/officeDocument/2006/relationships/slide" Target="slides/slide23.xml"/><Relationship Id="rId38" Type="http://schemas.openxmlformats.org/officeDocument/2006/relationships/slide" Target="slides/slide24.xml"/><Relationship Id="rId39" Type="http://schemas.openxmlformats.org/officeDocument/2006/relationships/slide" Target="slides/slide25.xml"/><Relationship Id="rId40" Type="http://schemas.openxmlformats.org/officeDocument/2006/relationships/slide" Target="slides/slide26.xml"/><Relationship Id="rId41" Type="http://schemas.openxmlformats.org/officeDocument/2006/relationships/slide" Target="slides/slide27.xml"/><Relationship Id="rId42" Type="http://schemas.openxmlformats.org/officeDocument/2006/relationships/slide" Target="slides/slide28.xml"/><Relationship Id="rId43" Type="http://schemas.openxmlformats.org/officeDocument/2006/relationships/slide" Target="slides/slide29.xml"/><Relationship Id="rId44" Type="http://schemas.openxmlformats.org/officeDocument/2006/relationships/slide" Target="slides/slide30.xml"/><Relationship Id="rId45" Type="http://schemas.openxmlformats.org/officeDocument/2006/relationships/slide" Target="slides/slide31.xml"/><Relationship Id="rId46" Type="http://schemas.openxmlformats.org/officeDocument/2006/relationships/slide" Target="slides/slide32.xml"/><Relationship Id="rId47" Type="http://schemas.openxmlformats.org/officeDocument/2006/relationships/slide" Target="slides/slide33.xml"/><Relationship Id="rId48" Type="http://schemas.openxmlformats.org/officeDocument/2006/relationships/slide" Target="slides/slide34.xml"/><Relationship Id="rId49" Type="http://schemas.openxmlformats.org/officeDocument/2006/relationships/slide" Target="slides/slide35.xml"/><Relationship Id="rId50" Type="http://schemas.openxmlformats.org/officeDocument/2006/relationships/slide" Target="slides/slide36.xml"/><Relationship Id="rId51" Type="http://schemas.openxmlformats.org/officeDocument/2006/relationships/slide" Target="slides/slide37.xml"/><Relationship Id="rId52" Type="http://schemas.openxmlformats.org/officeDocument/2006/relationships/slide" Target="slides/slide38.xml"/><Relationship Id="rId53" Type="http://schemas.openxmlformats.org/officeDocument/2006/relationships/slide" Target="slides/slide39.xml"/><Relationship Id="rId54" Type="http://schemas.openxmlformats.org/officeDocument/2006/relationships/slide" Target="slides/slide40.xml"/><Relationship Id="rId55" Type="http://schemas.openxmlformats.org/officeDocument/2006/relationships/slide" Target="slides/slide41.xml"/><Relationship Id="rId56" Type="http://schemas.openxmlformats.org/officeDocument/2006/relationships/slide" Target="slides/slide42.xml"/><Relationship Id="rId57" Type="http://schemas.openxmlformats.org/officeDocument/2006/relationships/slide" Target="slides/slide43.xml"/><Relationship Id="rId58" Type="http://schemas.openxmlformats.org/officeDocument/2006/relationships/slide" Target="slides/slide44.xml"/><Relationship Id="rId59" Type="http://schemas.openxmlformats.org/officeDocument/2006/relationships/slide" Target="slides/slide45.xml"/><Relationship Id="rId60" Type="http://schemas.openxmlformats.org/officeDocument/2006/relationships/slide" Target="slides/slide46.xml"/><Relationship Id="rId61" Type="http://schemas.openxmlformats.org/officeDocument/2006/relationships/slide" Target="slides/slide47.xml"/><Relationship Id="rId62" Type="http://schemas.openxmlformats.org/officeDocument/2006/relationships/slide" Target="slides/slide48.xml"/><Relationship Id="rId63" Type="http://schemas.openxmlformats.org/officeDocument/2006/relationships/slide" Target="slides/slide49.xml"/><Relationship Id="rId64" Type="http://schemas.openxmlformats.org/officeDocument/2006/relationships/slide" Target="slides/slide50.xml"/><Relationship Id="rId65" Type="http://schemas.openxmlformats.org/officeDocument/2006/relationships/slide" Target="slides/slide51.xml"/><Relationship Id="rId66" Type="http://schemas.openxmlformats.org/officeDocument/2006/relationships/slide" Target="slides/slide52.xml"/><Relationship Id="rId67" Type="http://schemas.openxmlformats.org/officeDocument/2006/relationships/slide" Target="slides/slide53.xml"/><Relationship Id="rId68" Type="http://schemas.openxmlformats.org/officeDocument/2006/relationships/slide" Target="slides/slide54.xml"/><Relationship Id="rId69" Type="http://schemas.openxmlformats.org/officeDocument/2006/relationships/slide" Target="slides/slide55.xml"/><Relationship Id="rId70" Type="http://schemas.openxmlformats.org/officeDocument/2006/relationships/slide" Target="slides/slide56.xml"/><Relationship Id="rId71" Type="http://schemas.openxmlformats.org/officeDocument/2006/relationships/slide" Target="slides/slide57.xml"/><Relationship Id="rId72" Type="http://schemas.openxmlformats.org/officeDocument/2006/relationships/slide" Target="slides/slide58.xml"/><Relationship Id="rId73" Type="http://schemas.openxmlformats.org/officeDocument/2006/relationships/slide" Target="slides/slide59.xml"/><Relationship Id="rId74" Type="http://schemas.openxmlformats.org/officeDocument/2006/relationships/slide" Target="slides/slide60.xml"/><Relationship Id="rId75" Type="http://schemas.openxmlformats.org/officeDocument/2006/relationships/slide" Target="slides/slide61.xml"/><Relationship Id="rId76" Type="http://schemas.openxmlformats.org/officeDocument/2006/relationships/slide" Target="slides/slide62.xml"/><Relationship Id="rId77" Type="http://schemas.openxmlformats.org/officeDocument/2006/relationships/slide" Target="slides/slide63.xml"/><Relationship Id="rId78" Type="http://schemas.openxmlformats.org/officeDocument/2006/relationships/slide" Target="slides/slide64.xml"/><Relationship Id="rId79" Type="http://schemas.openxmlformats.org/officeDocument/2006/relationships/slide" Target="slides/slide65.xml"/><Relationship Id="rId80" Type="http://schemas.openxmlformats.org/officeDocument/2006/relationships/slide" Target="slides/slide66.xml"/><Relationship Id="rId81" Type="http://schemas.openxmlformats.org/officeDocument/2006/relationships/slide" Target="slides/slide67.xml"/><Relationship Id="rId82" Type="http://schemas.openxmlformats.org/officeDocument/2006/relationships/slide" Target="slides/slide68.xml"/><Relationship Id="rId83" Type="http://schemas.openxmlformats.org/officeDocument/2006/relationships/notesMaster" Target="notesMasters/notesMaster1.xml"/><Relationship Id="rId84" Type="http://schemas.openxmlformats.org/officeDocument/2006/relationships/commentAuthors" Target="commentAuthors.xml"/><Relationship Id="rId85" Type="http://schemas.openxmlformats.org/officeDocument/2006/relationships/presProps" Target="presProps.xml"/><Relationship Id="rId86" Type="http://schemas.openxmlformats.org/officeDocument/2006/relationships/viewProps" Target="viewProps.xml"/><Relationship Id="rId87" Type="http://schemas.openxmlformats.org/officeDocument/2006/relationships/theme" Target="theme/theme1.xml"/><Relationship Id="rId88" Type="http://schemas.openxmlformats.org/officeDocument/2006/relationships/tableStyles" Target="tableStyles.xml"/><Relationship Id="rId89" Type="http://schemas.openxmlformats.org/officeDocument/2006/relationships/slide" Target="slides/slide75.xml"/><Relationship Id="rId90" Type="http://schemas.openxmlformats.org/officeDocument/2006/relationships/slide" Target="slides/slide76.xml"/><Relationship Id="rId91" Type="http://schemas.openxmlformats.org/officeDocument/2006/relationships/slide" Target="slides/slide77.xml"/><Relationship Id="rId92" Type="http://schemas.openxmlformats.org/officeDocument/2006/relationships/slide" Target="slides/slide78.xml"/><Relationship Id="rId93" Type="http://schemas.openxmlformats.org/officeDocument/2006/relationships/slide" Target="slides/slide79.xml"/><Relationship Id="rId94" Type="http://schemas.openxmlformats.org/officeDocument/2006/relationships/slide" Target="slides/slide80.xml"/><Relationship Id="rId95" Type="http://schemas.openxmlformats.org/officeDocument/2006/relationships/slide" Target="slides/slide8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7E76DA-25DE-442D-98CF-7CFC519F8A4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A88D9-1113-425D-9781-D2F6804CB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518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83097BF-F0BD-4B72-94C3-193DEE93E5C1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9121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78E8E74C-1396-4E14-A8A8-67D9974880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B299B60-162C-4270-9559-63403B557EF2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59ACE9F4-924F-43A9-9681-C5D107D96F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5450" y="706438"/>
            <a:ext cx="6251575" cy="3517900"/>
          </a:xfrm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6160F321-9A0E-4764-8508-DD07466482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4459288"/>
            <a:ext cx="5683250" cy="4222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6AC9661B-BC26-4CFB-9D9D-E2183099C6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5FCD92-5053-479E-AEA2-7C950F2FA137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3B4424AC-1D7F-475A-8A94-BB9C86C455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DC9574EE-A8CD-4AAA-87E9-C99FC724A5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Slide Image Placeholder 1">
            <a:extLst>
              <a:ext uri="{FF2B5EF4-FFF2-40B4-BE49-F238E27FC236}">
                <a16:creationId xmlns:a16="http://schemas.microsoft.com/office/drawing/2014/main" id="{51F4C909-636B-46BC-9F9A-D225184AE2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3" name="Notes Placeholder 2">
            <a:extLst>
              <a:ext uri="{FF2B5EF4-FFF2-40B4-BE49-F238E27FC236}">
                <a16:creationId xmlns:a16="http://schemas.microsoft.com/office/drawing/2014/main" id="{33153DBE-634A-4BB2-9DDC-7B684E566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33124" name="Slide Number Placeholder 3">
            <a:extLst>
              <a:ext uri="{FF2B5EF4-FFF2-40B4-BE49-F238E27FC236}">
                <a16:creationId xmlns:a16="http://schemas.microsoft.com/office/drawing/2014/main" id="{F0092AFB-B032-4919-A4CC-B9E7C6121F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6C3AE7-9E64-4EB3-B4CE-4AA087AE8E2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1002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0986DD-550E-4D24-A661-455899D3FA2B}" type="slidenum">
              <a: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5450" y="706438"/>
            <a:ext cx="6251575" cy="3517900"/>
          </a:xfrm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459288"/>
            <a:ext cx="5683250" cy="4222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264369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6B4D77-EBEB-499E-894F-32545526D0BD}" type="slidenum">
              <a:rPr kumimoji="0" lang="zh-TW" alt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294052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gi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69B3B98-E9B8-4E99-AEB7-6951F8FECC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6A96C95-D923-4231-B1F2-758DDD8189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A403903-B1D9-4153-8254-8C46905401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D345E3-FC01-478F-9FC4-58385120BC7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0721026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4A9AD07-1AED-4C84-9481-5A5D07859D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7D7CB1D-FBB7-4CAC-82F0-4792CB3F00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699C39-612E-41E1-A195-1E993D1232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119A43-982A-41FB-B8E3-54CDEF9CBDE2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44254338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0C0F9B1-7DCB-4955-9888-069330EB1A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2166CF0-E9F0-4AA1-B8D4-93363ACCC8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C59857A-6A44-489F-9608-1C930B83DE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8BE2C0-FFA6-4233-8A13-5B4FA15A186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6171547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D5DDD1D-AC72-4E0D-A025-3421178DAC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9067E1E-7EB5-43E8-8416-C8D64D825A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8AD74EA-6EFC-4FAE-BBAC-D3E31CDB8D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2F7006-FA76-46A7-A636-E64AF30D5F5F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37463692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C6373D6-778D-4A2F-BBAA-027C7EC532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4337936-5525-44BE-8AEE-6C8DB6922E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FDF131-0030-4329-996E-541270FCF5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F4832D-D41F-4D9C-BFE1-620B9401BDDC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4107951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0E7551F-9729-41DC-A9A7-4B13BAC5D0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953E19E-5A4E-48E4-A7A1-B01D365C59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DEBF52B-63FD-4047-A9F4-B592C8422B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533BDB-A888-4E42-B109-2E0B65C1972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63964203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6D083F0-58FE-4473-BD49-3D568F4BF4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F6CA7C8-9ADE-436B-9211-F5CCB9D30D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7B02B96-D6E6-4577-9AFF-5FB3A21FF5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003297-250C-4010-B30B-52BD9F8749B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25206031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39A1B1C-9C1E-497A-86AC-30F16CAFEB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9CF00EA-617B-4D74-87C4-C110D65FAB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BDEE462-8DD1-4392-8F05-5202F311F0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778DC2-5969-4581-B3BF-AD55EBC27F83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6421809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762CF56-CD78-497A-BD2C-268069C70B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05C6E1B-411F-4525-850B-946F21FD13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4FFDD4D-0A78-4514-B92B-BF070EC1FC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7D061C-E733-42F0-80CE-5CB4E041D60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65296423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sz="4000"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3731AD5-48B0-4EA1-B582-55B9CF45BE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E7BFDD9-3B2D-4BC6-9242-608310793A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12F6C06-A0F7-407B-B881-52A6D91BE1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1B02FB-0A40-4E75-BB87-73585C9481E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85585495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BDE3580-C8EA-40C2-B681-1DC42344A1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4ED5481-A784-4140-813D-394841F424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F7C1313-B308-463E-B9D1-E5B9CE558C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F6927C-A7E1-47F7-A5B8-85A5B2360D5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59031172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1F637B3F-F45B-4C6F-A25B-7606E982E35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79246613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585EEA2D-E59D-43D9-9D5F-38FF762C1CE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46031871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2327DB82-F0C7-4AF6-819E-64A5E2960BC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08138598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FC4A93C-0FC7-4072-830D-4C3A5450632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6312939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3067238F-B339-43B7-A637-07E3743BF94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28425469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A822ED09-1093-49F2-A2E3-9AA8A086B84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72547598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BDC73EB-9344-45C4-ADC6-E1273050F31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59748089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0CC4AC2D-2465-47BE-B7DC-170D9395498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9945997"/>
      </p:ext>
    </p:extLst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A5265BC-AE00-47CD-99DC-2B09792A056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76281997"/>
      </p:ext>
    </p:extLst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1730548-7313-449C-BECC-5249F46EF98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40881503"/>
      </p:ext>
    </p:extLst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14ABCAB-A6AC-44D4-B2B8-52E3E7E7BB0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97464036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76C5FD-77EB-48FA-8E45-A9FEF7CF9C6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36206141"/>
      </p:ext>
    </p:extLst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313024-B5AF-48B4-A827-6864658D404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72864696"/>
      </p:ext>
    </p:extLst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FFEE950-9217-497E-8C69-4FEB1F5711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B234AEE-2265-4543-89B4-3E3B20112D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7FCB772-13AC-4235-B9E3-109F7B6340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6026BB-9B99-4168-9A77-98AC4B36744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95101491"/>
      </p:ext>
    </p:extLst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1" y="-14288"/>
            <a:ext cx="12206817" cy="6884988"/>
            <a:chOff x="0" y="-9"/>
            <a:chExt cx="5767" cy="4337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1632" y="-5"/>
              <a:ext cx="1737" cy="4333"/>
            </a:xfrm>
            <a:custGeom>
              <a:avLst/>
              <a:gdLst>
                <a:gd name="T0" fmla="*/ 494 w 1737"/>
                <a:gd name="T1" fmla="*/ 4322 h 4320"/>
                <a:gd name="T2" fmla="*/ 1737 w 1737"/>
                <a:gd name="T3" fmla="*/ 4333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22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0" y="-7"/>
              <a:ext cx="1737" cy="4329"/>
            </a:xfrm>
            <a:custGeom>
              <a:avLst/>
              <a:gdLst>
                <a:gd name="T0" fmla="*/ 494 w 1737"/>
                <a:gd name="T1" fmla="*/ 4318 h 4320"/>
                <a:gd name="T2" fmla="*/ 1737 w 1737"/>
                <a:gd name="T3" fmla="*/ 4329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18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hidden">
            <a:xfrm>
              <a:off x="3744" y="-4"/>
              <a:ext cx="1739" cy="4330"/>
            </a:xfrm>
            <a:custGeom>
              <a:avLst/>
              <a:gdLst>
                <a:gd name="T0" fmla="*/ 494 w 1739"/>
                <a:gd name="T1" fmla="*/ 4325 h 4420"/>
                <a:gd name="T2" fmla="*/ 1739 w 1739"/>
                <a:gd name="T3" fmla="*/ 4330 h 4420"/>
                <a:gd name="T4" fmla="*/ 524 w 1739"/>
                <a:gd name="T5" fmla="*/ 0 h 4420"/>
                <a:gd name="T6" fmla="*/ 0 w 1739"/>
                <a:gd name="T7" fmla="*/ 7 h 4420"/>
                <a:gd name="T8" fmla="*/ 494 w 1739"/>
                <a:gd name="T9" fmla="*/ 4325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hidden">
            <a:xfrm>
              <a:off x="1920" y="-9"/>
              <a:ext cx="2080" cy="4324"/>
            </a:xfrm>
            <a:custGeom>
              <a:avLst/>
              <a:gdLst>
                <a:gd name="T0" fmla="*/ 0 w 2080"/>
                <a:gd name="T1" fmla="*/ 7 h 4338"/>
                <a:gd name="T2" fmla="*/ 1870 w 2080"/>
                <a:gd name="T3" fmla="*/ 4324 h 4338"/>
                <a:gd name="T4" fmla="*/ 2080 w 2080"/>
                <a:gd name="T5" fmla="*/ 4324 h 4338"/>
                <a:gd name="T6" fmla="*/ 1033 w 2080"/>
                <a:gd name="T7" fmla="*/ 0 h 4338"/>
                <a:gd name="T8" fmla="*/ 0 w 2080"/>
                <a:gd name="T9" fmla="*/ 7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DFBEA48A-6380-439C-A85F-1E1099CC8A7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17" y="97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D0FFE6F5-AA2E-4934-A90E-1EFE1F19BD60}"/>
                </a:ext>
              </a:extLst>
            </p:cNvPr>
            <p:cNvSpPr>
              <a:spLocks/>
            </p:cNvSpPr>
            <p:nvPr/>
          </p:nvSpPr>
          <p:spPr bwMode="hidden">
            <a:xfrm rot="2702961" flipH="1">
              <a:off x="810" y="766"/>
              <a:ext cx="2544" cy="1008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CD77A607-7851-4017-8C3B-29E754AEA57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83" y="49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B90E5FDA-AFAF-471E-BF83-E428D19C9E35}"/>
                </a:ext>
              </a:extLst>
            </p:cNvPr>
            <p:cNvSpPr>
              <a:spLocks/>
            </p:cNvSpPr>
            <p:nvPr/>
          </p:nvSpPr>
          <p:spPr bwMode="hidden">
            <a:xfrm rot="-2895842">
              <a:off x="-984" y="1041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21A3D39D-5A57-4490-803E-7D31EDCAFC4E}"/>
                </a:ext>
              </a:extLst>
            </p:cNvPr>
            <p:cNvSpPr>
              <a:spLocks/>
            </p:cNvSpPr>
            <p:nvPr/>
          </p:nvSpPr>
          <p:spPr bwMode="hidden">
            <a:xfrm rot="-2305141">
              <a:off x="1331" y="913"/>
              <a:ext cx="3594" cy="1735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127D59BC-6A34-448E-A49D-7549424E6226}"/>
                </a:ext>
              </a:extLst>
            </p:cNvPr>
            <p:cNvSpPr>
              <a:spLocks/>
            </p:cNvSpPr>
            <p:nvPr/>
          </p:nvSpPr>
          <p:spPr bwMode="hidden">
            <a:xfrm rot="2084418" flipH="1">
              <a:off x="1859" y="865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4E4E4C7B-DDEB-4DDF-A022-0D808F835DF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250" y="-7"/>
              <a:ext cx="1089" cy="2285"/>
            </a:xfrm>
            <a:custGeom>
              <a:avLst/>
              <a:gdLst/>
              <a:ahLst/>
              <a:cxnLst>
                <a:cxn ang="0">
                  <a:pos x="0" y="2265"/>
                </a:cxn>
                <a:cxn ang="0">
                  <a:pos x="1030" y="0"/>
                </a:cxn>
                <a:cxn ang="0">
                  <a:pos x="1089" y="0"/>
                </a:cxn>
                <a:cxn ang="0">
                  <a:pos x="37" y="2285"/>
                </a:cxn>
                <a:cxn ang="0">
                  <a:pos x="0" y="2265"/>
                </a:cxn>
              </a:cxnLst>
              <a:rect l="0" t="0" r="r" b="b"/>
              <a:pathLst>
                <a:path w="1089" h="2285">
                  <a:moveTo>
                    <a:pt x="0" y="2265"/>
                  </a:moveTo>
                  <a:cubicBezTo>
                    <a:pt x="438" y="996"/>
                    <a:pt x="865" y="377"/>
                    <a:pt x="1030" y="0"/>
                  </a:cubicBezTo>
                  <a:cubicBezTo>
                    <a:pt x="1030" y="0"/>
                    <a:pt x="1059" y="0"/>
                    <a:pt x="1089" y="0"/>
                  </a:cubicBezTo>
                  <a:cubicBezTo>
                    <a:pt x="565" y="834"/>
                    <a:pt x="181" y="1853"/>
                    <a:pt x="37" y="2285"/>
                  </a:cubicBezTo>
                  <a:cubicBezTo>
                    <a:pt x="37" y="2285"/>
                    <a:pt x="0" y="2265"/>
                    <a:pt x="0" y="2265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3E562CC4-E837-4BAB-8801-D175535E81F4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41"/>
              <a:ext cx="5760" cy="43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invGray">
            <a:xfrm>
              <a:off x="1632" y="2487"/>
              <a:ext cx="1737" cy="382"/>
            </a:xfrm>
            <a:custGeom>
              <a:avLst/>
              <a:gdLst>
                <a:gd name="T0" fmla="*/ 494 w 1737"/>
                <a:gd name="T1" fmla="*/ 381 h 4320"/>
                <a:gd name="T2" fmla="*/ 1737 w 1737"/>
                <a:gd name="T3" fmla="*/ 382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1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invGray">
            <a:xfrm>
              <a:off x="0" y="2487"/>
              <a:ext cx="1737" cy="381"/>
            </a:xfrm>
            <a:custGeom>
              <a:avLst/>
              <a:gdLst>
                <a:gd name="T0" fmla="*/ 494 w 1737"/>
                <a:gd name="T1" fmla="*/ 380 h 4320"/>
                <a:gd name="T2" fmla="*/ 1737 w 1737"/>
                <a:gd name="T3" fmla="*/ 381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0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invGray">
            <a:xfrm>
              <a:off x="3744" y="2487"/>
              <a:ext cx="1739" cy="382"/>
            </a:xfrm>
            <a:custGeom>
              <a:avLst/>
              <a:gdLst>
                <a:gd name="T0" fmla="*/ 494 w 1739"/>
                <a:gd name="T1" fmla="*/ 382 h 4420"/>
                <a:gd name="T2" fmla="*/ 1739 w 1739"/>
                <a:gd name="T3" fmla="*/ 382 h 4420"/>
                <a:gd name="T4" fmla="*/ 524 w 1739"/>
                <a:gd name="T5" fmla="*/ 0 h 4420"/>
                <a:gd name="T6" fmla="*/ 0 w 1739"/>
                <a:gd name="T7" fmla="*/ 1 h 4420"/>
                <a:gd name="T8" fmla="*/ 494 w 1739"/>
                <a:gd name="T9" fmla="*/ 382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invGray">
            <a:xfrm>
              <a:off x="1920" y="2487"/>
              <a:ext cx="2080" cy="381"/>
            </a:xfrm>
            <a:custGeom>
              <a:avLst/>
              <a:gdLst>
                <a:gd name="T0" fmla="*/ 0 w 2080"/>
                <a:gd name="T1" fmla="*/ 1 h 4338"/>
                <a:gd name="T2" fmla="*/ 1870 w 2080"/>
                <a:gd name="T3" fmla="*/ 381 h 4338"/>
                <a:gd name="T4" fmla="*/ 2080 w 2080"/>
                <a:gd name="T5" fmla="*/ 381 h 4338"/>
                <a:gd name="T6" fmla="*/ 1033 w 2080"/>
                <a:gd name="T7" fmla="*/ 0 h 4338"/>
                <a:gd name="T8" fmla="*/ 0 w 2080"/>
                <a:gd name="T9" fmla="*/ 1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1" name="Rectangle 19">
              <a:extLst>
                <a:ext uri="{FF2B5EF4-FFF2-40B4-BE49-F238E27FC236}">
                  <a16:creationId xmlns:a16="http://schemas.microsoft.com/office/drawing/2014/main" id="{6F7F9F6A-29BF-4BEF-991D-7ECC4D7678C3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7" y="2456"/>
              <a:ext cx="5760" cy="432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82D9103E-B775-4D14-B6F8-9589C6F38F6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2583" y="2449"/>
              <a:ext cx="1036" cy="420"/>
            </a:xfrm>
            <a:custGeom>
              <a:avLst/>
              <a:gdLst/>
              <a:ahLst/>
              <a:cxnLst>
                <a:cxn ang="0">
                  <a:pos x="1027" y="0"/>
                </a:cxn>
                <a:cxn ang="0">
                  <a:pos x="0" y="417"/>
                </a:cxn>
                <a:cxn ang="0">
                  <a:pos x="24" y="420"/>
                </a:cxn>
                <a:cxn ang="0">
                  <a:pos x="1036" y="16"/>
                </a:cxn>
                <a:cxn ang="0">
                  <a:pos x="1027" y="0"/>
                </a:cxn>
              </a:cxnLst>
              <a:rect l="0" t="0" r="r" b="b"/>
              <a:pathLst>
                <a:path w="1036" h="420">
                  <a:moveTo>
                    <a:pt x="1027" y="0"/>
                  </a:moveTo>
                  <a:cubicBezTo>
                    <a:pt x="508" y="159"/>
                    <a:pt x="167" y="347"/>
                    <a:pt x="0" y="417"/>
                  </a:cubicBezTo>
                  <a:cubicBezTo>
                    <a:pt x="0" y="417"/>
                    <a:pt x="12" y="418"/>
                    <a:pt x="24" y="420"/>
                  </a:cubicBezTo>
                  <a:cubicBezTo>
                    <a:pt x="237" y="321"/>
                    <a:pt x="708" y="105"/>
                    <a:pt x="1036" y="16"/>
                  </a:cubicBezTo>
                  <a:cubicBezTo>
                    <a:pt x="1036" y="16"/>
                    <a:pt x="1027" y="0"/>
                    <a:pt x="1027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1A481562-6E13-450E-8E86-813A4DD18B6B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148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42AAED80-0BB1-42B0-8901-32D69E526DBB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76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5ACF0571-FCB7-428A-8D2B-B3DFB16CB487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31" y="2385"/>
              <a:ext cx="1034" cy="487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2F57F0A9-E547-4CC1-A7F9-6E4FBBC21848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576" y="2441"/>
              <a:ext cx="3552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D499A713-07AF-4D97-8E0B-3A505597EDC9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240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A25A67E8-1FC3-4609-83F1-DDC5505D756C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036" y="2489"/>
              <a:ext cx="1332" cy="383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350CF563-8F6E-4DB9-9335-29B9429D9F52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984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F5CEBC45-CC86-4EE5-99DB-9CBB9A89F8F6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456" y="2441"/>
              <a:ext cx="2304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3B1BDC5C-9D36-4CE9-B2F3-DC034DCEF67B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62"/>
              <a:ext cx="5760" cy="14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accent1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2" name="Rectangle 30">
              <a:extLst>
                <a:ext uri="{FF2B5EF4-FFF2-40B4-BE49-F238E27FC236}">
                  <a16:creationId xmlns:a16="http://schemas.microsoft.com/office/drawing/2014/main" id="{2B3124DC-F11F-46CE-8B97-16EAD64E2E1F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2880"/>
              <a:ext cx="5760" cy="57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33" name="Rectangle 31">
              <a:extLst>
                <a:ext uri="{FF2B5EF4-FFF2-40B4-BE49-F238E27FC236}">
                  <a16:creationId xmlns:a16="http://schemas.microsoft.com/office/drawing/2014/main" id="{7097D5F9-9E49-4C74-A4FF-5290B7B5CCFE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3408"/>
              <a:ext cx="5760" cy="9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pic>
          <p:nvPicPr>
            <p:cNvPr id="34" name="Picture 32" descr="D:\FRONTPAGE THEMES\BLITZ\BTZBUL1A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6" y="1650"/>
              <a:ext cx="20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73" name="Rectangle 33"/>
          <p:cNvSpPr>
            <a:spLocks noGrp="1" noChangeArrowheads="1"/>
          </p:cNvSpPr>
          <p:nvPr>
            <p:ph type="ctrTitle"/>
          </p:nvPr>
        </p:nvSpPr>
        <p:spPr>
          <a:xfrm>
            <a:off x="2235200" y="1905000"/>
            <a:ext cx="9652000" cy="1905000"/>
          </a:xfrm>
        </p:spPr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10274" name="Rectangle 34"/>
          <p:cNvSpPr>
            <a:spLocks noGrp="1" noChangeArrowheads="1"/>
          </p:cNvSpPr>
          <p:nvPr>
            <p:ph type="subTitle" idx="1"/>
          </p:nvPr>
        </p:nvSpPr>
        <p:spPr>
          <a:xfrm>
            <a:off x="2235200" y="4572001"/>
            <a:ext cx="8534400" cy="16795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35" name="Rectangle 35">
            <a:extLst>
              <a:ext uri="{FF2B5EF4-FFF2-40B4-BE49-F238E27FC236}">
                <a16:creationId xmlns:a16="http://schemas.microsoft.com/office/drawing/2014/main" id="{7EEFCBA9-8136-4C8F-B7D2-59DB8CAB68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6" name="Rectangle 36">
            <a:extLst>
              <a:ext uri="{FF2B5EF4-FFF2-40B4-BE49-F238E27FC236}">
                <a16:creationId xmlns:a16="http://schemas.microsoft.com/office/drawing/2014/main" id="{BC676330-C207-4776-9A11-73EB313CEA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7" name="Rectangle 37">
            <a:extLst>
              <a:ext uri="{FF2B5EF4-FFF2-40B4-BE49-F238E27FC236}">
                <a16:creationId xmlns:a16="http://schemas.microsoft.com/office/drawing/2014/main" id="{2E4DE064-A3B1-40DB-8D1B-D6AD3446E4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028016-D2B6-4E2B-B32F-CFC55C570A9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15656064"/>
      </p:ext>
    </p:extLst>
  </p:cSld>
  <p:clrMapOvr>
    <a:masterClrMapping/>
  </p:clrMapOvr>
  <p:transition spd="slow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045F8ED-947E-4703-B809-51AC31ABAD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646935D-4EDE-4E27-95AE-4C999ABFD0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1EC8EEE-008D-4FAD-BBE0-7D48E1534CD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97A4B42-2EA2-454E-85A7-565ACC1C53D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B9F71E6-C115-4FB6-B300-6BA43D2001A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FD25218F-40A1-4621-8A9C-1D13555297C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800549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08D52E6-4146-4D3E-B83D-22FA3C36AA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CD970D23-B23C-4666-9604-6FAAFD7E44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C8E8EE4-7753-4323-B5CA-FE16F48A2C3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CA68123-6B39-4AB4-8CC4-65126B11DBD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CD73471-9FBF-421E-B3D4-377CB6EA6B0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CA43700B-5AD5-4DF8-B5EB-622B795DDC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71850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768B7A-A7F2-44B2-ABA4-2728DE55E0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E9EF706-A1C0-444A-9AE5-63C2C25FB8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D8E0434-B5C3-468C-990A-989560D1EC2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53B1B57-BF43-4EA3-80F8-8C515906959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8220A42-41D3-4A5C-B724-0E400339634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BF6395CF-4EB5-4C0D-AEF8-C2323ABCDC3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046327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8F92C0A-80D0-46AB-A95F-C6AA22AB02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9E29EF4-B18E-48D0-BB2D-A73E8A7B1E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0739121-E34F-4ED2-B77C-D871E539ED3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B670001-DA50-417C-8005-5E1BC001FC5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627F243-7891-4440-8C26-1FD97571D7F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fld id="{0FA0184E-5ABE-4EE1-B075-3E242272C91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490571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400" b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1" sz="1400" b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400" b="0">
                <a:solidFill>
                  <a:srgbClr val="000000"/>
                </a:solidFill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D84F2B82-CAF4-4796-BB18-FC7AAB714C0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61284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1C90037C-C661-4379-B7B1-358A0EBA866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204531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0" r:id="rId1"/>
    <p:sldLayoutId id="2147484001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FFEE950-9217-497E-8C69-4FEB1F5711C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B234AEE-2265-4543-89B4-3E3B20112D7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7FCB772-13AC-4235-B9E3-109F7B63402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8224DFE8-C4CF-42B7-B10D-892870FD48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322469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54" r:id="rId1"/>
    <p:sldLayoutId id="2147484055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6BC4E9A0-D859-472A-AEE2-D5CC29566A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</a:t>
            </a:r>
          </a:p>
        </p:txBody>
      </p:sp>
      <p:pic>
        <p:nvPicPr>
          <p:cNvPr id="26627" name="Content Placeholder 8">
            <a:extLst>
              <a:ext uri="{FF2B5EF4-FFF2-40B4-BE49-F238E27FC236}">
                <a16:creationId xmlns:a16="http://schemas.microsoft.com/office/drawing/2014/main" id="{6A811F3E-D7E7-410C-9FB6-51A9AD89691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1" b="388"/>
          <a:stretch>
            <a:fillRect/>
          </a:stretch>
        </p:blipFill>
        <p:spPr>
          <a:xfrm>
            <a:off x="1524000" y="0"/>
            <a:ext cx="9144000" cy="2895600"/>
          </a:xfrm>
        </p:spPr>
      </p:pic>
      <p:pic>
        <p:nvPicPr>
          <p:cNvPr id="26628" name="Picture 10">
            <a:extLst>
              <a:ext uri="{FF2B5EF4-FFF2-40B4-BE49-F238E27FC236}">
                <a16:creationId xmlns:a16="http://schemas.microsoft.com/office/drawing/2014/main" id="{52D61696-9BB7-4251-B206-77AB532470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2895600"/>
            <a:ext cx="64770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Content Placeholder 8">
            <a:extLst>
              <a:ext uri="{FF2B5EF4-FFF2-40B4-BE49-F238E27FC236}">
                <a16:creationId xmlns:a16="http://schemas.microsoft.com/office/drawing/2014/main" id="{9304C1C8-67B3-2F9A-9B20-C991F0A592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45" t="58600" r="55199" b="38110"/>
          <a:stretch/>
        </p:blipFill>
        <p:spPr bwMode="auto">
          <a:xfrm>
            <a:off x="5679992" y="1703697"/>
            <a:ext cx="87867" cy="95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4">
            <a:extLst>
              <a:ext uri="{FF2B5EF4-FFF2-40B4-BE49-F238E27FC236}">
                <a16:creationId xmlns:a16="http://schemas.microsoft.com/office/drawing/2014/main" id="{12460F02-D5DD-4E97-B015-A4F9A6D15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0" y="1250950"/>
            <a:ext cx="6350000" cy="406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歡迎來到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新城歸正教會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1" i="0" u="none" strike="noStrike" kern="1200" cap="none" spc="0" normalizeH="0" baseline="0" noProof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72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台語崇拜</a:t>
            </a:r>
            <a:endParaRPr kumimoji="0" lang="en-GB" altLang="zh-TW" sz="7200" b="1" i="0" u="none" strike="noStrike" kern="1200" cap="none" spc="0" normalizeH="0" baseline="0" noProof="0">
              <a:ln>
                <a:noFill/>
              </a:ln>
              <a:solidFill>
                <a:srgbClr val="00FFFF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1" name="Content Placeholder 2">
            <a:extLst>
              <a:ext uri="{FF2B5EF4-FFF2-40B4-BE49-F238E27FC236}">
                <a16:creationId xmlns:a16="http://schemas.microsoft.com/office/drawing/2014/main" id="{F93CF712-58A5-4DA0-9AF8-9E5BB66010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759656"/>
            <a:ext cx="12192000" cy="6295292"/>
          </a:xfrm>
        </p:spPr>
        <p:txBody>
          <a:bodyPr/>
          <a:lstStyle/>
          <a:p>
            <a:pPr lvl="0" algn="l"/>
            <a:r>
              <a:rPr lang="zh-TW" altLang="en-US" dirty="0"/>
              <a:t>  台語崇拜使用 </a:t>
            </a:r>
            <a:r>
              <a:rPr lang="en-US" altLang="zh-TW" dirty="0"/>
              <a:t>Zoom </a:t>
            </a:r>
            <a:r>
              <a:rPr lang="zh-TW" altLang="en-US" dirty="0"/>
              <a:t>華語翻譯</a:t>
            </a:r>
            <a:r>
              <a:rPr lang="en-US" altLang="zh-TW" dirty="0"/>
              <a:t>: </a:t>
            </a:r>
          </a:p>
          <a:p>
            <a:pPr lvl="0" algn="l"/>
            <a:r>
              <a:rPr lang="zh-TW" altLang="en-US" dirty="0"/>
              <a:t>  會議號碼</a:t>
            </a:r>
            <a:r>
              <a:rPr lang="en-US" altLang="zh-TW" dirty="0"/>
              <a:t>: </a:t>
            </a:r>
            <a:r>
              <a:rPr lang="en-US" altLang="zh-TW" dirty="0">
                <a:solidFill>
                  <a:srgbClr val="FFFF00"/>
                </a:solidFill>
              </a:rPr>
              <a:t>867 5272 8884 </a:t>
            </a:r>
          </a:p>
          <a:p>
            <a:pPr lvl="0" algn="l"/>
            <a:r>
              <a:rPr lang="zh-TW" altLang="en-US" dirty="0"/>
              <a:t>  密碼 </a:t>
            </a:r>
            <a:r>
              <a:rPr lang="en-US" altLang="zh-TW" dirty="0">
                <a:solidFill>
                  <a:srgbClr val="FFFF00"/>
                </a:solidFill>
              </a:rPr>
              <a:t>8515 </a:t>
            </a:r>
            <a:r>
              <a:rPr lang="zh-TW" altLang="en-US" dirty="0"/>
              <a:t>手機加入 </a:t>
            </a:r>
            <a:r>
              <a:rPr lang="en-US" altLang="zh-TW" dirty="0">
                <a:solidFill>
                  <a:srgbClr val="FFFF00"/>
                </a:solidFill>
              </a:rPr>
              <a:t>646-558-8656</a:t>
            </a:r>
            <a:r>
              <a:rPr lang="en-US" altLang="zh-TW" dirty="0"/>
              <a:t> </a:t>
            </a:r>
          </a:p>
          <a:p>
            <a:pPr lvl="0" algn="l"/>
            <a:r>
              <a:rPr lang="zh-TW" altLang="en-US" dirty="0"/>
              <a:t>  請自帶耳機</a:t>
            </a:r>
            <a:r>
              <a:rPr lang="en-US" altLang="zh-TW" dirty="0"/>
              <a:t>,</a:t>
            </a:r>
            <a:r>
              <a:rPr lang="zh-TW" altLang="en-US" dirty="0"/>
              <a:t>加入後麥克風請靜音。</a:t>
            </a:r>
            <a:endParaRPr lang="zh-TW" altLang="en-US" b="0" spc="-15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365533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4"/>
          <p:cNvSpPr txBox="1">
            <a:spLocks noChangeArrowheads="1"/>
          </p:cNvSpPr>
          <p:nvPr/>
        </p:nvSpPr>
        <p:spPr bwMode="auto">
          <a:xfrm>
            <a:off x="3216275" y="620713"/>
            <a:ext cx="6219825" cy="550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</a:rPr>
              <a:t>請咱用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rgbClr val="FFFF66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</a:rPr>
              <a:t>來參加今天的敬拜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GB" altLang="zh-TW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2855913" y="2332038"/>
            <a:ext cx="6799262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0" b="1" i="0" u="none" strike="noStrike" kern="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安靜 敬虔的心</a:t>
            </a:r>
          </a:p>
        </p:txBody>
      </p:sp>
    </p:spTree>
    <p:extLst>
      <p:ext uri="{BB962C8B-B14F-4D97-AF65-F5344CB8AC3E}">
        <p14:creationId xmlns:p14="http://schemas.microsoft.com/office/powerpoint/2010/main" val="281865156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3709988" y="127000"/>
            <a:ext cx="4773612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sng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開  會  詩</a:t>
            </a:r>
          </a:p>
        </p:txBody>
      </p:sp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9144000" cy="537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endParaRPr kumimoji="0" lang="en-US" altLang="zh-TW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上帝此時臨在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大家同心敬拜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佇主面前虔誠服事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上帝永遠存在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彈琴彈瑟和諧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萬姓萬族圍圍敬拜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聖旨意到永遠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萬軍的主臨到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管理聖會做頭</a:t>
            </a:r>
            <a:r>
              <a:rPr lang="en-US" altLang="zh-TW" sz="4800" b="1" kern="0" dirty="0">
                <a:solidFill>
                  <a:srgbClr val="FF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endParaRPr kumimoji="0" lang="zh-TW" altLang="en-US" sz="4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6723266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>
            <a:extLst>
              <a:ext uri="{FF2B5EF4-FFF2-40B4-BE49-F238E27FC236}">
                <a16:creationId xmlns:a16="http://schemas.microsoft.com/office/drawing/2014/main" id="{6F6D6D72-0502-467D-9F16-488811C60E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2357438"/>
            <a:ext cx="4773612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5500"/>
            </a:pPr>
            <a:r>
              <a:rPr kumimoji="0" lang="zh-TW" altLang="en-US" sz="55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宣  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664B0AA2-6119-96D6-6D64-4F755D2C4C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282: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我心大歡喜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我的嘴當吟詩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(1/5)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D5067517-76F2-4C6D-A872-0C4C267D7E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/>
              <a:t>我心大歡喜</a:t>
            </a:r>
            <a:endParaRPr lang="en-US" altLang="zh-TW" dirty="0"/>
          </a:p>
          <a:p>
            <a:pPr>
              <a:defRPr/>
            </a:pPr>
            <a:r>
              <a:rPr lang="zh-TW" altLang="en-US" dirty="0"/>
              <a:t>我的嘴</a:t>
            </a:r>
            <a:r>
              <a:rPr lang="zh-TW" altLang="en-US" u="sng" dirty="0"/>
              <a:t>當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tio̍h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吟詩</a:t>
            </a:r>
            <a:endParaRPr lang="en-US" altLang="zh-TW" dirty="0"/>
          </a:p>
          <a:p>
            <a:pPr>
              <a:defRPr/>
            </a:pPr>
            <a:r>
              <a:rPr lang="zh-TW" altLang="en-US" dirty="0"/>
              <a:t>感謝上主至大仁義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D20CF39-537D-784A-B26A-DD8598E030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282: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我心大歡喜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我的嘴當吟詩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(1/5)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8747D60E-CD1D-1B4D-6234-D7FFB6DF40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(tī)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日時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(o-ló)</a:t>
            </a:r>
          </a:p>
          <a:p>
            <a:pPr>
              <a:defRPr/>
            </a:pP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(tī)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冥時我感謝 </a:t>
            </a:r>
            <a:endParaRPr lang="nl-NL" altLang="zh-TW" u="sng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defRPr/>
            </a:pP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如此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(án-ni)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服事</a:t>
            </a:r>
            <a:r>
              <a:rPr lang="en-US" altLang="zh-TW" sz="320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(ho̍k-sāi)</a:t>
            </a:r>
            <a:endParaRPr lang="nl-NL" altLang="zh-TW" sz="3200">
              <a:latin typeface="Arial" panose="020B060402020202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  <a:p>
            <a:pPr>
              <a:defRPr/>
            </a:pP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亦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(iā)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無夠額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D2C49E4-9F3B-D53D-E6C8-A13E2B525B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282: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我心大歡喜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我的嘴當吟詩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(2/5)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9FCC2DD3-6F61-7F2F-BA31-49F1877B2A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我心所敬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愛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(thiàⁿ)</a:t>
            </a: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我至好的牧者</a:t>
            </a: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羊群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站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(tiàm)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處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(hia)</a:t>
            </a: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攏無驚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F61E8E2E-374D-B189-1D49-76A6E990BE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282: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我心大歡喜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我的嘴當吟詩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(2/5)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1DBEF3B2-DC40-01AD-0712-B374888BF1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青翠的草埔</a:t>
            </a:r>
            <a:endParaRPr lang="nl-NL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祢歡喜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(chhōa)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阮去</a:t>
            </a:r>
          </a:p>
          <a:p>
            <a:pPr>
              <a:defRPr/>
            </a:pP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(hō͘ 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阮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與祢同歡喜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997A345A-F892-90EB-FAEE-EAAFB594C3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282: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我心大歡喜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我的嘴當吟詩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(3/5)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CFEA78A1-EA5A-91B0-6A15-1CDEFF7C0D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曠野大沙埔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我有時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行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(kiâⁿ)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迷路</a:t>
            </a:r>
          </a:p>
          <a:p>
            <a:pPr>
              <a:defRPr/>
            </a:pP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彼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(hit)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時我心神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真艱苦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C8A040E-20A9-21B1-0408-09A49F169B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282: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我心大歡喜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我的嘴當吟詩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(3/5)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28EFA509-786F-4102-AE1A-64780466C7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/>
              <a:t>雖然對敵來</a:t>
            </a:r>
            <a:endParaRPr lang="en-US" altLang="zh-TW" dirty="0"/>
          </a:p>
          <a:p>
            <a:pPr>
              <a:defRPr/>
            </a:pPr>
            <a:r>
              <a:rPr lang="zh-TW" altLang="en-US" dirty="0"/>
              <a:t>敢看輕</a:t>
            </a:r>
            <a:r>
              <a:rPr lang="zh-TW" altLang="en-US" u="sng" dirty="0"/>
              <a:t>且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koh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u="sng" dirty="0"/>
              <a:t>恥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thí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笑</a:t>
            </a:r>
          </a:p>
          <a:p>
            <a:pPr>
              <a:defRPr/>
            </a:pPr>
            <a:r>
              <a:rPr lang="zh-TW" altLang="en-US" u="sng" dirty="0"/>
              <a:t>尚且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iáu-kú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主</a:t>
            </a:r>
            <a:endParaRPr lang="nl-NL" altLang="zh-TW" dirty="0"/>
          </a:p>
          <a:p>
            <a:pPr>
              <a:defRPr/>
            </a:pPr>
            <a:r>
              <a:rPr lang="zh-TW" altLang="en-US" u="sng" dirty="0"/>
              <a:t>使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hō</a:t>
            </a:r>
            <a:r>
              <a:rPr lang="en-US" altLang="zh-TW" sz="3200" dirty="0">
                <a:latin typeface="+mj-lt"/>
              </a:rPr>
              <a:t>͘ )</a:t>
            </a:r>
            <a:r>
              <a:rPr lang="zh-TW" altLang="en-US" dirty="0"/>
              <a:t>我</a:t>
            </a:r>
            <a:r>
              <a:rPr lang="zh-TW" altLang="en-US" u="sng" dirty="0"/>
              <a:t>可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thang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求叫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47C22922-ECDD-6713-0BCB-3CD210C940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282: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我心大歡喜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我的嘴當吟詩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(4/5)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81900CDC-14F7-9223-32D0-61734E0908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萬民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當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(tio̍h)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親近</a:t>
            </a:r>
            <a:endParaRPr lang="nl-NL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我的主我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人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(jîn)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君</a:t>
            </a: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聲音好聽面貌溫純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DC39274E-20D8-8350-9335-F79A84C55D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282: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我心大歡喜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我的嘴當吟詩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(4/5)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A82BB19E-AC8F-AAC0-731C-5EB5E2D170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天使與世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人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(jîn)</a:t>
            </a: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同歡喜出大聲</a:t>
            </a:r>
          </a:p>
          <a:p>
            <a:pPr>
              <a:defRPr/>
            </a:pP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我的主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聖尊名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E501643D-903F-CACE-32D6-ADAD491F5E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282: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我心大歡喜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我的嘴當吟詩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(5/5)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5D83D32F-916E-5103-BDAD-F29E7D48B7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我心所欣慕</a:t>
            </a:r>
            <a:endParaRPr lang="nl-NL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大仁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愛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(ài)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主耶穌</a:t>
            </a: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是祢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愛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(thiàⁿ)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我替我開路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14497A93-F5E0-B97A-1EA7-A41B8013A0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282: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我心大歡喜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我的嘴當吟詩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(5/5)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88D5BD83-841C-7609-8783-FDDFF4C9CB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真理與活命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只有祢能賞賜</a:t>
            </a: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我歡喜感謝祢久久</a:t>
            </a: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>
            <a:extLst>
              <a:ext uri="{FF2B5EF4-FFF2-40B4-BE49-F238E27FC236}">
                <a16:creationId xmlns:a16="http://schemas.microsoft.com/office/drawing/2014/main" id="{01A9837D-1969-4BDE-8F03-F37C0D845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2357438"/>
            <a:ext cx="4773612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5500"/>
            </a:pPr>
            <a:r>
              <a:rPr kumimoji="0" lang="zh-TW" altLang="en-US" sz="55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祈  禱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BBC052D0-803D-459C-825E-153F05B65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8187"/>
            <a:ext cx="12192000" cy="6093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100"/>
            </a:pPr>
            <a:r>
              <a:rPr kumimoji="1" lang="zh-TW" altLang="en-US" sz="31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主禱文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900"/>
            </a:pPr>
            <a:r>
              <a:rPr kumimoji="1" lang="zh-TW" altLang="en-US" sz="3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阮在天裡的父</a:t>
            </a:r>
            <a:r>
              <a:rPr kumimoji="1" lang="en-US" altLang="zh-TW" sz="3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900"/>
            </a:pPr>
            <a:r>
              <a:rPr kumimoji="1" lang="zh-TW" altLang="en-US" sz="3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願祢的名聖</a:t>
            </a:r>
            <a:r>
              <a:rPr kumimoji="1" lang="en-US" altLang="zh-TW" sz="3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900"/>
            </a:pPr>
            <a:r>
              <a:rPr kumimoji="1" lang="zh-TW" altLang="en-US" sz="3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祢的國臨到</a:t>
            </a:r>
            <a:r>
              <a:rPr kumimoji="1" lang="en-US" altLang="zh-TW" sz="3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1" lang="zh-TW" altLang="en-US" sz="3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祢的旨意得成</a:t>
            </a:r>
            <a:r>
              <a:rPr kumimoji="1" lang="en-US" altLang="zh-TW" sz="3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900"/>
            </a:pPr>
            <a:r>
              <a:rPr kumimoji="1" lang="zh-TW" altLang="en-US" sz="3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在地裡親像在天裡</a:t>
            </a:r>
            <a:r>
              <a:rPr kumimoji="1" lang="en-US" altLang="zh-TW" sz="3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900"/>
            </a:pPr>
            <a:r>
              <a:rPr kumimoji="1" lang="zh-TW" altLang="en-US" sz="3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阮的日食今仔日給阮</a:t>
            </a:r>
            <a:r>
              <a:rPr kumimoji="1" lang="en-US" altLang="zh-TW" sz="3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900"/>
            </a:pPr>
            <a:r>
              <a:rPr kumimoji="1" lang="zh-TW" altLang="en-US" sz="3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赦免阮的辜負</a:t>
            </a:r>
            <a:r>
              <a:rPr kumimoji="1" lang="en-US" altLang="zh-TW" sz="3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900"/>
            </a:pPr>
            <a:r>
              <a:rPr kumimoji="1" lang="zh-TW" altLang="en-US" sz="3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親像阮亦有赦免辜負阮的人</a:t>
            </a:r>
            <a:r>
              <a:rPr kumimoji="1" lang="en-US" altLang="zh-TW" sz="3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BBC052D0-803D-459C-825E-153F05B65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5324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100"/>
            </a:pPr>
            <a:r>
              <a:rPr kumimoji="1" lang="zh-TW" altLang="en-US" sz="31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 </a:t>
            </a:r>
            <a:r>
              <a:rPr kumimoji="1" lang="zh-TW" altLang="en-US" sz="31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主禱文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900"/>
            </a:pPr>
            <a:r>
              <a:rPr kumimoji="1" lang="zh-TW" altLang="en-US" sz="3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勿得導阮入於試</a:t>
            </a:r>
            <a:r>
              <a:rPr kumimoji="1" lang="en-US" altLang="zh-TW" sz="3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900"/>
            </a:pPr>
            <a:r>
              <a:rPr kumimoji="1" lang="zh-TW" altLang="en-US" sz="3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著救阮脫離彼個歹的</a:t>
            </a:r>
            <a:r>
              <a:rPr kumimoji="1" lang="en-US" altLang="zh-TW" sz="3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900"/>
            </a:pPr>
            <a:r>
              <a:rPr kumimoji="1" lang="zh-TW" altLang="en-US" sz="3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因為國</a:t>
            </a:r>
            <a:r>
              <a:rPr kumimoji="1" lang="en-US" altLang="zh-TW" sz="3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1" lang="zh-TW" altLang="en-US" sz="3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權能</a:t>
            </a:r>
            <a:r>
              <a:rPr kumimoji="1" lang="en-US" altLang="zh-TW" sz="3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900"/>
            </a:pPr>
            <a:r>
              <a:rPr kumimoji="1" lang="zh-TW" altLang="en-US" sz="3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榮光攏是祢所有</a:t>
            </a:r>
            <a:r>
              <a:rPr kumimoji="1" lang="en-US" altLang="zh-TW" sz="3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900"/>
            </a:pPr>
            <a:r>
              <a:rPr kumimoji="1" lang="zh-TW" altLang="en-US" sz="3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代代無盡</a:t>
            </a:r>
            <a:r>
              <a:rPr kumimoji="1" lang="en-US" altLang="zh-TW" sz="3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!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900"/>
            </a:pPr>
            <a:r>
              <a:rPr kumimoji="1" lang="zh-TW" altLang="en-US" sz="3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阿們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>
            <a:extLst>
              <a:ext uri="{FF2B5EF4-FFF2-40B4-BE49-F238E27FC236}">
                <a16:creationId xmlns:a16="http://schemas.microsoft.com/office/drawing/2014/main" id="{EDC18CEB-632D-465C-917B-68F657594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600"/>
            </a:pPr>
            <a:r>
              <a:rPr kumimoji="0" lang="zh-TW" altLang="en-US" sz="2600" b="1" i="0" u="sng" strike="noStrike" kern="120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信仰告白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600"/>
            </a:pP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300"/>
            </a:pPr>
            <a:r>
              <a:rPr kumimoji="0" lang="zh-TW" altLang="en-US" sz="3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我信上帝</a:t>
            </a:r>
            <a:r>
              <a:rPr kumimoji="0" lang="en-US" altLang="zh-TW" sz="3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3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全能的父</a:t>
            </a:r>
            <a:r>
              <a:rPr kumimoji="0" lang="en-US" altLang="zh-TW" sz="3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300"/>
            </a:pPr>
            <a:r>
              <a:rPr kumimoji="0" lang="zh-TW" altLang="en-US" sz="3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創造天地的主宰</a:t>
            </a:r>
            <a:r>
              <a:rPr kumimoji="0" lang="en-US" altLang="zh-TW" sz="3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300"/>
            </a:pPr>
            <a:r>
              <a:rPr kumimoji="0" lang="zh-TW" altLang="en-US" sz="3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我信耶穌基督</a:t>
            </a:r>
            <a:r>
              <a:rPr kumimoji="0" lang="en-US" altLang="zh-TW" sz="3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300"/>
            </a:pPr>
            <a:r>
              <a:rPr kumimoji="0" lang="zh-TW" altLang="en-US" sz="3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上帝的獨生子</a:t>
            </a:r>
            <a:r>
              <a:rPr kumimoji="0" lang="en-US" altLang="zh-TW" sz="3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3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咱的主</a:t>
            </a:r>
            <a:r>
              <a:rPr kumimoji="0" lang="en-US" altLang="zh-TW" sz="3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;</a:t>
            </a:r>
            <a:endParaRPr kumimoji="0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300"/>
            </a:pPr>
            <a:r>
              <a:rPr kumimoji="0" lang="zh-TW" altLang="en-US" sz="3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祂對聖神投胎</a:t>
            </a:r>
            <a:r>
              <a:rPr kumimoji="0" lang="en-US" altLang="zh-TW" sz="3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3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對在室女馬利亞出世</a:t>
            </a:r>
            <a:r>
              <a:rPr kumimoji="0" lang="en-US" altLang="zh-TW" sz="3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300"/>
            </a:pPr>
            <a:r>
              <a:rPr kumimoji="0" lang="zh-TW" altLang="en-US" sz="3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佇本丟彼拉多任內受苦</a:t>
            </a:r>
            <a:r>
              <a:rPr lang="en-US" altLang="zh-TW" sz="33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300"/>
            </a:pPr>
            <a:r>
              <a:rPr kumimoji="0" lang="zh-TW" altLang="en-US" sz="3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釘十字架</a:t>
            </a:r>
            <a:r>
              <a:rPr kumimoji="0" lang="en-US" altLang="zh-TW" sz="3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3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死</a:t>
            </a:r>
            <a:r>
              <a:rPr lang="en-US" altLang="zh-TW" sz="33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300"/>
            </a:pPr>
            <a:r>
              <a:rPr kumimoji="0" lang="zh-TW" altLang="en-US" sz="3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埋葬</a:t>
            </a:r>
            <a:r>
              <a:rPr kumimoji="0" lang="en-US" altLang="zh-TW" sz="3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3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落陰府</a:t>
            </a:r>
            <a:r>
              <a:rPr kumimoji="0" lang="en-US" altLang="zh-TW" sz="3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>
            <a:extLst>
              <a:ext uri="{FF2B5EF4-FFF2-40B4-BE49-F238E27FC236}">
                <a16:creationId xmlns:a16="http://schemas.microsoft.com/office/drawing/2014/main" id="{EDC18CEB-632D-465C-917B-68F657594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600"/>
            </a:pPr>
            <a:r>
              <a:rPr kumimoji="0" lang="zh-TW" altLang="en-US" sz="2600" b="1" i="0" u="sng" strike="noStrike" kern="120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信仰告白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600"/>
            </a:pP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300"/>
            </a:pPr>
            <a:r>
              <a:rPr kumimoji="0" lang="zh-TW" altLang="en-US" sz="3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第三日對死人中復活</a:t>
            </a:r>
            <a:r>
              <a:rPr kumimoji="0" lang="en-US" altLang="zh-TW" sz="3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300"/>
            </a:pPr>
            <a:r>
              <a:rPr kumimoji="0" lang="zh-TW" altLang="en-US" sz="3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上天</a:t>
            </a:r>
            <a:r>
              <a:rPr kumimoji="0" lang="en-US" altLang="zh-TW" sz="3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3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 今坐佇全能的父上帝的大傍</a:t>
            </a:r>
            <a:r>
              <a:rPr kumimoji="0" lang="en-US" altLang="zh-TW" sz="3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;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300"/>
            </a:pPr>
            <a:r>
              <a:rPr kumimoji="0" lang="zh-TW" altLang="en-US" sz="3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祂要對彼復來審判活人與死人</a:t>
            </a:r>
            <a:r>
              <a:rPr kumimoji="0" lang="en-US" altLang="zh-TW" sz="3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300"/>
            </a:pPr>
            <a:r>
              <a:rPr kumimoji="0" lang="zh-TW" altLang="en-US" sz="3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我信聖神</a:t>
            </a:r>
            <a:r>
              <a:rPr kumimoji="0" lang="en-US" altLang="zh-TW" sz="3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300"/>
            </a:pPr>
            <a:r>
              <a:rPr kumimoji="0" lang="zh-TW" altLang="en-US" sz="3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我信聖</a:t>
            </a:r>
            <a:r>
              <a:rPr kumimoji="0" lang="en-US" altLang="zh-TW" sz="3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3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公同的教會</a:t>
            </a:r>
            <a:r>
              <a:rPr kumimoji="0" lang="en-US" altLang="zh-TW" sz="3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300"/>
            </a:pPr>
            <a:r>
              <a:rPr kumimoji="0" lang="zh-TW" altLang="en-US" sz="3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聖徒的相通</a:t>
            </a:r>
            <a:r>
              <a:rPr kumimoji="0" lang="en-US" altLang="zh-TW" sz="3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3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罪的赦免</a:t>
            </a:r>
            <a:r>
              <a:rPr kumimoji="0" lang="en-US" altLang="zh-TW" sz="3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3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肉體的復活</a:t>
            </a:r>
            <a:r>
              <a:rPr lang="en-US" altLang="zh-TW" sz="33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300"/>
            </a:pPr>
            <a:r>
              <a:rPr kumimoji="0" lang="zh-TW" altLang="en-US" sz="3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永遠的活命</a:t>
            </a:r>
            <a:r>
              <a:rPr kumimoji="0" lang="en-US" altLang="zh-TW" sz="3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300"/>
            </a:pPr>
            <a:r>
              <a:rPr kumimoji="0" lang="zh-TW" altLang="en-US" sz="3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阿們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296FBE0-260E-FD06-28EE-51E684A8E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16: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67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F3581F58-7DF8-C796-ED57-E37A05D35E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2192000" cy="5867400"/>
          </a:xfrm>
        </p:spPr>
        <p:txBody>
          <a:bodyPr wrap="square" rIns="228600"/>
          <a:lstStyle/>
          <a:p>
            <a:pPr algn="l" hangingPunct="0">
              <a:defRPr/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願上帝憐憫阮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賜福阮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 hangingPunct="0">
              <a:defRPr/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zh-TW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(hō͘ 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祂的面照光阮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 hangingPunct="0">
              <a:defRPr/>
            </a:pP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 hangingPunct="0">
              <a:defRPr/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可使世界知祢的道路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 hangingPunct="0">
              <a:defRPr/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萬國中知祢的救恩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2AA4562-FBEC-AE7E-17D0-A9B822BEE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16: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67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6FAE187A-5F68-73C4-CB39-106285AE32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2192000" cy="5867400"/>
          </a:xfrm>
        </p:spPr>
        <p:txBody>
          <a:bodyPr wrap="square" rIns="228600"/>
          <a:lstStyle/>
          <a:p>
            <a:pPr algn="l" hangingPunct="0">
              <a:defRPr/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上帝啊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願列邦讚美祢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 hangingPunct="0">
              <a:defRPr/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願列邦攏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(o-ló͘ 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 hangingPunct="0">
              <a:defRPr/>
            </a:pPr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 hangingPunct="0">
              <a:defRPr/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願萬國快樂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 hangingPunct="0">
              <a:defRPr/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出歡喜的聲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B2D546C-255E-E6A2-9A1C-8C17C9CC2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16: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67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0DACE80B-28E8-957F-2A97-9C20645FD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2192000" cy="5867400"/>
          </a:xfrm>
        </p:spPr>
        <p:txBody>
          <a:bodyPr wrap="square" rIns="228600"/>
          <a:lstStyle/>
          <a:p>
            <a:pPr algn="l" hangingPunct="0">
              <a:defRPr/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因為祢必照公道審判列邦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 hangingPunct="0">
              <a:defRPr/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治理地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上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(chiūⁿ)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的萬國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 hangingPunct="0">
              <a:defRPr/>
            </a:pPr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 hangingPunct="0">
              <a:defRPr/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上帝啊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願列邦讚美祢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 hangingPunct="0">
              <a:defRPr/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願列邦攏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(o-ló͘ 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C262D156-6650-A091-BA98-3C716358F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16: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67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66FC754E-815C-6300-78AA-9D29AB37E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2192000" cy="5867400"/>
          </a:xfrm>
        </p:spPr>
        <p:txBody>
          <a:bodyPr wrap="square" rIns="228600"/>
          <a:lstStyle/>
          <a:p>
            <a:pPr algn="l" hangingPunct="0">
              <a:defRPr sz="5000"/>
            </a:pPr>
            <a:r>
              <a:rPr lang="en-US" altLang="zh-TW" sz="500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sz="500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地已經出土產</a:t>
            </a:r>
            <a:r>
              <a:rPr lang="en-US" altLang="zh-TW" sz="500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 hangingPunct="0">
              <a:defRPr sz="5000"/>
            </a:pPr>
            <a:r>
              <a:rPr lang="en-US" altLang="zh-TW" sz="500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sz="5000">
                <a:latin typeface="標楷體" panose="03000509000000000000" pitchFamily="49" charset="-120"/>
                <a:ea typeface="標楷體" panose="03000509000000000000" pitchFamily="49" charset="-120"/>
              </a:rPr>
              <a:t>上帝</a:t>
            </a:r>
            <a:r>
              <a:rPr lang="en-US" altLang="zh-TW" sz="500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sz="5000">
                <a:latin typeface="標楷體" panose="03000509000000000000" pitchFamily="49" charset="-120"/>
                <a:ea typeface="標楷體" panose="03000509000000000000" pitchFamily="49" charset="-120"/>
              </a:rPr>
              <a:t>就是阮的上帝</a:t>
            </a:r>
            <a:r>
              <a:rPr lang="en-US" altLang="zh-TW" sz="500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u="sng" sz="5000">
                <a:latin typeface="標楷體" panose="03000509000000000000" pitchFamily="49" charset="-120"/>
                <a:ea typeface="標楷體" panose="03000509000000000000" pitchFamily="49" charset="-120"/>
              </a:rPr>
              <a:t>必</a:t>
            </a:r>
            <a:r>
              <a:rPr lang="en-US" altLang="zh-TW" sz="50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(beh)</a:t>
            </a:r>
            <a:r>
              <a:rPr lang="zh-TW" altLang="en-US" sz="5000">
                <a:latin typeface="標楷體" panose="03000509000000000000" pitchFamily="49" charset="-120"/>
                <a:ea typeface="標楷體" panose="03000509000000000000" pitchFamily="49" charset="-120"/>
              </a:rPr>
              <a:t>賜福阮</a:t>
            </a:r>
            <a:r>
              <a:rPr lang="en-US" altLang="zh-TW" sz="500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 hangingPunct="0">
              <a:lnSpc>
                <a:spcPts val="4400"/>
              </a:lnSpc>
              <a:defRPr sz="5000"/>
            </a:pPr>
            <a:endParaRPr lang="en-US" altLang="zh-TW" sz="400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 hangingPunct="0">
              <a:defRPr sz="5000"/>
            </a:pPr>
            <a:r>
              <a:rPr lang="en-US" altLang="zh-TW" sz="500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sz="500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上帝必賜福阮</a:t>
            </a:r>
            <a:r>
              <a:rPr lang="en-US" altLang="zh-TW" sz="500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 hangingPunct="0">
              <a:defRPr sz="5000"/>
            </a:pPr>
            <a:r>
              <a:rPr lang="en-US" altLang="zh-TW" sz="500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sz="5000">
                <a:latin typeface="標楷體" panose="03000509000000000000" pitchFamily="49" charset="-120"/>
                <a:ea typeface="標楷體" panose="03000509000000000000" pitchFamily="49" charset="-120"/>
              </a:rPr>
              <a:t>地的四</a:t>
            </a:r>
            <a:r>
              <a:rPr lang="zh-TW" altLang="en-US" u="sng" sz="5000">
                <a:latin typeface="標楷體" panose="03000509000000000000" pitchFamily="49" charset="-120"/>
                <a:ea typeface="標楷體" panose="03000509000000000000" pitchFamily="49" charset="-120"/>
              </a:rPr>
              <a:t>極</a:t>
            </a:r>
            <a:r>
              <a:rPr lang="en-US" altLang="zh-TW" sz="5000">
                <a:latin typeface="Arial" panose="020B0604020202020204" pitchFamily="34" charset="0"/>
                <a:ea typeface="標楷體" panose="03000509000000000000" pitchFamily="49" charset="-120"/>
              </a:rPr>
              <a:t>(ke̍k)</a:t>
            </a:r>
            <a:r>
              <a:rPr lang="zh-TW" altLang="en-US" sz="5000">
                <a:latin typeface="標楷體" panose="03000509000000000000" pitchFamily="49" charset="-120"/>
                <a:ea typeface="標楷體" panose="03000509000000000000" pitchFamily="49" charset="-120"/>
              </a:rPr>
              <a:t>攏要敬畏祂</a:t>
            </a:r>
            <a:r>
              <a:rPr lang="en-US" altLang="zh-TW" sz="500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677538" y="2786743"/>
            <a:ext cx="7109639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66FFFF"/>
                </a:solidFill>
                <a:latin typeface="標楷體"/>
              </a:rPr>
              <a:t>獻詩: 祂藏我靈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祂藏我靈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祂藏我靈</a:t>
            </a:r>
            <a:br/>
            <a:r>
              <a:rPr/>
              <a:t>奇妙的救主</a:t>
            </a:r>
            <a:br/>
            <a:r>
              <a:rPr/>
              <a:t>就是基督耶穌</a:t>
            </a:r>
            <a:br/>
            <a:r>
              <a:rPr/>
              <a:t>真正是我奇妙救主</a:t>
            </a:r>
            <a:br/>
            <a:r>
              <a:rPr/>
              <a:t>衪使我靈魂</a:t>
            </a:r>
            <a:br/>
            <a:r>
              <a:rPr/>
              <a:t>匿在石磐堅固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祂藏我靈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在彼可享福到久久。</a:t>
            </a:r>
            <a:br/>
            <a:r>
              <a:rPr/>
              <a:t>祂使我靈魂</a:t>
            </a:r>
            <a:br/>
            <a:r>
              <a:rPr/>
              <a:t>匿在石磐堅固</a:t>
            </a:r>
            <a:br/>
            <a:r>
              <a:rPr/>
              <a:t>使乾燥土地得潤澤。</a:t>
            </a:r>
            <a:br/>
            <a:r>
              <a:rPr/>
              <a:t>衪仁愛極深</a:t>
            </a:r>
            <a:br/>
            <a:r>
              <a:rPr/>
              <a:t>使我靈魂得保護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祂藏我靈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用祂的聖手來扶持</a:t>
            </a:r>
            <a:br/>
            <a:r>
              <a:rPr/>
              <a:t>用衪的聖手來扶持</a:t>
            </a:r>
            <a:br/>
            <a:r>
              <a:rPr/>
              <a:t>奇妙的救主</a:t>
            </a:r>
            <a:br/>
            <a:r>
              <a:rPr/>
              <a:t>就是基督耶穌</a:t>
            </a:r>
            <a:br/>
            <a:r>
              <a:rPr/>
              <a:t>祂將我的重擔除去</a:t>
            </a:r>
            <a:br/>
            <a:r>
              <a:rPr/>
              <a:t>祂使我站在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祂藏我靈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無搖泏真穏固</a:t>
            </a:r>
            <a:br/>
            <a:r>
              <a:rPr/>
              <a:t>賞賜氣力日日無離。</a:t>
            </a:r>
            <a:br/>
            <a:r>
              <a:rPr/>
              <a:t>祂使我靈魂</a:t>
            </a:r>
            <a:br/>
            <a:r>
              <a:rPr/>
              <a:t>匿在石磐堅固</a:t>
            </a:r>
            <a:br/>
            <a:r>
              <a:rPr/>
              <a:t>使乾燥土地得潤澤</a:t>
            </a:r>
            <a:br/>
            <a:r>
              <a:rPr/>
              <a:t>祂仁愛極深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祂藏我靈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我靈魂得保護</a:t>
            </a:r>
            <a:br/>
            <a:r>
              <a:rPr/>
              <a:t>用祂的聖手來扶持</a:t>
            </a:r>
            <a:br/>
            <a:r>
              <a:rPr/>
              <a:t>用祂的聖手來扶持</a:t>
            </a:r>
            <a:br/>
            <a:r>
              <a:rPr/>
              <a:t>用祂的聖手來扶持</a:t>
            </a:r>
            <a:br/>
            <a:r>
              <a:rPr/>
              <a:t>用祂的聖手來扶持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4746" y="2086708"/>
            <a:ext cx="1203725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1">
                <a:solidFill>
                  <a:srgbClr val="66FFFF"/>
                </a:solidFill>
                <a:latin typeface="DFKai-SB"/>
              </a:rPr>
              <a:t>經文</a:t>
            </a:r>
          </a:p>
          <a:p>
            <a:pPr algn="ctr"/>
            <a:r>
              <a:rPr sz="7200" b="1">
                <a:latin typeface="DFKai-SB"/>
              </a:rPr>
              <a:t>馬太福音 8:1~13</a:t>
            </a:r>
          </a:p>
          <a:p>
            <a:pPr algn="ctr"/>
            <a:r>
              <a:rPr sz="5400" b="1">
                <a:latin typeface="標楷體"/>
              </a:rPr>
              <a:t>(新約第</a:t>
            </a:r>
            <a:r>
              <a:rPr sz="5400" b="1">
                <a:solidFill>
                  <a:srgbClr val="FFFF00"/>
                </a:solidFill>
                <a:latin typeface="標楷體"/>
              </a:rPr>
              <a:t>9</a:t>
            </a:r>
            <a:r>
              <a:rPr sz="5400" b="1">
                <a:latin typeface="標楷體"/>
              </a:rPr>
              <a:t>頁)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80063" y="0"/>
            <a:ext cx="403187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66FFFF"/>
                </a:solidFill>
                <a:latin typeface="標楷體"/>
              </a:rPr>
              <a:t>馬太福音 8:1~13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815926"/>
            <a:ext cx="12192000" cy="6042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latin typeface="DFKai-SB"/>
              </a:rPr>
              <a:t>1.耶穌下了山，有許多人跟着他。</a:t>
            </a:r>
          </a:p>
          <a:p>
            <a:pPr algn="l"/>
            <a:r>
              <a:rPr sz="5400" b="1">
                <a:latin typeface="DFKai-SB"/>
              </a:rPr>
              <a:t>2.有一個長大痲瘋的來拜他，說：「</a:t>
            </a:r>
            <a:br/>
            <a:r>
              <a:rPr sz="5400" b="1">
                <a:latin typeface="DFKai-SB"/>
              </a:rPr>
              <a:t>   主若肯，必能叫我潔淨了。」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80063" y="0"/>
            <a:ext cx="403187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66FFFF"/>
                </a:solidFill>
                <a:latin typeface="標楷體"/>
              </a:rPr>
              <a:t>馬太福音 8:1~13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815926"/>
            <a:ext cx="12192000" cy="6042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latin typeface="DFKai-SB"/>
              </a:rPr>
              <a:t>3.耶穌伸手摸他，說：「我肯，</a:t>
            </a:r>
            <a:br/>
            <a:r>
              <a:rPr sz="5400" b="1">
                <a:latin typeface="DFKai-SB"/>
              </a:rPr>
              <a:t>   你潔淨了吧！」他的大痲瘋立刻就</a:t>
            </a:r>
            <a:br/>
            <a:r>
              <a:rPr sz="5400" b="1">
                <a:latin typeface="DFKai-SB"/>
              </a:rPr>
              <a:t>   潔淨了。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80063" y="0"/>
            <a:ext cx="403187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66FFFF"/>
                </a:solidFill>
                <a:latin typeface="標楷體"/>
              </a:rPr>
              <a:t>馬太福音 8:1~13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815926"/>
            <a:ext cx="12192000" cy="6042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latin typeface="DFKai-SB"/>
              </a:rPr>
              <a:t>4.耶穌對他說：「你切不可告訴人，</a:t>
            </a:r>
            <a:br/>
            <a:r>
              <a:rPr sz="5400" b="1">
                <a:latin typeface="DFKai-SB"/>
              </a:rPr>
              <a:t>   只要去把身體給祭司察看，獻上摩</a:t>
            </a:r>
            <a:br/>
            <a:r>
              <a:rPr sz="5400" b="1">
                <a:latin typeface="DFKai-SB"/>
              </a:rPr>
              <a:t>   西所吩咐的禮物，對眾人作證據。</a:t>
            </a:r>
            <a:br/>
            <a:r>
              <a:rPr sz="5400" b="1">
                <a:latin typeface="DFKai-SB"/>
              </a:rPr>
              <a:t>   」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80063" y="0"/>
            <a:ext cx="403187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66FFFF"/>
                </a:solidFill>
                <a:latin typeface="標楷體"/>
              </a:rPr>
              <a:t>馬太福音 8:1~13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815926"/>
            <a:ext cx="12192000" cy="6042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latin typeface="DFKai-SB"/>
              </a:rPr>
              <a:t>5.耶穌進了迦百農，有一個百夫長進</a:t>
            </a:r>
            <a:br/>
            <a:r>
              <a:rPr sz="5400" b="1">
                <a:latin typeface="DFKai-SB"/>
              </a:rPr>
              <a:t>   前來，求他說：</a:t>
            </a:r>
          </a:p>
          <a:p>
            <a:pPr algn="l"/>
            <a:r>
              <a:rPr sz="5400" b="1">
                <a:latin typeface="DFKai-SB"/>
              </a:rPr>
              <a:t>6.「主啊，我的僕人害癱瘓病，</a:t>
            </a:r>
            <a:br/>
            <a:r>
              <a:rPr sz="5400" b="1">
                <a:latin typeface="DFKai-SB"/>
              </a:rPr>
              <a:t>   躺在家裏，甚是疼苦。」</a:t>
            </a:r>
          </a:p>
          <a:p>
            <a:pPr algn="l"/>
            <a:r>
              <a:rPr sz="5400" b="1">
                <a:latin typeface="DFKai-SB"/>
              </a:rPr>
              <a:t>7.耶穌說：「我去醫治他。」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80063" y="0"/>
            <a:ext cx="403187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66FFFF"/>
                </a:solidFill>
                <a:latin typeface="標楷體"/>
              </a:rPr>
              <a:t>馬太福音 8:1~13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815926"/>
            <a:ext cx="12192000" cy="6042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latin typeface="DFKai-SB"/>
              </a:rPr>
              <a:t>8.百夫長回答說：「主啊，你到我舍</a:t>
            </a:r>
            <a:br/>
            <a:r>
              <a:rPr sz="5400" b="1">
                <a:latin typeface="DFKai-SB"/>
              </a:rPr>
              <a:t>   下，我不敢當；只要你說一句話，</a:t>
            </a:r>
            <a:br/>
            <a:r>
              <a:rPr sz="5400" b="1">
                <a:latin typeface="DFKai-SB"/>
              </a:rPr>
              <a:t>   我的僕人就必好了。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80063" y="0"/>
            <a:ext cx="403187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66FFFF"/>
                </a:solidFill>
                <a:latin typeface="標楷體"/>
              </a:rPr>
              <a:t>馬太福音 8:1~13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815926"/>
            <a:ext cx="12192000" cy="6042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latin typeface="DFKai-SB"/>
              </a:rPr>
              <a:t>9.因為我在人的權下，也有兵在我以</a:t>
            </a:r>
            <a:br/>
            <a:r>
              <a:rPr sz="5400" b="1">
                <a:latin typeface="DFKai-SB"/>
              </a:rPr>
              <a:t>   下；對這個說：『去！』他就去；</a:t>
            </a:r>
            <a:br/>
            <a:r>
              <a:rPr sz="5400" b="1">
                <a:latin typeface="DFKai-SB"/>
              </a:rPr>
              <a:t>   對那個說：『來！』他就來；</a:t>
            </a:r>
            <a:br/>
            <a:r>
              <a:rPr sz="5400" b="1">
                <a:latin typeface="DFKai-SB"/>
              </a:rPr>
              <a:t>   對我的僕人說：『你作這事！</a:t>
            </a:r>
            <a:br/>
            <a:r>
              <a:rPr sz="5400" b="1">
                <a:latin typeface="DFKai-SB"/>
              </a:rPr>
              <a:t>   』他就去作。」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80063" y="0"/>
            <a:ext cx="403187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66FFFF"/>
                </a:solidFill>
                <a:latin typeface="標楷體"/>
              </a:rPr>
              <a:t>馬太福音 8:1~13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815926"/>
            <a:ext cx="12192000" cy="6042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latin typeface="DFKai-SB"/>
              </a:rPr>
              <a:t>10.耶穌聽見就希奇，對跟從的人說：</a:t>
            </a:r>
            <a:br/>
            <a:r>
              <a:rPr sz="5400" b="1">
                <a:latin typeface="DFKai-SB"/>
              </a:rPr>
              <a:t>    「我實在告訴你們，這麼大的信</a:t>
            </a:r>
            <a:br/>
            <a:r>
              <a:rPr sz="5400" b="1">
                <a:latin typeface="DFKai-SB"/>
              </a:rPr>
              <a:t>    心，就是在以色列中，我也沒有</a:t>
            </a:r>
            <a:br/>
            <a:r>
              <a:rPr sz="5400" b="1">
                <a:latin typeface="DFKai-SB"/>
              </a:rPr>
              <a:t>    遇見過。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80063" y="0"/>
            <a:ext cx="403187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66FFFF"/>
                </a:solidFill>
                <a:latin typeface="標楷體"/>
              </a:rPr>
              <a:t>馬太福音 8:1~13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815926"/>
            <a:ext cx="12192000" cy="6042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latin typeface="DFKai-SB"/>
              </a:rPr>
              <a:t>11.我又告訴你們，從東從西，將有許</a:t>
            </a:r>
            <a:br/>
            <a:r>
              <a:rPr sz="5400" b="1">
                <a:latin typeface="DFKai-SB"/>
              </a:rPr>
              <a:t>    多人來，在天國裏與亞伯拉罕、</a:t>
            </a:r>
            <a:br/>
            <a:r>
              <a:rPr sz="5400" b="1">
                <a:latin typeface="DFKai-SB"/>
              </a:rPr>
              <a:t>    以撒、雅各一同坐席；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80063" y="0"/>
            <a:ext cx="403187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66FFFF"/>
                </a:solidFill>
                <a:latin typeface="標楷體"/>
              </a:rPr>
              <a:t>馬太福音 8:1~13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815926"/>
            <a:ext cx="12192000" cy="6042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latin typeface="DFKai-SB"/>
              </a:rPr>
              <a:t>12.惟有本國的子民竟被趕到外邊黑暗</a:t>
            </a:r>
            <a:br/>
            <a:r>
              <a:rPr sz="5400" b="1">
                <a:latin typeface="DFKai-SB"/>
              </a:rPr>
              <a:t>    裏去，在那裏必要哀哭切齒了。</a:t>
            </a:r>
            <a:br/>
            <a:r>
              <a:rPr sz="5400" b="1">
                <a:latin typeface="DFKai-SB"/>
              </a:rPr>
              <a:t>    」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80063" y="0"/>
            <a:ext cx="403187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66FFFF"/>
                </a:solidFill>
                <a:latin typeface="標楷體"/>
              </a:rPr>
              <a:t>馬太福音 8:1~13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815926"/>
            <a:ext cx="12192000" cy="6042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latin typeface="DFKai-SB"/>
              </a:rPr>
              <a:t>13.耶穌對百夫長說：「你回去吧！</a:t>
            </a:r>
            <a:br/>
            <a:r>
              <a:rPr sz="5400" b="1">
                <a:latin typeface="DFKai-SB"/>
              </a:rPr>
              <a:t>    照你的信心，給你成全了。」那</a:t>
            </a:r>
            <a:br/>
            <a:r>
              <a:rPr sz="5400" b="1">
                <a:latin typeface="DFKai-SB"/>
              </a:rPr>
              <a:t>    時，他的僕人就好了。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標楷體"/>
              </a:rPr>
              <a:t>今日信息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sz="8000"/>
              <a:t>治病的權柄與信心</a:t>
            </a:r>
            <a:r>
              <a:rPr sz="5000" b="1">
                <a:latin typeface="DFKai-SB"/>
              </a:rPr>
              <a:t>                                                   </a:t>
            </a:r>
            <a:r>
              <a:rPr sz="4400" b="1">
                <a:latin typeface="標楷體"/>
              </a:rPr>
              <a:t>陳信銘牧師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99152"/>
            <a:ext cx="12192000" cy="6957152"/>
          </a:xfrm>
        </p:spPr>
        <p:txBody>
          <a:bodyPr/>
          <a:lstStyle/>
          <a:p>
            <a:r>
              <a:rPr sz="4400" b="1">
                <a:solidFill>
                  <a:srgbClr val="66FFFF"/>
                </a:solidFill>
                <a:latin typeface="標楷體"/>
              </a:rPr>
              <a:t>今日信息</a:t>
            </a:r>
          </a:p>
          <a:p>
            <a:pPr algn="l"/>
            <a:r>
              <a:rPr/>
              <a:t>一. 信心的表現：</a:t>
            </a:r>
            <a:br/>
            <a:r>
              <a:rPr/>
              <a:t>1.跟著耶穌</a:t>
            </a:r>
            <a:br/>
            <a:r>
              <a:rPr/>
              <a:t>2.「主若肯，必能叫我潔淨了。耶穌說：「我肯，你潔淨了吧！」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99152"/>
            <a:ext cx="12192000" cy="6957152"/>
          </a:xfrm>
        </p:spPr>
        <p:txBody>
          <a:bodyPr/>
          <a:lstStyle/>
          <a:p>
            <a:r>
              <a:rPr sz="4400" b="1">
                <a:solidFill>
                  <a:srgbClr val="66FFFF"/>
                </a:solidFill>
                <a:latin typeface="標楷體"/>
              </a:rPr>
              <a:t>今日信息</a:t>
            </a:r>
          </a:p>
          <a:p>
            <a:pPr algn="l"/>
            <a:r>
              <a:rPr/>
              <a:t>一. 信心的表現：</a:t>
            </a:r>
            <a:br/>
            <a:r>
              <a:rPr/>
              <a:t>3.「你切不可告訴人，只要去把身體給祭司察看，獻上摩西所吩咐的禮物，對眾人作證據。」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99152"/>
            <a:ext cx="12192000" cy="6957152"/>
          </a:xfrm>
        </p:spPr>
        <p:txBody>
          <a:bodyPr/>
          <a:lstStyle/>
          <a:p>
            <a:r>
              <a:rPr sz="4400" b="1">
                <a:solidFill>
                  <a:srgbClr val="66FFFF"/>
                </a:solidFill>
                <a:latin typeface="標楷體"/>
              </a:rPr>
              <a:t>今日信息</a:t>
            </a:r>
          </a:p>
          <a:p>
            <a:pPr algn="l"/>
            <a:r>
              <a:rPr/>
              <a:t>二. 信心與權柄的關係：</a:t>
            </a:r>
            <a:br/>
            <a:r>
              <a:rPr/>
              <a:t>1.「主啊，你到我舍下，我不敢當；只要你說一句話，我的僕人就必好了。」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99152"/>
            <a:ext cx="12192000" cy="6957152"/>
          </a:xfrm>
        </p:spPr>
        <p:txBody>
          <a:bodyPr/>
          <a:lstStyle/>
          <a:p>
            <a:r>
              <a:rPr sz="4400" b="1">
                <a:solidFill>
                  <a:srgbClr val="66FFFF"/>
                </a:solidFill>
                <a:latin typeface="標楷體"/>
              </a:rPr>
              <a:t>今日信息</a:t>
            </a:r>
          </a:p>
          <a:p>
            <a:pPr algn="l"/>
            <a:r>
              <a:rPr/>
              <a:t>二. 信心與權柄的關係：</a:t>
            </a:r>
            <a:br/>
            <a:r>
              <a:rPr/>
              <a:t>2.因為我在人的權下，也有兵在我以下；對這個說『去！』他就去；對那個說『來！』他就來；對我的僕人說『你做這事！』他就去做。」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99152"/>
            <a:ext cx="12192000" cy="6957152"/>
          </a:xfrm>
        </p:spPr>
        <p:txBody>
          <a:bodyPr/>
          <a:lstStyle/>
          <a:p>
            <a:r>
              <a:rPr sz="4400" b="1">
                <a:solidFill>
                  <a:srgbClr val="66FFFF"/>
                </a:solidFill>
                <a:latin typeface="標楷體"/>
              </a:rPr>
              <a:t>今日信息</a:t>
            </a:r>
          </a:p>
          <a:p>
            <a:pPr algn="l"/>
            <a:r>
              <a:rPr/>
              <a:t>二. 信心與權柄的關係：</a:t>
            </a:r>
            <a:br/>
            <a:r>
              <a:rPr/>
              <a:t>3.「我實在告訴你們，這麼大的信心，就是在以色列中，我也沒有遇見過。」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99152"/>
            <a:ext cx="12192000" cy="6957152"/>
          </a:xfrm>
        </p:spPr>
        <p:txBody>
          <a:bodyPr/>
          <a:lstStyle/>
          <a:p>
            <a:r>
              <a:rPr sz="4400" b="1">
                <a:solidFill>
                  <a:srgbClr val="66FFFF"/>
                </a:solidFill>
                <a:latin typeface="標楷體"/>
              </a:rPr>
              <a:t>今日信息</a:t>
            </a:r>
          </a:p>
          <a:p>
            <a:pPr algn="l"/>
            <a:r>
              <a:rPr/>
              <a:t>三. 信心的表現才是服從權柄的關鍵：</a:t>
            </a:r>
            <a:br/>
            <a:r>
              <a:rPr/>
              <a:t>1.從東從西，將有許多人來，在天國裏與亞伯拉罕、以撒、雅各一同坐席</a:t>
            </a:r>
            <a:br/>
            <a:r>
              <a:rPr/>
              <a:t>2.惟有本國的子民竟被趕到外邊黑暗裏去，在那裏必要哀哭切齒了。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93741FCC-25B5-4DBF-1BC4-DB130EE3F6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197: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凡若有人被罪苦楚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(1/3)</a:t>
            </a:r>
          </a:p>
        </p:txBody>
      </p:sp>
      <p:sp>
        <p:nvSpPr>
          <p:cNvPr id="3075" name="Rectangle 5">
            <a:extLst>
              <a:ext uri="{FF2B5EF4-FFF2-40B4-BE49-F238E27FC236}">
                <a16:creationId xmlns:a16="http://schemas.microsoft.com/office/drawing/2014/main" id="{4B91AA9D-3CDF-F686-4E5C-4C8FB96915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凡若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(kìⁿ-nā)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有人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被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(hō)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罪苦楚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>
              <a:defRPr/>
            </a:pP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當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(tio̍h)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尋救主耶穌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主極慈悲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又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(koh)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有權能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靠祂心肝能淸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EF69521E-9A14-8783-BF49-7152867F2D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197: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凡若有人被罪苦楚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(1/3)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7D8D8AFA-0E91-5BE9-764F-3E42E13317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不過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(put-kò)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信祂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不過靠祂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此時信靠祂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祂能救你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必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(beh)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救你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此時拯救你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37224E7-471F-5CC1-75AD-4B6DDCA2CC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197: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凡若有人被罪苦楚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(2/3)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CF98793F-37B4-9974-1FAF-66C441975B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救主耶穌無惜自己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甘願替人受死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祂流寶血能洗白白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>
              <a:defRPr/>
            </a:pP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(hō)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心清氣如雪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8F02EF7-A964-66C2-77F7-5B9F31B1DA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197: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凡若有人被罪苦楚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(2/3)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A7A067B3-FC98-DBCE-F612-4253A777BA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不過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(put-kò)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信祂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不過靠祂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此時信靠祂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祂能救你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必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(beh)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救你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此時拯救你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5B58C038-E82F-2D58-43EB-B3B11B97C9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197: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凡若有人被罪苦楚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(3/3)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25379DF1-FD94-1CE2-3AF2-492D582C89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耶穌就是真理活路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>
              <a:defRPr/>
            </a:pP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行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(kiâⁿ)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這能得保護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大家緊緊來信基督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就能享受大福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42532DF4-FCCE-532F-2F04-3421969408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197: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凡若有人被罪苦楚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(3/3)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A6D27880-40E4-D535-9623-131447DE26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不過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(put-kò)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信祂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不過靠祂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此時信靠祂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祂能救你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必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(beh)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救你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此時拯救你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itle 1">
            <a:extLst>
              <a:ext uri="{FF2B5EF4-FFF2-40B4-BE49-F238E27FC236}">
                <a16:creationId xmlns:a16="http://schemas.microsoft.com/office/drawing/2014/main" id="{9AEEC10F-9350-4F5B-8F6C-112079D085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TW" altLang="en-US">
                <a:solidFill>
                  <a:srgbClr val="00FFFF"/>
                </a:solidFill>
              </a:rPr>
              <a:t>奉獻</a:t>
            </a:r>
            <a:endParaRPr lang="zh-TW" altLang="en-US"/>
          </a:p>
        </p:txBody>
      </p:sp>
      <p:sp>
        <p:nvSpPr>
          <p:cNvPr id="108547" name="Content Placeholder 2">
            <a:extLst>
              <a:ext uri="{FF2B5EF4-FFF2-40B4-BE49-F238E27FC236}">
                <a16:creationId xmlns:a16="http://schemas.microsoft.com/office/drawing/2014/main" id="{4B8C926E-5155-4788-9D42-4F33E1FE18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dirty="0"/>
              <a:t>各人要隨本心所酌定的</a:t>
            </a:r>
            <a:r>
              <a:rPr lang="en-US" altLang="zh-TW" dirty="0"/>
              <a:t>,</a:t>
            </a:r>
          </a:p>
          <a:p>
            <a:pPr eaLnBrk="1" hangingPunct="1">
              <a:defRPr/>
            </a:pPr>
            <a:r>
              <a:rPr lang="zh-TW" altLang="en-US" dirty="0"/>
              <a:t>不要作難</a:t>
            </a:r>
            <a:r>
              <a:rPr lang="en-US" altLang="zh-TW" dirty="0"/>
              <a:t>,</a:t>
            </a:r>
            <a:r>
              <a:rPr lang="zh-TW" altLang="en-US" dirty="0"/>
              <a:t>不要勉強</a:t>
            </a:r>
            <a:r>
              <a:rPr lang="en-US" altLang="zh-TW" dirty="0"/>
              <a:t>,</a:t>
            </a:r>
          </a:p>
          <a:p>
            <a:pPr eaLnBrk="1" hangingPunct="1">
              <a:defRPr/>
            </a:pPr>
            <a:r>
              <a:rPr lang="zh-TW" altLang="en-US" dirty="0"/>
              <a:t>因為捐得樂意的人</a:t>
            </a:r>
            <a:r>
              <a:rPr lang="en-US" altLang="zh-TW" dirty="0"/>
              <a:t>,</a:t>
            </a:r>
          </a:p>
          <a:p>
            <a:pPr eaLnBrk="1" hangingPunct="1">
              <a:defRPr/>
            </a:pPr>
            <a:r>
              <a:rPr lang="zh-TW" altLang="en-US" dirty="0"/>
              <a:t>是上帝所歡喜的</a:t>
            </a:r>
            <a:r>
              <a:rPr lang="en-US" altLang="zh-TW" dirty="0"/>
              <a:t>.</a:t>
            </a:r>
            <a:endParaRPr lang="zh-TW" altLang="en-US" dirty="0"/>
          </a:p>
          <a:p>
            <a:pPr eaLnBrk="1" hangingPunct="1">
              <a:defRPr/>
            </a:pPr>
            <a:r>
              <a:rPr lang="zh-TW" altLang="en-US" dirty="0"/>
              <a:t>              </a:t>
            </a:r>
            <a:r>
              <a:rPr lang="zh-TW" altLang="en-US" sz="4000" dirty="0"/>
              <a:t>林後</a:t>
            </a:r>
            <a:r>
              <a:rPr lang="en-US" altLang="zh-TW" sz="4000" dirty="0"/>
              <a:t>9:7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itle 1">
            <a:extLst>
              <a:ext uri="{FF2B5EF4-FFF2-40B4-BE49-F238E27FC236}">
                <a16:creationId xmlns:a16="http://schemas.microsoft.com/office/drawing/2014/main" id="{74F9AA72-327A-4A57-ABA9-6ADFCCD831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TW" altLang="en-US"/>
              <a:t>奉獻詩</a:t>
            </a:r>
            <a:r>
              <a:rPr lang="en-US" altLang="zh-TW"/>
              <a:t>: </a:t>
            </a:r>
            <a:r>
              <a:rPr lang="zh-TW" altLang="en-US"/>
              <a:t>我的生命獻給祢</a:t>
            </a:r>
          </a:p>
        </p:txBody>
      </p:sp>
      <p:sp>
        <p:nvSpPr>
          <p:cNvPr id="110595" name="Content Placeholder 2">
            <a:extLst>
              <a:ext uri="{FF2B5EF4-FFF2-40B4-BE49-F238E27FC236}">
                <a16:creationId xmlns:a16="http://schemas.microsoft.com/office/drawing/2014/main" id="{D9B4988B-D077-4EB1-B961-532D3CAC79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/>
              <a:t>我的錢銀獻給祢</a:t>
            </a:r>
            <a:endParaRPr lang="en-US" altLang="zh-TW" dirty="0"/>
          </a:p>
          <a:p>
            <a:pPr>
              <a:defRPr/>
            </a:pPr>
            <a:r>
              <a:rPr lang="zh-TW" altLang="en-US" dirty="0"/>
              <a:t>用出攏趁祢旨意</a:t>
            </a:r>
          </a:p>
          <a:p>
            <a:pPr>
              <a:defRPr/>
            </a:pPr>
            <a:r>
              <a:rPr lang="zh-TW" altLang="en-US" dirty="0"/>
              <a:t>我的才情祢賞賜</a:t>
            </a:r>
          </a:p>
          <a:p>
            <a:pPr>
              <a:defRPr/>
            </a:pPr>
            <a:r>
              <a:rPr lang="zh-TW" altLang="en-US" dirty="0"/>
              <a:t>甘願還祢做器具</a:t>
            </a:r>
          </a:p>
          <a:p>
            <a:pPr>
              <a:defRPr/>
            </a:pPr>
            <a:r>
              <a:rPr lang="zh-TW" altLang="en-US" dirty="0"/>
              <a:t>阿們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Text Box 2">
            <a:extLst>
              <a:ext uri="{FF2B5EF4-FFF2-40B4-BE49-F238E27FC236}">
                <a16:creationId xmlns:a16="http://schemas.microsoft.com/office/drawing/2014/main" id="{9DDF1A1A-81C7-4EDF-AFAF-8CCDF2D3A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150" y="2492375"/>
            <a:ext cx="5040313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5000"/>
            </a:pPr>
            <a:r>
              <a:rPr kumimoji="0" lang="zh-TW" altLang="en-US" sz="5000" b="1" i="0" u="sng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報告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全教會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/>
            <a:r>
              <a:rPr sz="5400"/>
              <a:t>1. 2026教會長執選舉提名至今日下午 3 點整, 可填好提名單後投到交誼廳的信箱, 或使用網路提名表格踴躍提名。選舉日：11/15, 積極會員名單和選舉委員會成員張貼於布告欄。如有問題可和各部負責人連絡。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全教會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/>
            <a:r>
              <a:rPr sz="5400"/>
              <a:t>2. 中文學校征召「學生義工」(student volunteer)。請聯繫逸如校長: 347-337-1559, 微信: minuitmiao, 電郵: principal@rcnewtown.org。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/>
            <a:r>
              <a:rPr sz="5400"/>
              <a:t>1. 主日學---今天 11:30在交誼廳, 陳牧師帶領課程：「啟示錄第九課 ---七碗災」。歡迎大家參加。線上 https://zoom.us/j/99429704298, 會號 994 2970 4298, 密碼 626954; 電話 646-558-8656。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/>
            <a:r>
              <a:rPr sz="5400"/>
              <a:t>2. 週三線上禱告---邀請您參加 10/14晚上 8點禱告會, 所有事工都需要禱告求上帝扶持祝福。zoom 連結如同主日學。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/>
            <a:r>
              <a:rPr sz="5400"/>
              <a:t>3. 長島分區聚會---本週五(16) 6:30pm在文鈴兄的媽媽家舉行, (36-25 Union St. Apt.3F, Flushing)備有簡便晚餐, 歡迎兄姐大家一起來參加。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/>
            <a:r>
              <a:rPr sz="5400"/>
              <a:t>4. 下主日 11:30將舉辦烤肉活動, 地點在 Peace教室前的黃桃樹下, 請向鶴齡執事報名, 以便統計人數, 歡迎大家踴躍參加。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/>
            <a:r>
              <a:rPr sz="5400"/>
              <a:t>5. 感恩節洗禮轉會：將於 11/22舉行, 欲受洗和申請轉會的兄姐, 請向陳牧師報名。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/>
            <a:r>
              <a:rPr sz="5400"/>
              <a:t>6. 教育組繼續推動每日讀經, 兄姐如在一年内讀完聖經, 請通知穎弘執事。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/>
            <a:r>
              <a:rPr sz="5400"/>
              <a:t>7. 請為教會守望代禱---長執選舉, 洗禮轉會, 中文學校, 兒童事工, 兄弟姐妹的健康, 家人信主, 年輕會友立業成家, 紐約治安, 國際關係。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Title 1">
            <a:extLst>
              <a:ext uri="{FF2B5EF4-FFF2-40B4-BE49-F238E27FC236}">
                <a16:creationId xmlns:a16="http://schemas.microsoft.com/office/drawing/2014/main" id="{CEE98263-CE9D-4E50-A197-BB62D53C8D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TW" altLang="en-US"/>
              <a:t>頌榮</a:t>
            </a:r>
            <a:r>
              <a:rPr lang="en-US" altLang="zh-TW"/>
              <a:t>: </a:t>
            </a:r>
            <a:r>
              <a:rPr lang="zh-TW" altLang="en-US"/>
              <a:t>榮光歸聖父上帝</a:t>
            </a:r>
          </a:p>
        </p:txBody>
      </p:sp>
      <p:sp>
        <p:nvSpPr>
          <p:cNvPr id="137219" name="Content Placeholder 2">
            <a:extLst>
              <a:ext uri="{FF2B5EF4-FFF2-40B4-BE49-F238E27FC236}">
                <a16:creationId xmlns:a16="http://schemas.microsoft.com/office/drawing/2014/main" id="{3E0AEBB3-72FC-42E8-980C-AE3540AA98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0" y="990600"/>
            <a:ext cx="9144000" cy="5257800"/>
          </a:xfrm>
        </p:spPr>
        <p:txBody>
          <a:bodyPr/>
          <a:lstStyle/>
          <a:p>
            <a:pPr>
              <a:defRPr sz="4200"/>
            </a:pPr>
            <a:r>
              <a:rPr lang="zh-TW" altLang="en-US" dirty="0" sz="4200"/>
              <a:t>榮光歸聖父上帝</a:t>
            </a:r>
          </a:p>
          <a:p>
            <a:pPr>
              <a:defRPr sz="4200"/>
            </a:pPr>
            <a:r>
              <a:rPr lang="zh-TW" altLang="en-US" dirty="0" sz="4200"/>
              <a:t>榮光聖子聖神三位一體</a:t>
            </a:r>
          </a:p>
          <a:p>
            <a:pPr>
              <a:defRPr sz="4200"/>
            </a:pPr>
            <a:r>
              <a:rPr lang="zh-TW" altLang="en-US" dirty="0" sz="4200"/>
              <a:t>昔在的 現在在的</a:t>
            </a:r>
          </a:p>
          <a:p>
            <a:pPr>
              <a:defRPr sz="4200"/>
            </a:pPr>
            <a:r>
              <a:rPr lang="zh-TW" altLang="en-US" dirty="0" sz="4200"/>
              <a:t>將來亦永遠在的</a:t>
            </a:r>
          </a:p>
          <a:p>
            <a:pPr>
              <a:defRPr sz="4200"/>
            </a:pPr>
            <a:r>
              <a:rPr lang="zh-TW" altLang="en-US" dirty="0" sz="4200"/>
              <a:t>無窮無盡</a:t>
            </a:r>
          </a:p>
          <a:p>
            <a:pPr>
              <a:defRPr sz="4200"/>
            </a:pPr>
            <a:r>
              <a:rPr lang="zh-TW" altLang="en-US" dirty="0" sz="4200"/>
              <a:t>阿們阿們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8E6BBC15-D05D-4E1D-9340-7701D0688B8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3750" y="2636838"/>
            <a:ext cx="8291513" cy="820737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  <a:defRPr sz="4100"/>
            </a:pPr>
            <a:r>
              <a:rPr lang="zh-TW" altLang="en-US" sz="4100" b="1">
                <a:solidFill>
                  <a:srgbClr val="00FFFF"/>
                </a:solidFill>
                <a:ea typeface="標楷體" panose="03000509000000000000" pitchFamily="65" charset="-120"/>
              </a:rPr>
              <a:t>祝  禱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F52F9A4-8D15-4012-8CCD-0B3FB09651F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B3E03521-A56A-4968-A142-2406998CD57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3750" y="2636838"/>
            <a:ext cx="8291513" cy="820737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  <a:defRPr sz="4100"/>
            </a:pPr>
            <a:r>
              <a:rPr lang="zh-TW" altLang="en-US" sz="41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默 禱</a:t>
            </a:r>
            <a:r>
              <a:rPr lang="en-US" altLang="zh-TW" sz="41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sz="41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散 會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1E95CF2-C5F4-4B2A-8643-D05C1D07C5D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0F71E80E-17E1-4989-8F8D-81DCAFC728A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01838" y="1828800"/>
            <a:ext cx="8291512" cy="2925763"/>
          </a:xfrm>
        </p:spPr>
        <p:txBody>
          <a:bodyPr/>
          <a:lstStyle/>
          <a:p>
            <a:pPr marL="0" indent="0" algn="ctr" eaLnBrk="1" hangingPunct="1">
              <a:buFontTx/>
              <a:buNone/>
              <a:defRPr sz="4200"/>
            </a:pPr>
            <a:endParaRPr lang="en-US" altLang="zh-TW" sz="4800" b="1" kern="1200" dirty="0">
              <a:solidFill>
                <a:prstClr val="white"/>
              </a:solidFill>
              <a:latin typeface="標楷體" panose="02010601000101010101" pitchFamily="2" charset="-120"/>
              <a:ea typeface="標楷體" panose="02010601000101010101" pitchFamily="2" charset="-120"/>
              <a:cs typeface="+mn-cs"/>
            </a:endParaRPr>
          </a:p>
          <a:p>
            <a:pPr marL="0" indent="0" algn="ctr" eaLnBrk="1" hangingPunct="1">
              <a:buFontTx/>
              <a:buNone/>
              <a:defRPr sz="4200"/>
            </a:pPr>
            <a:r>
              <a:rPr lang="zh-TW" altLang="en-US" b="1" kern="1200" dirty="0" sz="4200">
                <a:solidFill>
                  <a:prstClr val="white"/>
                </a:solidFill>
                <a:latin typeface="標楷體" panose="02010601000101010101" pitchFamily="2" charset="-120"/>
                <a:ea typeface="標楷體" panose="02010601000101010101" pitchFamily="2" charset="-120"/>
                <a:cs typeface="+mn-cs"/>
              </a:rPr>
              <a:t>今天的講台信息，請參閱</a:t>
            </a:r>
            <a:endParaRPr lang="en-US" altLang="zh-TW" b="1" kern="1200" dirty="0">
              <a:solidFill>
                <a:prstClr val="white"/>
              </a:solidFill>
              <a:latin typeface="標楷體" panose="02010601000101010101" pitchFamily="2" charset="-120"/>
              <a:ea typeface="標楷體" panose="02010601000101010101" pitchFamily="2" charset="-120"/>
              <a:cs typeface="+mn-cs"/>
            </a:endParaRPr>
          </a:p>
          <a:p>
            <a:pPr marL="0" indent="0" algn="ctr" eaLnBrk="1" hangingPunct="1">
              <a:buFontTx/>
              <a:buNone/>
              <a:defRPr sz="5600"/>
            </a:pPr>
            <a:r>
              <a:rPr lang="en-US" altLang="zh-TW" sz="5600" b="1" kern="1200" dirty="0">
                <a:solidFill>
                  <a:srgbClr val="FFFF00"/>
                </a:solidFill>
                <a:latin typeface="標楷體" panose="02010601000101010101" pitchFamily="2" charset="-120"/>
                <a:ea typeface="標楷體" panose="02010601000101010101" pitchFamily="2" charset="-120"/>
                <a:cs typeface="+mn-cs"/>
              </a:rPr>
              <a:t>rcnewtown.org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6041E1B6-C294-4A3C-81B7-67B018D99EE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5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6_Default Design">
  <a:themeElements>
    <a:clrScheme name="3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Default Design">
      <a:majorFont>
        <a:latin typeface="Arial"/>
        <a:ea typeface="新細明體"/>
        <a:cs typeface="新細明體"/>
      </a:majorFont>
      <a:minorFont>
        <a:latin typeface="Arial"/>
        <a:ea typeface="新細明體"/>
        <a:cs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3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7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9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BBSettings xmlns="http://schemas.bloomberg.com/settings/1.0">
  <Item name="DocumentId_Charts">{DCF20479-549D-4993-A38F-31964E0376EF}</Item>
  <Item xmlns="" name="ShapesMap_Charts">{"{DCF20479-549D-4993-A38F-31964E0376EF}":{"1807":{},"1838":{},"1866":{},"1870":{},"1882":{},"1883":{},"1884":{},"1901":{},"1902":{},"1903":{},"1904":{},"2066":{},"2239":{},"2240":{},"2241":{},"2242":{},"256":{},"257":{},"261":{},"262":{},"269":{},"270":{},"274":{},"275":{},"2756":{},"276":{},"279":{},"2862":{},"2897":{},"2898":{},"2899":{},"3267":{},"3378":{},"3518":{},"3520":{},"3532":{},"3561":{},"3563":{},"3592":{},"3593":{},"3594":{},"360":{},"3610":{},"3617":{},"3628":{},"3660":{},"3661":{},"3662":{},"3663":{},"3664":{},"3665":{},"3666":{},"3667":{},"3668":{},"3669":{},"3670":{},"3671":{},"3672":{},"3673":{},"3674":{},"3675":{},"3676":{},"3677":{},"3678":{},"3679":{},"3680":{},"3681":{},"3682":{},"3683":{},"3684":{},"492":{},"493":{},"547":{},"548":{},"549":{},"550":{},"551":{},"552":{},"553":{},"554":{},"639":{},"753":{},"761":{}}}</Item>
</BBSettings>
</file>

<file path=customXml/itemProps1.xml><?xml version="1.0" encoding="utf-8"?>
<ds:datastoreItem xmlns:ds="http://schemas.openxmlformats.org/officeDocument/2006/customXml" ds:itemID="{6627DAC7-5361-4925-9466-7770BFDFAA7D}">
  <ds:schemaRefs>
    <ds:schemaRef ds:uri="http://schemas.bloomberg.com/settings/1.0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6728</TotalTime>
  <Words>2616</Words>
  <Application>Microsoft Macintosh PowerPoint</Application>
  <PresentationFormat>Widescreen</PresentationFormat>
  <Paragraphs>334</Paragraphs>
  <Slides>74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74</vt:i4>
      </vt:variant>
    </vt:vector>
  </HeadingPairs>
  <TitlesOfParts>
    <vt:vector size="87" baseType="lpstr">
      <vt:lpstr>標楷體</vt:lpstr>
      <vt:lpstr>標楷體</vt:lpstr>
      <vt:lpstr>新細明體</vt:lpstr>
      <vt:lpstr>Arial</vt:lpstr>
      <vt:lpstr>Calibri</vt:lpstr>
      <vt:lpstr>Times New Roman</vt:lpstr>
      <vt:lpstr>Default Design</vt:lpstr>
      <vt:lpstr>4_Default Design</vt:lpstr>
      <vt:lpstr>2_Default Design</vt:lpstr>
      <vt:lpstr>5_Default Design</vt:lpstr>
      <vt:lpstr>6_Default Design</vt:lpstr>
      <vt:lpstr>7_Default Design</vt:lpstr>
      <vt:lpstr>9_Default Design</vt:lpstr>
      <vt:lpstr>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454:我讚美天父(1/3)</vt:lpstr>
      <vt:lpstr>454:我讚美天父(1/3)</vt:lpstr>
      <vt:lpstr>454:我讚美天父(2/3)</vt:lpstr>
      <vt:lpstr>454:我讚美天父(2/3)</vt:lpstr>
      <vt:lpstr>454:我讚美天父(3/3)</vt:lpstr>
      <vt:lpstr>454:我讚美天父(3/3)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啟應文29: 詩篇146</vt:lpstr>
      <vt:lpstr>啟應文29: 詩篇146</vt:lpstr>
      <vt:lpstr>啟應文29: 詩篇146</vt:lpstr>
      <vt:lpstr>啟應文29: 詩篇146</vt:lpstr>
      <vt:lpstr>啟應文29: 詩篇146</vt:lpstr>
      <vt:lpstr>啟應文29: 詩篇146</vt:lpstr>
      <vt:lpstr>啟應文29: 詩篇146</vt:lpstr>
      <vt:lpstr>PowerPoint Presentation</vt:lpstr>
      <vt:lpstr>PowerPoint Presentation</vt:lpstr>
      <vt:lpstr>耶穌 耶穌</vt:lpstr>
      <vt:lpstr>耶穌 耶穌</vt:lpstr>
      <vt:lpstr>耶穌 耶穌</vt:lpstr>
      <vt:lpstr>耶穌 耶穌</vt:lpstr>
      <vt:lpstr>耶穌 耶穌</vt:lpstr>
      <vt:lpstr>耶穌 耶穌</vt:lpstr>
      <vt:lpstr>PowerPoint Presentation</vt:lpstr>
      <vt:lpstr>經文  尼希米記 13:15~22                                           (舊約第614頁)</vt:lpstr>
      <vt:lpstr>尼希米記 13:15~22 </vt:lpstr>
      <vt:lpstr>尼希米記 13:15~22 </vt:lpstr>
      <vt:lpstr>尼希米記 13:15~22 </vt:lpstr>
      <vt:lpstr>尼希米記 13:15~22 </vt:lpstr>
      <vt:lpstr>尼希米記 13:15~22 </vt:lpstr>
      <vt:lpstr>  今日信息  </vt:lpstr>
      <vt:lpstr>PowerPoint Presentation</vt:lpstr>
      <vt:lpstr>PowerPoint Presentation</vt:lpstr>
      <vt:lpstr>PowerPoint Presentation</vt:lpstr>
      <vt:lpstr>PowerPoint Presentation</vt:lpstr>
      <vt:lpstr>211:上帝設立安息聖日 (1/4)</vt:lpstr>
      <vt:lpstr>211:上帝設立安息聖日 (1/4)</vt:lpstr>
      <vt:lpstr>211:上帝設立安息聖日 (2/4)</vt:lpstr>
      <vt:lpstr>211:上帝設立安息聖日 (2/4)</vt:lpstr>
      <vt:lpstr>211:上帝設立安息聖日 (3/4)</vt:lpstr>
      <vt:lpstr>211:上帝設立安息聖日 (3/4)</vt:lpstr>
      <vt:lpstr>211:上帝設立安息聖日 (4/4)</vt:lpstr>
      <vt:lpstr>211:上帝設立安息聖日 (4/4)</vt:lpstr>
      <vt:lpstr>211:上帝設立安息聖日 (4/4)</vt:lpstr>
      <vt:lpstr>PowerPoint Presentation</vt:lpstr>
      <vt:lpstr>奉獻</vt:lpstr>
      <vt:lpstr>奉獻詩: 我的生命獻給祢</vt:lpstr>
      <vt:lpstr>PowerPoint Presentation</vt:lpstr>
      <vt:lpstr>PowerPoint Presentation</vt:lpstr>
      <vt:lpstr>  報告： 全教會</vt:lpstr>
      <vt:lpstr>  報告： 全教會</vt:lpstr>
      <vt:lpstr>報告： 台語部</vt:lpstr>
      <vt:lpstr>報告： 台語部</vt:lpstr>
      <vt:lpstr>報告： 台語部</vt:lpstr>
      <vt:lpstr>報告： 台語部</vt:lpstr>
      <vt:lpstr>報告： 台語部</vt:lpstr>
      <vt:lpstr>PowerPoint Presentation</vt:lpstr>
      <vt:lpstr>頌榮: 榮光歸聖父上帝</vt:lpstr>
      <vt:lpstr> </vt:lpstr>
      <vt:lpstr>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</dc:title>
  <dc:creator>Julia Wu</dc:creator>
  <cp:lastModifiedBy>Joseph Chen</cp:lastModifiedBy>
  <cp:revision>551</cp:revision>
  <dcterms:created xsi:type="dcterms:W3CDTF">2020-10-09T17:40:37Z</dcterms:created>
  <dcterms:modified xsi:type="dcterms:W3CDTF">2026-04-11T03:11:14Z</dcterms:modified>
</cp:coreProperties>
</file>