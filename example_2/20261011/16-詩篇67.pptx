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6"/>
  </p:notesMasterIdLst>
  <p:sldIdLst>
    <p:sldId id="277" r:id="rId2"/>
    <p:sldId id="274" r:id="rId3"/>
    <p:sldId id="275" r:id="rId4"/>
    <p:sldId id="276" r:id="rId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47A615-87F4-4ECA-B22C-FEFF25B592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51029E-10DD-4E46-AE06-C74B8E1B4C9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E9C2E1E2-1EB5-8A4B-88D4-BB2035702B4A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D6EF849-6B3D-4C47-8FB1-9C5A7759B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994ABCB-5C60-493B-9DA9-C5A6B039F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AFFEE-B5A6-4549-B094-A8039C2381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F3F89-242C-4FA5-AE09-32647D08A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ED94018E-16F1-624D-8775-432719BB4E34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ED3D05E6-B41A-FC82-4176-1378289AC9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33BEF843-D0FB-7EF9-1292-C426FD2EC7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5BB80DDC-6FA0-4C84-A312-9A87B7982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965871-C6A2-2B4B-ACBD-2FA475B25DC2}" type="slidenum">
              <a:rPr lang="zh-TW" altLang="en-US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CB1FAF4D-A8E7-3538-165C-9E548D18C8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70B98276-088E-4C72-24A1-E7EAD4C413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C7380B8-8A17-0A7B-2414-588952045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B0090A9-0E61-EE49-942F-5A9A60EE162B}" type="slidenum">
              <a:rPr lang="zh-TW" altLang="en-US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76933609-7B85-F6DA-A7E6-9886BAA66E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CCF42D61-0FD9-B0CA-DC87-9E762CDAF7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01D0E62-30E7-9DB9-59A0-51A2D2BB5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9D2882F-02FC-A34C-81EF-6090709D3459}" type="slidenum">
              <a:rPr lang="zh-TW" altLang="en-US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37407846-1B52-A790-599A-86501C622C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FC1F4E16-F56A-2E76-3902-26AFAEB76F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F23F5B8E-5CF7-3863-1CD0-703AE53F3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C10F6E-6444-9E45-A446-232C4B1862FE}" type="slidenum">
              <a:rPr lang="zh-TW" altLang="en-US"/>
              <a:pPr>
                <a:spcBef>
                  <a:spcPct val="0"/>
                </a:spcBef>
              </a:pPr>
              <a:t>4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0E489-FFB8-5759-ECD1-B7372CC1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F9D17-A5FF-4041-9D6B-A2FFD3F8EA84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37196-63D3-10A8-7F07-F549D2CC4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66EC1-E00B-C51B-B411-E5A8D5A1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44D67B-5C2C-F04A-A2C9-28D80A90DBE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7296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>
            <a:lvl1pPr>
              <a:defRPr sz="4400" b="1" u="sng">
                <a:solidFill>
                  <a:srgbClr val="00FFFF"/>
                </a:solidFill>
                <a:latin typeface="DFKai-SB" pitchFamily="65" charset="-120"/>
                <a:ea typeface="DFKai-SB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4525963"/>
          </a:xfrm>
        </p:spPr>
        <p:txBody>
          <a:bodyPr>
            <a:noAutofit/>
          </a:bodyPr>
          <a:lstStyle>
            <a:lvl1pPr algn="l">
              <a:buNone/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1pPr>
            <a:lvl2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2pPr>
            <a:lvl3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3pPr>
            <a:lvl4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4pPr>
            <a:lvl5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4FDDC-86BB-E050-F60E-F32B49D3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3C8C0-D67E-DC42-BA7D-B877C4ADEC9F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8331A-1515-0120-8A12-B9C9B4B2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CFFBB-331E-4B3B-5822-D91E59E1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4D7D36-7D4C-004B-B426-D8EDEF9EF26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54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04CF8-1077-DC3F-B029-4C839279A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65BD3B-1E91-4041-8537-AC6238251E93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2D0B1-B227-D560-0A0F-B828ECD8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227BD-25C8-DD8F-BBE4-C5C4487A0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6AF224-D311-EE4F-90DC-D6950299748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091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28CF60C-D5E8-CF7A-67B3-BDB8B8AB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B442A3-8B2E-5E4A-A67E-CD240E970F96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6E7702-9204-C86A-D237-2F658F31F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4D02FD1-0D40-05FC-56CB-DC7C8167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69126A-A82C-A349-BB8B-8D28E55459E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6912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E46A2FB-921F-D707-CA2C-B56E925DA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59CC8-C219-A643-9EAB-4464D7B09D45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EF1634E-8DB3-3962-AA29-05FC5C2F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FBF7F1-1682-5494-0106-B31762AE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E42692-EF26-494B-AFF1-C24CBE86295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5815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3830A99-4F26-0430-C754-74252510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CACC6-4513-A14E-BB10-4C2E0CABA553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BF91A00-A0A9-88F0-6AE4-0204A5FBA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1250C73-33F4-82F5-9604-D1A4CF25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ECF653-EC19-8541-A5AB-A035ED64C1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516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E51CA04-B260-5667-C8A4-C6F78B90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0AE8A-8667-2C47-A438-2D2F08C435A0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7DB32-3B7F-8ADD-AFCB-5DD3666E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A6DEEEE-F758-FB83-1840-931646AB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FC3A2F-403D-1347-89F5-E1E5EDA6D95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6536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B5E41CA-428D-C22E-9414-A495DC3D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F8D34-6E02-4F4D-AC45-C940E93E9674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9A06B7-EB23-3855-3278-973A1714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96F813D-6110-F3DD-BC5F-FAC16B6B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BB3655-4D4B-8A4B-879F-1D8BF4E21D2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908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18A3ADE-E5FA-A5FA-2FA2-027421E7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6BCF98-C10E-1549-AD1C-43132C29BF3F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8845C9E-B1CC-992E-F0B6-3C7C6729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20417E-8F4C-DBD8-FCC2-78F8BF60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DA17FD-F42E-AA4C-9E44-1F128852589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98216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D0E28-2C6B-DD26-6091-685650D2C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15A7D-EBD4-1B47-82AC-69E0FF8A2397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0C773-FB1F-8AC7-FB13-0DEB3F1C5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63528-3752-428C-F73F-0EED4B46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3B7318-374F-7645-AB70-E7C336FAC53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7947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06E0B-189C-FDE6-4F1B-82C9506B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72C73-2E46-A44E-92A4-3A3C441F2041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93FDB-44E2-9DAB-2D3D-0E9BD5DA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74A6E-FA3A-C230-F0EA-A1867488E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D318A3-0FAE-8D49-9B18-9ABB3F3EA77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799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E45BDA9-3882-3341-FF58-6F9877C843F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75049F2-B632-AF66-46EC-25042DB80F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2F03F-6309-44D5-829D-484F1D030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F15058A0-400E-834F-9A9D-0A2F44A78861}" type="datetimeFigureOut">
              <a:rPr lang="zh-TW" altLang="en-US"/>
              <a:pPr>
                <a:defRPr/>
              </a:pPr>
              <a:t>2026/10/9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B3385-22E8-452E-BD77-07DC4AA45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57B1C-21E4-4896-96BB-808453363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983B591-102D-2742-B415-2A7774FB600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296FBE0-260E-FD06-28EE-51E684A8E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67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3581F58-7DF8-C796-ED57-E37A05D3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願上帝憐憫阮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賜福阮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zh-TW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祂的面照光阮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可使世界知祢的道路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萬國中知祢的救恩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AA4562-FBEC-AE7E-17D0-A9B822BE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67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FAE187A-5F68-73C4-CB39-106285AE3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願列邦讚美祢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願列邦攏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(o-ló͘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願萬國快樂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B2D546C-255E-E6A2-9A1C-8C17C9CC2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67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DACE80B-28E8-957F-2A97-9C20645FD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5334000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因為祢必照公道審判列邦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治理地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(chiūⁿ)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的萬國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願列邦讚美祢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願列邦攏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262D156-6650-A091-BA98-3C716358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67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6FC754E-815C-6300-78AA-9D29AB37E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地已經出土產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就是阮的上帝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(beh)</a:t>
            </a:r>
          </a:p>
          <a:p>
            <a:r>
              <a:rPr lang="zh-TW" altLang="en-US" sz="4000">
                <a:latin typeface="標楷體" panose="03000509000000000000" pitchFamily="49" charset="-120"/>
                <a:ea typeface="標楷體" panose="03000509000000000000" pitchFamily="49" charset="-120"/>
              </a:rPr>
              <a:t>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賜福阮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lnSpc>
                <a:spcPts val="4400"/>
              </a:lnSpc>
            </a:pPr>
            <a:endParaRPr lang="en-US" altLang="zh-TW" sz="400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上帝必賜福阮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地的四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極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(ke̍k)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攏要敬畏祂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190</Words>
  <Application>Microsoft Macintosh PowerPoint</Application>
  <PresentationFormat>On-screen Show (4:3)</PresentationFormat>
  <Paragraphs>29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新細明體</vt:lpstr>
      <vt:lpstr>標楷體</vt:lpstr>
      <vt:lpstr>Office Theme</vt:lpstr>
      <vt:lpstr>啟應文16:詩篇67</vt:lpstr>
      <vt:lpstr>啟應文16:詩篇67</vt:lpstr>
      <vt:lpstr>啟應文16:詩篇67</vt:lpstr>
      <vt:lpstr>啟應文16:詩篇67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啟應文3: 詩篇8</dc:title>
  <dc:creator>Shang Min</dc:creator>
  <cp:lastModifiedBy>Joseph Chen</cp:lastModifiedBy>
  <cp:revision>33</cp:revision>
  <dcterms:created xsi:type="dcterms:W3CDTF">2007-08-21T03:41:16Z</dcterms:created>
  <dcterms:modified xsi:type="dcterms:W3CDTF">2026-10-10T03:25:31Z</dcterms:modified>
</cp:coreProperties>
</file>