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7"/>
  </p:notesMasterIdLst>
  <p:handoutMasterIdLst>
    <p:handoutMasterId r:id="rId8"/>
  </p:handoutMasterIdLst>
  <p:sldIdLst>
    <p:sldId id="536" r:id="rId3"/>
    <p:sldId id="537" r:id="rId4"/>
    <p:sldId id="538" r:id="rId5"/>
    <p:sldId id="53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7671" autoAdjust="0"/>
  </p:normalViewPr>
  <p:slideViewPr>
    <p:cSldViewPr>
      <p:cViewPr varScale="1">
        <p:scale>
          <a:sx n="57" d="100"/>
          <a:sy n="57" d="100"/>
        </p:scale>
        <p:origin x="184" y="13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1C9495-F423-6E04-F3E1-98658941CD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EA84B-0F69-5E21-C091-62EA7E1A61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7FFDFC38-8B78-BE4E-BD94-45CCE070E34E}" type="datetimeFigureOut">
              <a:rPr lang="zh-TW" altLang="en-US"/>
              <a:pPr>
                <a:defRPr/>
              </a:pPr>
              <a:t>2026/9/25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C6D2A-98F8-1EF9-C41D-EB18AAEE2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E572B-CE86-92C6-565A-0AC40AB8D4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0F88754-E9FB-684B-B04E-2307C01F69A4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7E88AB2-7B14-90B0-7371-B259AFDFCA7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itchFamily="34" charset="0"/>
                <a:ea typeface="PMingLiU" pitchFamily="18" charset="-12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4E5A521-B670-3C00-5E07-B78C262AFF8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itchFamily="34" charset="0"/>
                <a:ea typeface="PMingLiU" pitchFamily="18" charset="-12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7F5D7A51-850E-E9D8-333A-CC667D2D0CD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7DD50928-0E2E-AF77-F563-74FD12399EF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CDF1367-8F5B-592C-2363-17DEB1971F0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itchFamily="34" charset="0"/>
                <a:ea typeface="PMingLiU" pitchFamily="18" charset="-12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EEBE1C22-6860-C0AE-8033-E41F266420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PMingLiU" panose="02020500000000000000" pitchFamily="18" charset="-120"/>
              </a:defRPr>
            </a:lvl1pPr>
          </a:lstStyle>
          <a:p>
            <a:fld id="{6919D957-B30C-D743-9AC5-E10C1CAA9F29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6FBA76B6-F402-72D5-41A1-827D3F014F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390FBA0E-4BBB-E7B5-0BC1-A39838A31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A0023724-CDBA-F006-5955-9DADE7547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6E68AEDE-0642-A543-91A6-F76634FA1EBD}" type="slidenum">
              <a:rPr lang="en-US" altLang="zh-TW" sz="1200" b="0">
                <a:ea typeface="PMingLiU" panose="02020500000000000000" pitchFamily="18" charset="-120"/>
              </a:rPr>
              <a:pPr eaLnBrk="1" hangingPunct="1"/>
              <a:t>1</a:t>
            </a:fld>
            <a:endParaRPr lang="en-US" altLang="zh-TW" sz="1200" b="0">
              <a:ea typeface="PMingLiU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84D011AF-67F0-0C96-7A55-5513723CD6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BE7CF249-D2E5-31D1-C1A2-A7537BA7E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B8B841E3-258D-6322-C3CB-EC8FAE205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0E40509E-CFCC-9141-9146-F43DD498AA34}" type="slidenum">
              <a:rPr lang="en-US" altLang="zh-TW" sz="1200" b="0">
                <a:ea typeface="PMingLiU" panose="02020500000000000000" pitchFamily="18" charset="-120"/>
              </a:rPr>
              <a:pPr eaLnBrk="1" hangingPunct="1"/>
              <a:t>2</a:t>
            </a:fld>
            <a:endParaRPr lang="en-US" altLang="zh-TW" sz="1200" b="0">
              <a:ea typeface="PMingLiU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C073E7DF-EEF0-24FB-EE6F-A3B5831C6B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2766C155-EB23-8EA2-D46B-595C1C3F4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zh-TW"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0FF83FB5-245E-0ABF-BFCB-30E3D101F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408C98A9-969B-7543-AE1A-01D544CC099B}" type="slidenum">
              <a:rPr lang="en-US" altLang="zh-TW" sz="1200" b="0">
                <a:ea typeface="PMingLiU" panose="02020500000000000000" pitchFamily="18" charset="-120"/>
              </a:rPr>
              <a:pPr eaLnBrk="1" hangingPunct="1"/>
              <a:t>3</a:t>
            </a:fld>
            <a:endParaRPr lang="en-US" altLang="zh-TW" sz="1200" b="0">
              <a:ea typeface="PMingLiU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378E0E51-D7BD-75F0-04F2-A96FF59A23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3E3916E3-643D-02D4-BA0C-9DF218053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2179A051-B7F7-01D8-FB48-2D46B39FD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9522B793-BCAB-F24A-9634-0D7E4ECEB899}" type="slidenum">
              <a:rPr lang="en-US" altLang="zh-TW" sz="1200" b="0">
                <a:ea typeface="PMingLiU" panose="02020500000000000000" pitchFamily="18" charset="-120"/>
              </a:rPr>
              <a:pPr eaLnBrk="1" hangingPunct="1"/>
              <a:t>4</a:t>
            </a:fld>
            <a:endParaRPr lang="en-US" altLang="zh-TW" sz="1200" b="0">
              <a:ea typeface="PMingLiU" panose="02020500000000000000" pitchFamily="18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C96C6E4-35A0-0F0D-4C4F-A804245D98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ABD65C-D560-6914-DCD1-890D1B33F7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74F0B55-EDBD-195F-6339-7C8A2AF689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F04010-890E-EA40-AEE2-1A645B57548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39754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3825363-F154-FF79-4BB1-14EF9A2356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0BC4A22-7C35-34B2-00CA-7ED0ABB604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3ADD55C-381E-1A79-1615-42F047F67C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69C443-D849-0C47-BAF6-91AC754FDD9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3662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2DD9B3-29EB-642D-4175-382375DAA1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6E15F-04D6-DE75-5159-C92EB17D88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646825-16DA-EC4C-630F-7C22805B9D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30B147-1776-BD45-87D1-B56F7DD7C20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1841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B44A0FC-D4F7-CD0C-5F6E-201436DF9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FB1C15B-EDFA-8D3D-CA83-F468C0CA54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C8B1B4B-2926-FB17-BC8A-FC40A28D2A6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pitchFamily="34" charset="0"/>
                <a:ea typeface="PMingLiU" pitchFamily="18" charset="-12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621A760-EE98-0918-B250-D68ECEF6EDD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pitchFamily="34" charset="0"/>
                <a:ea typeface="PMingLiU" pitchFamily="18" charset="-12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07A7178-9417-9554-108A-F20CE4EB50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PMingLiU" panose="02020500000000000000" pitchFamily="18" charset="-120"/>
              </a:defRPr>
            </a:lvl1pPr>
          </a:lstStyle>
          <a:p>
            <a:fld id="{F6F9ECBD-7A24-5349-8650-5DD5CDBDB0B6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1F4D1EE-D7A5-7254-B7C5-81ADFBFF7B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6B142FA-B059-BF9E-7775-2DC3181EF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564859F-35D3-2B67-34A0-21F2F95BEC8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pitchFamily="34" charset="0"/>
                <a:ea typeface="PMingLiU" pitchFamily="18" charset="-12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3DD2BB0-5F54-A3E1-0BD0-7BA7016F05D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pitchFamily="34" charset="0"/>
                <a:ea typeface="PMingLiU" pitchFamily="18" charset="-12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71E2F42-DE71-E053-8679-679E712315F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PMingLiU" panose="02020500000000000000" pitchFamily="18" charset="-120"/>
              </a:defRPr>
            </a:lvl1pPr>
          </a:lstStyle>
          <a:p>
            <a:fld id="{5BAF969A-D251-AF40-9BBC-B7841E92EAE8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44D7F0C-3C5B-0E72-F4E1-A7187BC1E4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我的上帝，我的君王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137DF87-E5FB-3958-B6D7-F39D5F1F0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我的上帝我的君王，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祢名我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欲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永遠尊崇，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主耶和華至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至大，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(bōe 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測度，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恩惠滿滿。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1A33F62-351F-7DB5-8A4B-7F29C1B812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我的上帝，我的君王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D871B70-4950-8805-3719-208F46997F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代要對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代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 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  <a:endParaRPr lang="en-US" altLang="zh-TW" sz="3200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祢的權能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四處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(sì-kòe)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傳報，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欲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想祢奇妙所做，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尊貴榮光，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威嚴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(bōe)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廢。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4A68D62-9602-CB8D-0EDF-0E1BE4A8E1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我的上帝，我的君王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F832679-DC61-5351-BBF1-F760541AE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祢的公義權能偉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大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(tāi)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我欲講起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人攏知，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伊欲報揚主祢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大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(toā)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恩，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唱歌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冥日敬尊。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81BBB35-7A3E-6BC7-24C8-214CF8FDCC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我的上帝，我的君王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AC978F1-2E8E-3D06-86E3-289CEC3F8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祢有恩惠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有憐憫，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無快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怒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(siū)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氣慈愛無盡，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施恩庇蔭一切受造，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用心感謝，用嘴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9376</TotalTime>
  <Words>222</Words>
  <Application>Microsoft Macintosh PowerPoint</Application>
  <PresentationFormat>On-screen Show (4:3)</PresentationFormat>
  <Paragraphs>29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標楷體</vt:lpstr>
      <vt:lpstr>PMingLiU</vt:lpstr>
      <vt:lpstr>Default Design</vt:lpstr>
      <vt:lpstr>1_Default Design</vt:lpstr>
      <vt:lpstr>47:我的上帝，我的君王(1/4)</vt:lpstr>
      <vt:lpstr>47:我的上帝，我的君王(2/4)</vt:lpstr>
      <vt:lpstr>47:我的上帝，我的君王(3/4)</vt:lpstr>
      <vt:lpstr>47:我的上帝，我的君王(4/4)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362</cp:revision>
  <dcterms:created xsi:type="dcterms:W3CDTF">2007-02-04T16:15:54Z</dcterms:created>
  <dcterms:modified xsi:type="dcterms:W3CDTF">2026-09-25T23:23:30Z</dcterms:modified>
</cp:coreProperties>
</file>