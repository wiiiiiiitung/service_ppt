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sldIdLst>
    <p:sldId id="256" r:id="rId2"/>
    <p:sldId id="261" r:id="rId3"/>
    <p:sldId id="266" r:id="rId4"/>
    <p:sldId id="271" r:id="rId5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4FC082-DE68-ECB4-3F5E-3B76A827A9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8F6DC1-3D36-75E1-2C09-6A805B7D20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500E42-6B6C-8E72-9540-90550DA441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EAA7E7-D5DF-4740-87F9-69DFF04C21A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81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9043C6-DE8E-5218-F2E2-F4494E004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433C52-922B-7898-9154-A23A54988F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689A11-4E5C-E558-FE4F-C44240AA87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82B5AB-5AE5-3946-B220-DADD338662B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591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61D5C2-298F-EF13-9D54-A6EC6583FE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C02716-50D1-D16D-58F3-D3F79A0FB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2C8924-847F-7AAA-F58E-4EA663F90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1D5CB-AD0A-0046-B458-CBF23153407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1280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190FE-7085-21E1-BEDB-2440E8CA81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A50535-6AA3-294B-36E9-C23A05CBFC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B0A9B9-44F7-3985-20FE-CDB597892A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0FD059-EB11-A04A-B6E7-B8ECAA51F62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98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E7FDCD3-FA34-082B-D95B-3937DFE212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9BEDB6-8616-04AD-5F1B-A471AFF1FD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68180A2-E1D1-3DB7-7B78-94E1F6EB50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DB6CB-2902-4C4D-946B-E4993BC6714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890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A90AED2-C5D7-143D-8809-7494F62540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CA198F-E214-17C3-2824-A5423381F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CCE146-FA8A-EA27-A895-D94ACEFAF2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3B6A0E-46D6-FA4F-8DEE-997770A71B9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8808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12334ED-22EA-332C-720F-05918C1743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3D0C08B-944F-FB18-5BB3-6BB077D24B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B38883A-DEF3-FD11-3B68-5DBC0ADD7B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AB133D-2525-644A-BCDA-D7DD251E5E6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269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174D8-C114-A449-A568-6DD7A14088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4CFA6-1E7B-2BCF-82DF-1CFF4F6091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33FA2-BE79-219E-66D8-3758E52FC7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88181C-03A0-D546-9FE5-4780FF5FBF7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67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9138-238E-947C-FEBF-DB74519568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AF39F-1AFF-839F-15F6-1D87201AD3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B77F0F-4F6C-1FE6-3DF3-2C4EDCA97E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E26560-7166-0B4C-88CB-4B4BAB14E75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9210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E11829-F21B-C3FB-DDD0-0DF56D0A5B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64CDB2-59FF-8822-FBD4-03098DBCC1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24F30E-4E74-6497-D28E-B38EA2C36D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145AD1-8F96-6747-AB5F-370A5CE24B6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161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6BFE5A-5572-80DB-707B-9D7E31B696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290639-D64B-C4D2-7CF2-D5A3664C9F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6F3885-E726-04E8-E631-98A56D4DFD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CCB6E0-C39F-E942-8B42-B6CB414B3E5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251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3316EF-B95E-18AB-5CE5-E3E5DE5F4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DE9576C-42EE-5EF0-C3F1-F3648B4F4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70F86C-45B3-4327-AF7D-E4CB97AACF7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D5FC413-92FF-4D47-91C8-2777524005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9FDA51-6FDD-432C-A423-64A3162605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F0921AE-224C-D54E-9FDB-7159DF86EDB9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ts val="900"/>
        </a:spcBef>
        <a:spcAft>
          <a:spcPts val="900"/>
        </a:spcAft>
        <a:defRPr kumimoji="1" sz="4400" b="1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C0267E9-02EA-7D91-ADB8-AA75AE97B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85D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85D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85D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(1/2)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37E6C89-5760-1E66-4A89-32F4FA0772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468313" y="1600200"/>
            <a:ext cx="10080626" cy="4525963"/>
          </a:xfrm>
        </p:spPr>
        <p:txBody>
          <a:bodyPr/>
          <a:lstStyle/>
          <a:p>
            <a:pPr marL="0" indent="0" algn="just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  我有保護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zh-TW" altLang="en-US">
                <a:ea typeface="標楷體" panose="03000509000000000000" pitchFamily="49" charset="-120"/>
                <a:cs typeface="Arial" panose="020B0604020202020204" pitchFamily="34" charset="0"/>
              </a:rPr>
              <a:t>（</a:t>
            </a:r>
            <a:r>
              <a:rPr lang="en-US" altLang="zh-TW">
                <a:ea typeface="標楷體" panose="03000509000000000000" pitchFamily="49" charset="-120"/>
                <a:cs typeface="Arial" panose="020B0604020202020204" pitchFamily="34" charset="0"/>
              </a:rPr>
              <a:t>chiá</a:t>
            </a:r>
            <a:r>
              <a:rPr lang="zh-TW" altLang="en-US">
                <a:ea typeface="標楷體" panose="03000509000000000000" pitchFamily="49" charset="-120"/>
                <a:cs typeface="Arial" panose="020B0604020202020204" pitchFamily="34" charset="0"/>
              </a:rPr>
              <a:t>）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>
                <a:ea typeface="標楷體" panose="03000509000000000000" pitchFamily="49" charset="-120"/>
              </a:rPr>
              <a:t>（</a:t>
            </a:r>
            <a:r>
              <a:rPr lang="en-US" altLang="zh-TW">
                <a:ea typeface="標楷體" panose="03000509000000000000" pitchFamily="49" charset="-120"/>
              </a:rPr>
              <a:t>tī</a:t>
            </a:r>
            <a:r>
              <a:rPr lang="zh-TW" altLang="en-US">
                <a:ea typeface="標楷體" panose="03000509000000000000" pitchFamily="49" charset="-12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身邊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just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   雖然看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zh-TW" altLang="en-US">
                <a:ea typeface="標楷體" panose="03000509000000000000" pitchFamily="49" charset="-120"/>
              </a:rPr>
              <a:t>（</a:t>
            </a:r>
            <a:r>
              <a:rPr lang="en-US" altLang="zh-TW">
                <a:ea typeface="標楷體" panose="03000509000000000000" pitchFamily="49" charset="-120"/>
              </a:rPr>
              <a:t>bōe</a:t>
            </a:r>
            <a:r>
              <a:rPr lang="zh-TW" altLang="en-US">
                <a:ea typeface="標楷體" panose="03000509000000000000" pitchFamily="49" charset="-12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見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永無離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 marL="0" indent="0" algn="just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   誠實拯救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zh-TW" altLang="en-US">
                <a:ea typeface="標楷體" panose="03000509000000000000" pitchFamily="49" charset="-120"/>
              </a:rPr>
              <a:t>（</a:t>
            </a:r>
            <a:r>
              <a:rPr lang="en-US" altLang="zh-TW">
                <a:ea typeface="標楷體" panose="03000509000000000000" pitchFamily="49" charset="-120"/>
              </a:rPr>
              <a:t>lâng</a:t>
            </a:r>
            <a:r>
              <a:rPr lang="zh-TW" altLang="en-US">
                <a:ea typeface="標楷體" panose="03000509000000000000" pitchFamily="49" charset="-120"/>
              </a:rPr>
              <a:t>）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無變換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just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      全能的主宰耶和華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21451-D358-674A-3F31-61091C04C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(1/2)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3E08AC6-7F3C-6E5C-288F-0310C5B9A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祂肯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我就得大恩惠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恩典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zh-TW" altLang="en-US">
                <a:ea typeface="標楷體" panose="03000509000000000000" pitchFamily="49" charset="-120"/>
                <a:cs typeface="Arial" panose="020B0604020202020204" pitchFamily="34" charset="0"/>
              </a:rPr>
              <a:t>（</a:t>
            </a:r>
            <a:r>
              <a:rPr lang="en-US" altLang="zh-TW"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zh-TW" altLang="en-US">
                <a:ea typeface="標楷體" panose="03000509000000000000" pitchFamily="49" charset="-120"/>
                <a:cs typeface="Arial" panose="020B0604020202020204" pitchFamily="34" charset="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降落若露水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拯救的城牆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>
                <a:ea typeface="標楷體" panose="03000509000000000000" pitchFamily="49" charset="-120"/>
              </a:rPr>
              <a:t>（</a:t>
            </a:r>
            <a:r>
              <a:rPr lang="en-US" altLang="zh-TW">
                <a:ea typeface="標楷體" panose="03000509000000000000" pitchFamily="49" charset="-120"/>
              </a:rPr>
              <a:t>teh</a:t>
            </a:r>
            <a:r>
              <a:rPr lang="zh-TW" altLang="en-US">
                <a:ea typeface="標楷體" panose="03000509000000000000" pitchFamily="49" charset="-12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包圍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保守主所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zh-TW" altLang="en-US">
                <a:ea typeface="標楷體" panose="03000509000000000000" pitchFamily="49" charset="-120"/>
              </a:rPr>
              <a:t>（</a:t>
            </a:r>
            <a:r>
              <a:rPr lang="en-US" altLang="zh-TW">
                <a:ea typeface="標楷體" panose="03000509000000000000" pitchFamily="49" charset="-120"/>
              </a:rPr>
              <a:t>thiàⁿ</a:t>
            </a:r>
            <a:r>
              <a:rPr lang="zh-TW" altLang="en-US">
                <a:ea typeface="標楷體" panose="03000509000000000000" pitchFamily="49" charset="-12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眾子類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862B025-5583-6971-AC2A-9E29A5684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(2/2)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BD64F6B-8B5D-ACA9-4B6E-62B5AA1C0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上主歡喜聽我祈禱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做我大牧者與保護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一切倚靠主來排比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冥日將萬事交托祢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99DAFA-EF12-DE32-3113-ED8D867C4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(2/2)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214858B-9826-2C1B-4E60-BB697DD02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424862" cy="4897437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主做我日頭與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盾</a:t>
            </a:r>
            <a:r>
              <a:rPr lang="zh-TW" altLang="en-US">
                <a:ea typeface="標楷體" panose="03000509000000000000" pitchFamily="49" charset="-120"/>
                <a:cs typeface="Arial" panose="020B0604020202020204" pitchFamily="34" charset="0"/>
              </a:rPr>
              <a:t>（</a:t>
            </a:r>
            <a:r>
              <a:rPr lang="en-US" altLang="zh-TW">
                <a:ea typeface="標楷體" panose="03000509000000000000" pitchFamily="49" charset="-120"/>
                <a:cs typeface="Arial" panose="020B0604020202020204" pitchFamily="34" charset="0"/>
              </a:rPr>
              <a:t>tîn</a:t>
            </a:r>
            <a:r>
              <a:rPr lang="zh-TW" altLang="en-US">
                <a:ea typeface="標楷體" panose="03000509000000000000" pitchFamily="49" charset="-120"/>
                <a:cs typeface="Arial" panose="020B0604020202020204" pitchFamily="34" charset="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牌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冥時就無暗無掛礙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光陰真快過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zh-TW" altLang="en-US">
                <a:ea typeface="標楷體" panose="03000509000000000000" pitchFamily="49" charset="-120"/>
              </a:rPr>
              <a:t>（</a:t>
            </a:r>
            <a:r>
              <a:rPr lang="en-US" altLang="zh-TW">
                <a:ea typeface="標楷體" panose="03000509000000000000" pitchFamily="49" charset="-120"/>
              </a:rPr>
              <a:t>ná</a:t>
            </a:r>
            <a:r>
              <a:rPr lang="zh-TW" altLang="en-US">
                <a:ea typeface="標楷體" panose="03000509000000000000" pitchFamily="49" charset="-12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射箭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只有催迫我</a:t>
            </a:r>
            <a:r>
              <a:rPr lang="zh-TW" altLang="en-US" sz="5400" u="sng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zh-TW" altLang="en-US">
                <a:ea typeface="標楷體" panose="03000509000000000000" pitchFamily="49" charset="-120"/>
              </a:rPr>
              <a:t>（</a:t>
            </a:r>
            <a:r>
              <a:rPr lang="en-US" altLang="zh-TW">
                <a:ea typeface="標楷體" panose="03000509000000000000" pitchFamily="49" charset="-120"/>
              </a:rPr>
              <a:t>ná</a:t>
            </a:r>
            <a:r>
              <a:rPr lang="zh-TW" altLang="en-US">
                <a:ea typeface="標楷體" panose="03000509000000000000" pitchFamily="49" charset="-120"/>
              </a:rPr>
              <a:t>）</a:t>
            </a: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近祢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42</TotalTime>
  <Words>196</Words>
  <Application>Microsoft Macintosh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新細明體</vt:lpstr>
      <vt:lpstr>Calibri</vt:lpstr>
      <vt:lpstr>標楷體</vt:lpstr>
      <vt:lpstr>預設簡報設計</vt:lpstr>
      <vt:lpstr>255:我有保護者在身邊(1/2)</vt:lpstr>
      <vt:lpstr>255:我有保護者在身邊(1/2)</vt:lpstr>
      <vt:lpstr>255:我有保護者在身邊(2/2)</vt:lpstr>
      <vt:lpstr>255:我有保護者在身邊(2/2)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255:我有保護者在身邊(1/2)</dc:title>
  <dc:creator>JEFF</dc:creator>
  <cp:lastModifiedBy>Joseph Chen</cp:lastModifiedBy>
  <cp:revision>8</cp:revision>
  <dcterms:created xsi:type="dcterms:W3CDTF">2007-08-27T14:07:24Z</dcterms:created>
  <dcterms:modified xsi:type="dcterms:W3CDTF">2026-09-25T23:23:16Z</dcterms:modified>
</cp:coreProperties>
</file>