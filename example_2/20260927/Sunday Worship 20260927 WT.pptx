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4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00" r:id="rId52"/>
    <p:sldId id="2901" r:id="rId53"/>
    <p:sldId id="2902" r:id="rId54"/>
    <p:sldId id="2903" r:id="rId55"/>
    <p:sldId id="2904" r:id="rId56"/>
    <p:sldId id="2905" r:id="rId57"/>
    <p:sldId id="2907" r:id="rId58"/>
    <p:sldId id="2908" r:id="rId59"/>
    <p:sldId id="2909" r:id="rId60"/>
    <p:sldId id="2910" r:id="rId61"/>
    <p:sldId id="2911" r:id="rId62"/>
    <p:sldId id="2912" r:id="rId63"/>
    <p:sldId id="2913" r:id="rId64"/>
    <p:sldId id="2914" r:id="rId65"/>
    <p:sldId id="2915" r:id="rId66"/>
    <p:sldId id="2916" r:id="rId67"/>
    <p:sldId id="2917" r:id="rId68"/>
    <p:sldId id="2918" r:id="rId69"/>
    <p:sldId id="2919" r:id="rId70"/>
    <p:sldId id="2920" r:id="rId71"/>
    <p:sldId id="2921" r:id="rId72"/>
    <p:sldId id="2922" r:id="rId73"/>
    <p:sldId id="2923" r:id="rId74"/>
    <p:sldId id="2924" r:id="rId75"/>
    <p:sldId id="2925" r:id="rId76"/>
    <p:sldId id="2926" r:id="rId77"/>
    <p:sldId id="2927" r:id="rId78"/>
    <p:sldId id="2928" r:id="rId79"/>
    <p:sldId id="2929" r:id="rId80"/>
    <p:sldId id="2930" r:id="rId81"/>
    <p:sldId id="2931" r:id="rId82"/>
    <p:sldId id="2932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44D7F0C-3C5B-0E72-F4E1-A7187BC1E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7DF87-E5FB-3958-B6D7-F39D5F1F0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我的上帝我的君王，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祢名我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永遠尊崇，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主耶和華至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 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測度，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恩惠滿滿。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A33F62-351F-7DB5-8A4B-7F29C1B81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D871B70-4950-8805-3719-208F46997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代要對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  <a:endParaRPr lang="en-US" altLang="zh-TW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祢的權能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四處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(sì-kòe)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傳報，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想祢奇妙所做，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尊貴榮光，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威嚴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4A68D62-9602-CB8D-0EDF-0E1BE4A8E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832679-DC61-5351-BBF1-F760541AE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祢的公義權能偉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(tāi)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我欲講起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人攏知，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伊欲報揚主祢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(toā)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冥日敬尊。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81BBB35-7A3E-6BC7-24C8-214CF8FDC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47: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我的上帝，我的君王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AC978F1-2E8E-3D06-86E3-289CEC3F8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祢有恩惠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有憐憫，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無快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(siū)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氣慈愛無盡，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施恩庇蔭一切受造，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用心感謝，用嘴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57F04C-2851-95F9-AA3A-26104534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9BB73F-477F-B7BE-9E85-5DCB264E1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0668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求祢可憐我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可憐我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我的神要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投歇於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(tâu-hioh  tī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D71527-BC49-EB01-64B0-37A3BFDE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D43F39E-774D-1117-AD67-160F70C82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6200" y="1066800"/>
            <a:ext cx="12192000" cy="4525963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我要投歇在祢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翼股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(sit-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͘ 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庇蔭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tì-im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等候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théng-hāu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這些災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經過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F0AD86B-29CB-7115-53C0-DED152A2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765AAD9-B16A-19E0-B6ED-D3C03387A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我要求叫至高的上帝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成持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chhiâ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逐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ta̍k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項事的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8C693A9-D935-CABF-B1F4-D121BDF1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6F1B678-404E-60AD-4C58-1AB6A81F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當彼個欲吞食我的人誹謗我的時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必施恩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從天救我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發出祂的慈愛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誠實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3B3E4E-08F7-8F95-FE88-6F3937CC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5E61362-0096-5F81-7C8A-B71748B1F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我的生命在獅的中間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我倒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親像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火著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hé-to̍h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的世間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的中間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685D6FE-A30D-80DA-3479-7BB24165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9F853E4-6367-F40C-EECE-C9780405C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伊的嘴齒是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槍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chhiu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矢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chì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伊的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利刀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lāi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-to)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EF43A9-061B-2BEA-18AD-92F62834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1EF2FEC-CAC2-7779-635A-7C318C51A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願祢高大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𨃟過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pôa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諸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chiah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個天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願祢的榮光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𨃟過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pôa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A1175F3-C959-6D20-7D1C-885364AD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DC7B8DC-E5AA-966F-6294-9D78F6D6D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kā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我的脚步設羅網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壓制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(ap-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5250CA3-4922-3728-E411-32397AE9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B7560DC-1C24-3E00-BB35-391F6C8C7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01617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我的面前開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陷坑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hām-khi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en-US" altLang="zh-TW" sz="32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自己反轉跌落彼內面</a:t>
            </a:r>
            <a:r>
              <a:rPr lang="en-US" altLang="zh-TW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u="sng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(ka-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hoán-tńg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poa̍h-lo̍h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hit 	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lāi-bīn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3CE2390-516D-4EB9-05F3-78FEB9A4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D5CFA97-C82C-2228-F52F-1BCE4DEA6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9583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我的心自在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我的心自在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我要吟詩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我要唱歌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A8AD095-6C16-539A-91D3-559E35CE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E759A49-41DC-B7F0-48E6-A22935FDA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我的神啊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你當精神起來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琴啊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瑟啊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恁當精神起來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我本身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真早精神起來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8C129B-E8DD-196B-82E2-F798A5A6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AD64255-868C-C097-CC93-76394380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我要在萬百姓的中間感謝祢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在列邦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lia̍t-pang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的中間唱歌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95A9F79-63C6-A157-C4B3-691C92F9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BC96F0F-1F5C-8BCE-28DE-DA4372806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因為祢的慈愛大到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抵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tú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kiong-chhong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3B633E5-968F-3F81-0689-600E796D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57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7EB5F51-BF87-397F-E090-6A6EC71EC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願祢高大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般過這些天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願祢的榮光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般過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pôa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賜我平安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賜我平安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佇祢之慈愛賜阮平安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主啊，直到萬世代</a:t>
            </a:r>
            <a:r>
              <a:rPr dirty="0"/>
              <a:t>！</a:t>
            </a:r>
            <a:br>
              <a:rPr lang="en-US" dirty="0"/>
            </a:br>
            <a:r>
              <a:rPr dirty="0" err="1"/>
              <a:t>祢是阮之主</a:t>
            </a:r>
            <a:br>
              <a:rPr lang="en-US" dirty="0"/>
            </a:br>
            <a:r>
              <a:rPr dirty="0" err="1"/>
              <a:t>不可氣拺阮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使阮爭戰會得勝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求祢，阮之主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保護阮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賜我平安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佇祢之慈愛賜阮平安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主啊，直到萬世代</a:t>
            </a:r>
            <a:r>
              <a:rPr dirty="0"/>
              <a:t>！</a:t>
            </a:r>
            <a:br>
              <a:rPr lang="en-US" dirty="0"/>
            </a:br>
            <a:r>
              <a:rPr dirty="0" err="1"/>
              <a:t>祢是阮之主</a:t>
            </a:r>
            <a:br>
              <a:rPr lang="en-US" dirty="0"/>
            </a:br>
            <a:r>
              <a:rPr dirty="0" err="1"/>
              <a:t>不可氣拺阮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使阮爭戰今得勝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求祢，阮之主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保護阮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賜我平安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佇祢之慈愛賜阮平安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主啊，直到萬世代</a:t>
            </a:r>
            <a:r>
              <a:rPr dirty="0"/>
              <a:t>！</a:t>
            </a:r>
            <a:br>
              <a:rPr lang="en-US" dirty="0"/>
            </a:br>
            <a:r>
              <a:rPr dirty="0" err="1"/>
              <a:t>祢是阮之主</a:t>
            </a:r>
            <a:br>
              <a:rPr lang="en-US" dirty="0"/>
            </a:br>
            <a:r>
              <a:rPr dirty="0" err="1"/>
              <a:t>不可氣拺阮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使阮爭戰會得勝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求祢，阮之主</a:t>
            </a:r>
            <a:r>
              <a:rPr dirty="0"/>
              <a:t>，</a:t>
            </a:r>
            <a:br>
              <a:rPr lang="en-US" dirty="0"/>
            </a:br>
            <a:r>
              <a:rPr dirty="0" err="1"/>
              <a:t>求祢保護，阮之主</a:t>
            </a:r>
            <a:r>
              <a:rPr dirty="0"/>
              <a:t>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賜我平安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求祢，求祢阮之主，</a:t>
            </a:r>
          </a:p>
          <a:p>
            <a:r>
              <a:t>求祢保護阮。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sz="7200" b="1" dirty="0" err="1">
                <a:latin typeface="DFKai-SB"/>
              </a:rPr>
              <a:t>詩篇</a:t>
            </a:r>
            <a:r>
              <a:rPr sz="7200" b="1" dirty="0">
                <a:latin typeface="DFKai-SB"/>
              </a:rPr>
              <a:t> 23:1~6</a:t>
            </a:r>
          </a:p>
          <a:p>
            <a:pPr algn="ctr"/>
            <a:r>
              <a:rPr sz="5400" b="1">
                <a:latin typeface="標楷體"/>
              </a:rPr>
              <a:t>(舊約第</a:t>
            </a:r>
            <a:r>
              <a:rPr lang="en-US" sz="5400" b="1">
                <a:solidFill>
                  <a:srgbClr val="FFFF00"/>
                </a:solidFill>
                <a:latin typeface="標楷體"/>
              </a:rPr>
              <a:t>673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23:1~6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1.（大衛的詩）耶和華是我的牧者，我
  必不至缺乏。</a:t>
            </a:r>
          </a:p>
          <a:p>
            <a:r>
              <a:rPr sz="5400" b="1">
                <a:latin typeface="DFKai-SB"/>
              </a:rPr>
              <a:t>2.他使我躺臥在青草地上，領我在可安
  歇的水邊。</a:t>
            </a:r>
          </a:p>
          <a:p>
            <a:r>
              <a:rPr sz="5400" b="1">
                <a:latin typeface="DFKai-SB"/>
              </a:rPr>
              <a:t>3.他使我的靈魂甦醒，為自己的名引導
  我走義路。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23:1~6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4.我雖然行過死蔭的幽谷，也不怕遭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</a:t>
            </a:r>
            <a:r>
              <a:rPr sz="5400" b="1" dirty="0" err="1">
                <a:latin typeface="DFKai-SB"/>
              </a:rPr>
              <a:t>害，因為你與我同在；你的杖，你的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</a:t>
            </a:r>
            <a:r>
              <a:rPr sz="5400" b="1" err="1">
                <a:latin typeface="DFKai-SB"/>
              </a:rPr>
              <a:t>竿</a:t>
            </a:r>
            <a:r>
              <a:rPr sz="5400" b="1">
                <a:latin typeface="DFKai-SB"/>
              </a:rPr>
              <a:t>，都安慰我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5.在我敵人面前，你為我擺設筵席；你
  </a:t>
            </a:r>
            <a:r>
              <a:rPr sz="5400" b="1" dirty="0" err="1">
                <a:latin typeface="DFKai-SB"/>
              </a:rPr>
              <a:t>用油膏了我的頭，使我的福杯滿溢</a:t>
            </a:r>
            <a:r>
              <a:rPr sz="5400" b="1" dirty="0">
                <a:latin typeface="DFKai-SB"/>
              </a:rPr>
              <a:t>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23:1~6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6.我一生一世必有恩惠慈愛隨着我；我
  且要住在耶和華的殿中，直到永遠。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牧人之歌</a:t>
            </a:r>
            <a:r>
              <a:rPr sz="5000" b="1" dirty="0">
                <a:latin typeface="DFKai-SB"/>
              </a:rPr>
              <a:t>                        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一. 大衛的詩歌：</a:t>
            </a:r>
          </a:p>
          <a:p>
            <a:pPr algn="l"/>
            <a:r>
              <a:t>1.人生經歷：牧童、將軍、君王</a:t>
            </a:r>
          </a:p>
          <a:p>
            <a:pPr algn="l"/>
            <a:r>
              <a:t>2.牧人意涵：保護、引導、平安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耶和華是大衛的牧者：</a:t>
            </a:r>
          </a:p>
          <a:p>
            <a:pPr algn="l"/>
            <a:r>
              <a:t>1.必不致缺乏！</a:t>
            </a:r>
          </a:p>
          <a:p>
            <a:pPr algn="l"/>
            <a:r>
              <a:t>2.使躺臥在青草地上，可在水邊安歇！</a:t>
            </a:r>
          </a:p>
          <a:p>
            <a:pPr algn="l"/>
            <a:r>
              <a:t>3.使靈魂甦醒，引導走義路！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耶和華是大衛的牧者</a:t>
            </a:r>
            <a:r>
              <a:rPr dirty="0"/>
              <a:t>：</a:t>
            </a:r>
          </a:p>
          <a:p>
            <a:pPr algn="l"/>
            <a:r>
              <a:rPr dirty="0"/>
              <a:t>4.因為耶和華的同在（杖與竿都安慰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我</a:t>
            </a:r>
            <a:r>
              <a:rPr dirty="0"/>
              <a:t>）；</a:t>
            </a:r>
            <a:r>
              <a:rPr dirty="0" err="1"/>
              <a:t>雖然行過死蔭的幽谷，也不</a:t>
            </a:r>
            <a:r>
              <a:rPr lang="zh-TW" altLang="en-US" dirty="0"/>
              <a:t>怕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dirty="0" err="1"/>
              <a:t>遭害</a:t>
            </a:r>
            <a:r>
              <a:rPr dirty="0"/>
              <a:t>！</a:t>
            </a:r>
          </a:p>
          <a:p>
            <a:pPr algn="l"/>
            <a:r>
              <a:rPr dirty="0"/>
              <a:t>5.在敵人面前，為大衛擺設筵席！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三.大衛以耶和華神為牧者的具體表達</a:t>
            </a:r>
            <a:r>
              <a:rPr dirty="0"/>
              <a:t>：</a:t>
            </a:r>
          </a:p>
          <a:p>
            <a:pPr algn="l"/>
            <a:r>
              <a:rPr dirty="0"/>
              <a:t>1.感恩：耶和華神用「油膏」了大衛的</a:t>
            </a:r>
            <a:br>
              <a:rPr lang="en-US" dirty="0"/>
            </a:br>
            <a:r>
              <a:rPr lang="en-US" dirty="0"/>
              <a:t> </a:t>
            </a:r>
            <a:r>
              <a:rPr dirty="0" err="1"/>
              <a:t>頭，使他的福杯滿溢</a:t>
            </a:r>
            <a:r>
              <a:rPr dirty="0"/>
              <a:t>！</a:t>
            </a:r>
            <a:endParaRPr lang="en-US" dirty="0"/>
          </a:p>
          <a:p>
            <a:pPr algn="l"/>
            <a:r>
              <a:rPr lang="en-US" altLang="zh-TW" dirty="0"/>
              <a:t>2.</a:t>
            </a:r>
            <a:r>
              <a:rPr lang="zh-TW" altLang="en-US" dirty="0"/>
              <a:t>全然信靠：一生一世必有恩惠慈愛隨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著；且要住在耶和華的殿中，直到永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遠！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0267E9-02EA-7D91-ADB8-AA75AE97B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85D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(1/2)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37E6C89-5760-1E66-4A89-32F4FA077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1846" y="1011716"/>
            <a:ext cx="11250154" cy="4525963"/>
          </a:xfrm>
        </p:spPr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  我有保護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chiá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tī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身邊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just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   雖然看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bōe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見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永無離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marL="0" indent="0" algn="just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   誠實拯救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lâng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無變換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just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全能的主宰耶和華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21451-D358-674A-3F31-61091C04C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(1/2)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3E08AC6-7F3C-6E5C-288F-0310C5B9A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祂肯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我就得大恩惠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恩典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欲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beh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降落若露水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拯救的城牆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teh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包圍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保守主所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ⁿ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眾子類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862B025-5583-6971-AC2A-9E29A5684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(2/2)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BD64F6B-8B5D-ACA9-4B6E-62B5AA1C0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上主歡喜聽我祈禱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做我大牧者與保護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一切倚靠主來排比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>
                <a:latin typeface="標楷體" panose="03000509000000000000" pitchFamily="49" charset="-120"/>
                <a:ea typeface="標楷體" panose="03000509000000000000" pitchFamily="49" charset="-120"/>
              </a:rPr>
              <a:t>冥日將萬事交托祢</a:t>
            </a:r>
            <a:r>
              <a:rPr lang="en-US" altLang="zh-TW" sz="5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99DAFA-EF12-DE32-3113-ED8D867C4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255:</a:t>
            </a:r>
            <a:r>
              <a:rPr lang="zh-TW" altLang="en-US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我有保護者在身邊</a:t>
            </a:r>
            <a:r>
              <a:rPr lang="en-US" altLang="zh-TW" sz="4000" u="sng">
                <a:solidFill>
                  <a:srgbClr val="69D8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(2/2)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214858B-9826-2C1B-4E60-BB697DD02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3569" y="990600"/>
            <a:ext cx="8424862" cy="4897437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主做我日頭與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盾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tîn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牌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冥時就無暗無掛礙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光陰真快過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ná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射箭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只有催迫我</a:t>
            </a:r>
            <a:r>
              <a:rPr lang="zh-TW" altLang="en-US" sz="5400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愈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（</a:t>
            </a:r>
            <a:r>
              <a:rPr lang="en-US" altLang="zh-TW" sz="3200" dirty="0" err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ná</a:t>
            </a:r>
            <a:r>
              <a:rPr lang="zh-TW" altLang="en-US" sz="32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）</a:t>
            </a: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近祢</a:t>
            </a:r>
            <a:r>
              <a:rPr lang="en-US" altLang="zh-TW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54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marL="0" indent="0" algn="ctr" eaLnBrk="1" hangingPunct="1">
              <a:buFontTx/>
              <a:buNone/>
            </a:pPr>
            <a:r>
              <a:rPr lang="zh-TW" altLang="en-US" sz="5400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華語部葡萄枝福音見証分享会,今</a:t>
            </a:r>
            <a:br>
              <a:rPr lang="en-US" dirty="0"/>
            </a:br>
            <a:r>
              <a:rPr dirty="0"/>
              <a:t>天下午3:30在副堂舉行,請大家踴躍</a:t>
            </a:r>
            <a:br>
              <a:rPr lang="en-US" dirty="0"/>
            </a:br>
            <a:r>
              <a:rPr dirty="0" err="1"/>
              <a:t>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兒童主日學事工需要</a:t>
            </a:r>
            <a:r>
              <a:rPr dirty="0"/>
              <a:t>：</a:t>
            </a:r>
            <a:br>
              <a:rPr lang="en-US" dirty="0"/>
            </a:br>
            <a:r>
              <a:rPr dirty="0" err="1"/>
              <a:t>徵招上午助教</a:t>
            </a:r>
            <a:r>
              <a:rPr dirty="0"/>
              <a:t>(11:30-12:30),</a:t>
            </a:r>
            <a:r>
              <a:rPr dirty="0" err="1"/>
              <a:t>以及下午導護同工,有意願的弟兄姐妹請聯繫咏真師母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2026積極會員名單張貼在副堂的公</a:t>
            </a:r>
            <a:br>
              <a:rPr lang="en-US" dirty="0"/>
            </a:br>
            <a:r>
              <a:rPr dirty="0"/>
              <a:t>告欄。這週日9/27開始提名至10/11下</a:t>
            </a:r>
            <a:br>
              <a:rPr lang="en-US" dirty="0"/>
            </a:br>
            <a:r>
              <a:rPr dirty="0"/>
              <a:t>午3點,選舉：11/15,有問題請和各部負</a:t>
            </a:r>
            <a:br>
              <a:rPr lang="en-US" dirty="0"/>
            </a:br>
            <a:r>
              <a:rPr dirty="0" err="1"/>
              <a:t>責人連絡。選舉委員會成員請看布告欄</a:t>
            </a:r>
            <a:br>
              <a:rPr lang="en-US" dirty="0"/>
            </a:br>
            <a:r>
              <a:rPr dirty="0" err="1"/>
              <a:t>張貼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4.中文學校校長「徐逸如」姐妹就任禮: </a:t>
            </a:r>
            <a:br>
              <a:rPr lang="en-US" dirty="0"/>
            </a:br>
            <a:r>
              <a:rPr dirty="0" err="1"/>
              <a:t>求主繼續使用整個中文學校團隊,在社</a:t>
            </a:r>
            <a:br>
              <a:rPr lang="en-US" dirty="0"/>
            </a:br>
            <a:r>
              <a:rPr dirty="0" err="1"/>
              <a:t>區中興旺福音</a:t>
            </a:r>
            <a:r>
              <a:rPr dirty="0"/>
              <a:t>！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團契時間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今天11:30在交誼廳,舉行 7,8,9月慶生</a:t>
            </a:r>
            <a:br>
              <a:rPr lang="en-US" dirty="0"/>
            </a:br>
            <a:r>
              <a:rPr dirty="0" err="1"/>
              <a:t>會及招待訓練,請大家踴躍參加。線上</a:t>
            </a:r>
            <a:r>
              <a:rPr dirty="0"/>
              <a:t> 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646-558-86562。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邀請您參加9/30晚上8點禱告會,所有</a:t>
            </a:r>
            <a:br>
              <a:rPr lang="en-US" dirty="0"/>
            </a:br>
            <a:r>
              <a:rPr dirty="0" err="1"/>
              <a:t>事工都需要禱告求上帝扶持祝福</a:t>
            </a:r>
            <a:r>
              <a:rPr dirty="0"/>
              <a:t>。</a:t>
            </a:r>
            <a:br>
              <a:rPr lang="en-US" dirty="0"/>
            </a:br>
            <a:r>
              <a:rPr dirty="0"/>
              <a:t>zoom </a:t>
            </a: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週五線上查經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10/02晚上8點,陳牧師帶領查考撒母耳</a:t>
            </a:r>
            <a:br>
              <a:rPr lang="en-US" dirty="0"/>
            </a:br>
            <a:r>
              <a:rPr dirty="0" err="1"/>
              <a:t>記上,請大家踴躍參加。zoom連結如同</a:t>
            </a:r>
            <a:br>
              <a:rPr lang="en-US" dirty="0"/>
            </a:br>
            <a:r>
              <a:rPr dirty="0" err="1"/>
              <a:t>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4. 10/18中午11:30將舉辦烤肉活動,</a:t>
            </a:r>
            <a:br>
              <a:rPr lang="en-US" dirty="0"/>
            </a:br>
            <a:r>
              <a:rPr dirty="0" err="1"/>
              <a:t>地點在Peace教室前的</a:t>
            </a:r>
            <a:r>
              <a:rPr dirty="0"/>
              <a:t> </a:t>
            </a:r>
            <a:r>
              <a:rPr dirty="0" err="1"/>
              <a:t>黃桃樹下,請</a:t>
            </a:r>
            <a:br>
              <a:rPr lang="en-US" dirty="0"/>
            </a:br>
            <a:r>
              <a:rPr dirty="0" err="1"/>
              <a:t>向鶴齡執事報名,以便統計人數,歡迎</a:t>
            </a:r>
            <a:br>
              <a:rPr lang="en-US" dirty="0"/>
            </a:br>
            <a:r>
              <a:rPr dirty="0" err="1"/>
              <a:t>大家踴躍參加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感恩節洗禮轉會：將於11/22舉行, </a:t>
            </a:r>
            <a:br>
              <a:rPr lang="en-US" dirty="0"/>
            </a:br>
            <a:r>
              <a:rPr dirty="0" err="1"/>
              <a:t>欲受洗和申請轉會的兄姐,請向陳牧師報名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</a:t>
            </a:r>
            <a:r>
              <a:rPr dirty="0" err="1"/>
              <a:t>教育組繼續推動每日讀經,兄姐如在</a:t>
            </a:r>
            <a:br>
              <a:rPr lang="en-US" dirty="0"/>
            </a:br>
            <a:r>
              <a:rPr dirty="0" err="1"/>
              <a:t>一年内讀完聖經,請通知穎弘執事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7.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11月長執選舉,11月洗禮轉會,中文學</a:t>
            </a:r>
            <a:br>
              <a:rPr lang="en-US" dirty="0"/>
            </a:br>
            <a:r>
              <a:rPr dirty="0" err="1"/>
              <a:t>校,兒童事工,兄弟姐妹的健康,家人</a:t>
            </a:r>
            <a:br>
              <a:rPr lang="en-US" dirty="0"/>
            </a:br>
            <a:r>
              <a:rPr dirty="0" err="1"/>
              <a:t>信主,年輕會友立業成家,紐約治安</a:t>
            </a:r>
            <a:r>
              <a:rPr dirty="0"/>
              <a:t>,</a:t>
            </a:r>
            <a:br>
              <a:rPr lang="en-US" dirty="0"/>
            </a:br>
            <a:r>
              <a:rPr dirty="0" err="1"/>
              <a:t>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1963</Words>
  <Application>Microsoft Macintosh PowerPoint</Application>
  <PresentationFormat>Widescreen</PresentationFormat>
  <Paragraphs>250</Paragraphs>
  <Slides>75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47:我的上帝，我的君王(1/4)</vt:lpstr>
      <vt:lpstr>47:我的上帝，我的君王(2/4)</vt:lpstr>
      <vt:lpstr>47:我的上帝，我的君王(3/4)</vt:lpstr>
      <vt:lpstr>47:我的上帝，我的君王(4/4)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啟應文14:詩篇57</vt:lpstr>
      <vt:lpstr>PowerPoint Presentation</vt:lpstr>
      <vt:lpstr>PowerPoint Presentation</vt:lpstr>
      <vt:lpstr>賜我平安</vt:lpstr>
      <vt:lpstr>賜我平安</vt:lpstr>
      <vt:lpstr>賜我平安</vt:lpstr>
      <vt:lpstr>賜我平安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255:我有保護者在身邊(1/2)</vt:lpstr>
      <vt:lpstr>255:我有保護者在身邊(1/2)</vt:lpstr>
      <vt:lpstr>255:我有保護者在身邊(2/2)</vt:lpstr>
      <vt:lpstr>255:我有保護者在身邊(2/2)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全教會</vt:lpstr>
      <vt:lpstr>報告： 全教會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2026-09-26T01:15:13Z</dcterms:modified>
</cp:coreProperties>
</file>