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</p:sldMasterIdLst>
  <p:notesMasterIdLst>
    <p:notesMasterId r:id="rId16"/>
  </p:notesMasterIdLst>
  <p:sldIdLst>
    <p:sldId id="266" r:id="rId2"/>
    <p:sldId id="276" r:id="rId3"/>
    <p:sldId id="272" r:id="rId4"/>
    <p:sldId id="267" r:id="rId5"/>
    <p:sldId id="273" r:id="rId6"/>
    <p:sldId id="268" r:id="rId7"/>
    <p:sldId id="277" r:id="rId8"/>
    <p:sldId id="274" r:id="rId9"/>
    <p:sldId id="278" r:id="rId10"/>
    <p:sldId id="275" r:id="rId11"/>
    <p:sldId id="269" r:id="rId12"/>
    <p:sldId id="270" r:id="rId13"/>
    <p:sldId id="279" r:id="rId14"/>
    <p:sldId id="271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F529D75-B441-4177-94A0-874405EDAF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1A0B8D-AA0B-4F89-929C-705472470F4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1E22BF4E-D1EE-A345-8119-BA73120C279B}" type="datetimeFigureOut">
              <a:rPr lang="zh-TW" altLang="en-US"/>
              <a:pPr>
                <a:defRPr/>
              </a:pPr>
              <a:t>2026/9/25</a:t>
            </a:fld>
            <a:endParaRPr lang="en-US" altLang="zh-TW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42501AD-CCA5-44E0-A286-480BEA1D61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A7A4C47-BD19-4853-B6B5-742BDFE459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29A2BA-1AE7-4474-9B53-5C1F737F2F4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3716A-5A60-4107-AF02-C6D88847E6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4E9DF9C4-6218-3F4D-A298-4699E3C55549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58519B9F-267D-456D-2FDB-8BB5136948F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id="{F1C33B9E-C8F3-5356-F0BF-A5E51F91EDB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FA36D010-6835-3377-AAED-07EA522B4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B124931-355E-564E-AF54-079836736824}" type="slidenum">
              <a:rPr lang="zh-TW" altLang="en-US"/>
              <a:pPr>
                <a:spcBef>
                  <a:spcPct val="0"/>
                </a:spcBef>
              </a:pPr>
              <a:t>1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18C6EAF5-310D-990A-673D-65CDA76789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5EC8F7EA-E64F-B368-2CB8-43C6F901BAF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38644A93-C08D-F7F0-A920-D9E0748B71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1B68275-EE10-9249-B667-609018EDEA52}" type="slidenum">
              <a:rPr lang="zh-TW" altLang="en-US"/>
              <a:pPr>
                <a:spcBef>
                  <a:spcPct val="0"/>
                </a:spcBef>
              </a:pPr>
              <a:t>2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94A737BF-45DD-4851-320B-973ED862270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4DC37017-BA75-A073-950E-C378FB7038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F44841EC-EE00-21AA-6C96-15566424D6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582015-8D2F-E84E-AFF7-6FDD7270F501}" type="slidenum">
              <a:rPr lang="zh-TW" altLang="en-US"/>
              <a:pPr>
                <a:spcBef>
                  <a:spcPct val="0"/>
                </a:spcBef>
              </a:pPr>
              <a:t>3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BBDF3B53-BEFB-04F4-54F7-7EC5FD3D557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7639E01D-8CF2-A5E3-518A-702F77CC115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1DD15C49-D2A3-9FCA-671E-5C70A4E2D7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54834CA-1B8C-D849-8F55-9DC0A65399ED}" type="slidenum">
              <a:rPr lang="zh-TW" altLang="en-US"/>
              <a:pPr>
                <a:spcBef>
                  <a:spcPct val="0"/>
                </a:spcBef>
              </a:pPr>
              <a:t>4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9EC62977-C248-8EE7-D245-65E997F0AC0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E899025E-481B-EDF2-F8A0-AA682516C47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4B549211-7F51-4C07-3D3E-F481D8D59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667D02B-0BB1-DB45-8869-CD2747B3FDFD}" type="slidenum">
              <a:rPr lang="zh-TW" altLang="en-US"/>
              <a:pPr>
                <a:spcBef>
                  <a:spcPct val="0"/>
                </a:spcBef>
              </a:pPr>
              <a:t>5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80363DAD-0C3E-E765-E788-B589475D84A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8059C1ED-974B-90CD-0B9F-6D57FC91268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A4DD98AA-91AE-DC3B-B498-F6FDC0BDE0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D07E134-B204-CD4E-BD68-06EDAFBB9829}" type="slidenum">
              <a:rPr lang="zh-TW" altLang="en-US"/>
              <a:pPr>
                <a:spcBef>
                  <a:spcPct val="0"/>
                </a:spcBef>
              </a:pPr>
              <a:t>6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157941AD-882B-6ED4-8338-9609E3BEA8D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B538386A-D8C0-07EC-C7E5-98B83BC0BE7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0DDD285C-F633-68F3-E72E-42DF41199C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9A30F79-2963-374A-94FE-820EC6F66ABF}" type="slidenum">
              <a:rPr lang="zh-TW" altLang="en-US"/>
              <a:pPr>
                <a:spcBef>
                  <a:spcPct val="0"/>
                </a:spcBef>
              </a:pPr>
              <a:t>7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8383A638-2FF9-C938-66B1-ECEB009CC84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2F39030E-D530-3B5D-A9AF-3482FAC61A6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6BB8802E-35D8-D855-6556-82715B13BE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05D9E49-7772-0A49-878A-1345D66DEB95}" type="slidenum">
              <a:rPr lang="zh-TW" altLang="en-US"/>
              <a:pPr>
                <a:spcBef>
                  <a:spcPct val="0"/>
                </a:spcBef>
              </a:pPr>
              <a:t>8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C008BDE3-778A-5F2D-7210-60EFCC50AD1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3F286446-7AB4-BA52-3DB1-B0E06EC91E9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23B83DC8-996B-533C-F3A7-6F2524B9A3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DC5895B-BFBF-9247-92DE-E83DBB47819F}" type="slidenum">
              <a:rPr lang="zh-TW" altLang="en-US"/>
              <a:pPr>
                <a:spcBef>
                  <a:spcPct val="0"/>
                </a:spcBef>
              </a:pPr>
              <a:t>9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5B062C86-2680-021B-9038-1AEE50B1079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72C4E379-BF65-3FE0-D817-27EAA43891A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6128A340-E730-E07A-B37C-07B950318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86BFC05-41C1-7143-AFBB-52425E892851}" type="slidenum">
              <a:rPr lang="zh-TW" altLang="en-US"/>
              <a:pPr>
                <a:spcBef>
                  <a:spcPct val="0"/>
                </a:spcBef>
              </a:pPr>
              <a:t>10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3577422B-BA15-2F6C-D7A5-401E97D07B6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AA936DA3-81A2-6B52-7326-40A7EEFD84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710EA32A-2D97-C02C-DA6D-72CBFD7752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1E3D917-2BB1-BB4B-A540-56A4C63A54E6}" type="slidenum">
              <a:rPr lang="zh-TW" altLang="en-US"/>
              <a:pPr>
                <a:spcBef>
                  <a:spcPct val="0"/>
                </a:spcBef>
              </a:pPr>
              <a:t>11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EF322BBD-3253-89A9-6DF1-EF66E2A4AF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C88A8244-123E-B494-294E-E3268FAABEE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0EEBFA97-7459-E78C-4E71-4CA9279FED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EA250D-BE85-DC4D-A16C-8B80AD2C2F55}" type="slidenum">
              <a:rPr lang="zh-TW" altLang="en-US"/>
              <a:pPr>
                <a:spcBef>
                  <a:spcPct val="0"/>
                </a:spcBef>
              </a:pPr>
              <a:t>12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F029DC8A-C2A5-CA1D-5ED8-C94CF9E4377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1D28AE9B-210F-211D-3EF8-AF1CC6F2116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EB71424E-AF8B-B66D-4362-76E3CE23B5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65D2722-2D8E-1D4B-8D7F-8E4C87F513E8}" type="slidenum">
              <a:rPr lang="zh-TW" altLang="en-US"/>
              <a:pPr>
                <a:spcBef>
                  <a:spcPct val="0"/>
                </a:spcBef>
              </a:pPr>
              <a:t>13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6D1298AB-8C31-0D20-E323-D0707F5F014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098F3DE7-5ED6-97B3-5F53-1B33674F5C9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B11FEC06-7BCB-6CAE-E3B1-A77382DFB3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14792E5-A8F5-3F4E-BD5E-45EABB463C1D}" type="slidenum">
              <a:rPr lang="zh-TW" altLang="en-US"/>
              <a:pPr>
                <a:spcBef>
                  <a:spcPct val="0"/>
                </a:spcBef>
              </a:pPr>
              <a:t>14</a:t>
            </a:fld>
            <a:endParaRPr lang="en-US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A2FA8-1036-4B02-E54B-E53089370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261C7-4A6E-274B-92CA-F5D4D8280AEA}" type="datetimeFigureOut">
              <a:rPr lang="zh-TW" altLang="en-US"/>
              <a:pPr>
                <a:defRPr/>
              </a:pPr>
              <a:t>2026/9/25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51EFC-20AC-2D96-75D6-8E91EF367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E824F-8F0C-3478-1DAC-27DFB9EE9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C25C18-40D8-874E-98D4-7F696FA9ACA4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46759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>
            <a:lvl1pPr>
              <a:defRPr sz="4400" b="1" u="sng">
                <a:solidFill>
                  <a:srgbClr val="00FFFF"/>
                </a:solidFill>
                <a:latin typeface="DFKai-SB" pitchFamily="65" charset="-120"/>
                <a:ea typeface="DFKai-SB" pitchFamily="65" charset="-12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4525963"/>
          </a:xfrm>
        </p:spPr>
        <p:txBody>
          <a:bodyPr>
            <a:noAutofit/>
          </a:bodyPr>
          <a:lstStyle>
            <a:lvl1pPr algn="l">
              <a:buNone/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1pPr>
            <a:lvl2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2pPr>
            <a:lvl3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3pPr>
            <a:lvl4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4pPr>
            <a:lvl5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EE7E9-6623-FABA-CA8D-6782BD3A6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8E50D9-AA8A-4547-8D77-3ED7F8463A94}" type="datetimeFigureOut">
              <a:rPr lang="zh-TW" altLang="en-US"/>
              <a:pPr>
                <a:defRPr/>
              </a:pPr>
              <a:t>2026/9/25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046DA-17E7-3025-3588-25DA52219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BF6F5-5F87-598D-F57B-DE327A4BC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59ED7B-5BFD-5742-9114-27FA21FE189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07282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5B6E1-92A6-1E7C-0252-BC550D15D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D276D4-ED01-9746-91F4-C674ACA7063C}" type="datetimeFigureOut">
              <a:rPr lang="zh-TW" altLang="en-US"/>
              <a:pPr>
                <a:defRPr/>
              </a:pPr>
              <a:t>2026/9/25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D6471-1B77-58D0-EB86-A1E5DC48F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0CB17-AB02-44AC-7BAE-60B593880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8572DF-0A18-0347-B767-15034980E83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02415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08D175B-7426-AD79-DF0E-64F4C1E55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123389-20B7-714C-9A51-CD6BCAE3D605}" type="datetimeFigureOut">
              <a:rPr lang="zh-TW" altLang="en-US"/>
              <a:pPr>
                <a:defRPr/>
              </a:pPr>
              <a:t>2026/9/25</a:t>
            </a:fld>
            <a:endParaRPr lang="en-US" altLang="zh-TW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5C45A2E-A71E-68CC-1764-98E83A4B8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5777A01-779D-32BB-D17C-0E6640924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537EC3-105C-B44B-8BA2-F8078C0361C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49102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9B2D078-0B91-9B96-0AA1-2C0F7AFED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3EC9AB-652E-5244-BAC3-E9467246E960}" type="datetimeFigureOut">
              <a:rPr lang="zh-TW" altLang="en-US"/>
              <a:pPr>
                <a:defRPr/>
              </a:pPr>
              <a:t>2026/9/25</a:t>
            </a:fld>
            <a:endParaRPr lang="en-US" altLang="zh-TW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F648365-B451-A56A-E190-7B48AD37C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7046E0E-A05B-BE2A-8969-2DF6E52AD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39875F-E86B-DB4B-AB06-F67F8660DA6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18816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875FB1D-A818-8240-5596-42617E452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F21C0-E800-2C46-B148-422237B61F44}" type="datetimeFigureOut">
              <a:rPr lang="zh-TW" altLang="en-US"/>
              <a:pPr>
                <a:defRPr/>
              </a:pPr>
              <a:t>2026/9/25</a:t>
            </a:fld>
            <a:endParaRPr lang="en-US" altLang="zh-TW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2E0AE7B-2B2B-C4A8-2E39-F360F5B24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1C0CA24-7441-0C35-3789-FE1FB60E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93562D-A7C1-D04E-9044-E6C8E28CE92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78727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6CEC519-7E8B-B2F6-E0B8-B3BD4D134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E3F6F2-C375-C84B-A96E-1E735A50B566}" type="datetimeFigureOut">
              <a:rPr lang="zh-TW" altLang="en-US"/>
              <a:pPr>
                <a:defRPr/>
              </a:pPr>
              <a:t>2026/9/25</a:t>
            </a:fld>
            <a:endParaRPr lang="en-US" altLang="zh-TW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0335825-F2C2-4850-D408-E2A095BA8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0A3B6DD-4F30-9043-2B1E-29DA5A9B1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0EC54A-0A3B-DC41-A5F1-FBE46FF7C6B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56038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B14E00C-C2E3-187F-A80C-9E7390EC8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568D7F-029B-2B4C-97D8-D383B1F8EE58}" type="datetimeFigureOut">
              <a:rPr lang="zh-TW" altLang="en-US"/>
              <a:pPr>
                <a:defRPr/>
              </a:pPr>
              <a:t>2026/9/25</a:t>
            </a:fld>
            <a:endParaRPr lang="en-US" altLang="zh-TW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6AF465F-8328-74D2-E5DB-BD512318A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FDE8928-1390-2649-DBF7-12CA30AEE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2C38DF-4B03-D643-98D5-292A2F89C17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05375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BF3AE9A-7D61-3E62-489E-D2DA995A9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23D678-D650-9A41-BFFC-1E4807DC2B21}" type="datetimeFigureOut">
              <a:rPr lang="zh-TW" altLang="en-US"/>
              <a:pPr>
                <a:defRPr/>
              </a:pPr>
              <a:t>2026/9/25</a:t>
            </a:fld>
            <a:endParaRPr lang="en-US" altLang="zh-TW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A755FE3-9243-66F6-1481-09CE45E2A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05D4E3-5A0E-CF89-6341-027FA9FA0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631146-E3ED-1544-B659-14AA540A784B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36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4ADA5-FE17-73D8-3F2A-56E9183B7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EAF313-9CF5-134D-B1CC-30847D3E34FB}" type="datetimeFigureOut">
              <a:rPr lang="zh-TW" altLang="en-US"/>
              <a:pPr>
                <a:defRPr/>
              </a:pPr>
              <a:t>2026/9/25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2E984-50DA-7D44-8DFE-7FEC1020B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3CA12-A86F-9750-FDAE-BDFC44DE3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39FFC2-3682-5B4E-B39C-B07C2023954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95482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BBDA1-779C-972C-FA59-3454126F0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3C38FD-1D82-9745-83A4-79A0BACB7F5D}" type="datetimeFigureOut">
              <a:rPr lang="zh-TW" altLang="en-US"/>
              <a:pPr>
                <a:defRPr/>
              </a:pPr>
              <a:t>2026/9/25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63B82-5C8F-D614-E0FC-7E29CCC95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12B28-A31B-037D-1D0F-5E3C180E7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7BCB96-C059-7D41-94A1-8D9FF0DEEBEB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5491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8331514-26DE-4FB4-2E19-E65E8C94F38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01FE324A-7F74-3AB2-3149-FDAFAD78F49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46686-15BF-496F-A47D-8239D28EDE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CE891047-6AA1-FC4F-AEA3-960CE16B67CF}" type="datetimeFigureOut">
              <a:rPr lang="zh-TW" altLang="en-US"/>
              <a:pPr>
                <a:defRPr/>
              </a:pPr>
              <a:t>2026/9/25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A7076-4900-4267-8FF8-26D50DADE0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D9551-05AC-4D81-BF0E-6674C44E4A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9F3789B4-B85D-9540-8624-471EE0C34CAB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D57F04C-2851-95F9-AA3A-261045345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57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A79BB73F-477F-B7BE-9E85-5DCB264E1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76200" y="1066800"/>
            <a:ext cx="9448800" cy="4525963"/>
          </a:xfrm>
        </p:spPr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求祢可憐我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可憐我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我的神要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投歇於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(tâu-hioh  tī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6D71527-BC49-EB01-64B0-37A3BFDEF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57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9D43F39E-774D-1117-AD67-160F70C82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76200" y="1066800"/>
            <a:ext cx="9372600" cy="4525963"/>
          </a:xfrm>
        </p:spPr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我要投歇在祢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翼股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(sit-kó͘ )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的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庇蔭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(tì-im)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下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等候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(théng-hāu)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這些災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禍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(ē)</a:t>
            </a:r>
          </a:p>
          <a:p>
            <a:r>
              <a:rPr lang="zh-TW" altLang="en-US" sz="3200">
                <a:latin typeface="Arial" panose="020B0604020202020204" pitchFamily="34" charset="0"/>
                <a:ea typeface="標楷體" panose="03000509000000000000" pitchFamily="49" charset="-120"/>
              </a:rPr>
              <a:t>    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經過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F0AD86B-29CB-7115-53C0-DED152A28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57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1765AAD9-B16A-19E0-B6ED-D3C03387A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我要求叫至高的上帝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就是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給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(kā)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成持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(chhiâⁿ-tî)</a:t>
            </a:r>
          </a:p>
          <a:p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     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逐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(ta̍k)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項事的上帝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38C693A9-D935-CABF-B1F4-D121BDF18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57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6F1B678-404E-60AD-4C58-1AB6A81F0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當彼個欲吞食我的人誹謗我</a:t>
            </a:r>
          </a:p>
          <a:p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的時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上帝必施恩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從天救我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亦必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 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ia̍h 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beh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發出祂的慈愛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祂的誠實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C3B3E4E-08F7-8F95-FE88-6F3937CCA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57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65E61362-0096-5F81-7C8A-B71748B1F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我的生命在獅的中間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我倒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親像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火著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(hé-to̍h)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	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的世間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人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(lâng)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的中間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685D6FE-A30D-80DA-3479-7BB241659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57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B9F853E4-6367-F40C-EECE-C9780405C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伊的嘴齒是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槍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(chhiuⁿ)</a:t>
            </a:r>
            <a:r>
              <a:rPr lang="en-US" altLang="zh-TW" sz="400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矢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(chìⁿ)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伊的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舌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(chih)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是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利刀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(lāi-to)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FEF43A9-061B-2BEA-18AD-92F628345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57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A1EF2FEC-CAC2-7779-635A-7C318C51A7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願祢高大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	 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般過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(pôaⁿ-kè)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諸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(chiah)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個天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願祢的榮光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般過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(pôaⁿ-kè)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全地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 </a:t>
            </a:r>
          </a:p>
          <a:p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A1175F3-C959-6D20-7D1C-885364ADB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57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DC7B8DC-E5AA-966F-6294-9D78F6D6D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給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(kā)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我的脚步設羅網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壓制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(ap-chè)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我的心神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 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C5250CA3-4922-3728-E411-32397AE92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57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DB7560DC-1C24-3E00-BB35-391F6C8C7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(tī)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我的面前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開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陷坑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(hām-khiⁿ)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自己反轉跌落彼內面</a:t>
            </a:r>
            <a:r>
              <a:rPr lang="en-US" altLang="zh-TW" u="sng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lnSpc>
                <a:spcPts val="5000"/>
              </a:lnSpc>
              <a:spcBef>
                <a:spcPct val="0"/>
              </a:spcBef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en-US" altLang="zh-TW" sz="4000">
                <a:latin typeface="標楷體" panose="03000509000000000000" pitchFamily="49" charset="-120"/>
                <a:ea typeface="標楷體" panose="03000509000000000000" pitchFamily="49" charset="-120"/>
              </a:rPr>
              <a:t>	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(ka-kī hoán-tńg poa̍h-lo̍h hit 	lāi-bīn)</a:t>
            </a:r>
          </a:p>
          <a:p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3CE2390-516D-4EB9-05F3-78FEB9A43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57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FD5CFA97-C82C-2228-F52F-1BCE4DEA6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我的心自在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我的心</a:t>
            </a:r>
          </a:p>
          <a:p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自在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我要吟詩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我要唱歌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(o-</a:t>
            </a:r>
          </a:p>
          <a:p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        ló).</a:t>
            </a:r>
          </a:p>
          <a:p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1A8AD095-6C16-539A-91D3-559E35CEA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57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0E759A49-41DC-B7F0-48E6-A22935FDA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我的神啊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你當精神起來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琴啊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瑟啊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恁當精神起來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我本身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要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真早精神起來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E8C129B-E8DD-196B-82E2-F798A5A6D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57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AAD64255-868C-C097-CC93-763943806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主啊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我要在萬百姓的中間</a:t>
            </a:r>
          </a:p>
          <a:p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感謝祢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在列邦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 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tī  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lia̍t-pang)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的中間唱歌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95A9F79-63C6-A157-C4B3-691C92F94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57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ABC96F0F-1F5C-8BCE-28DE-DA43728069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因為祢的慈愛大到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抵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(tú)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天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祢的誠實到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穹蒼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(kiong-chhong)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13B633E5-968F-3F81-0689-600E796D8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57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57EB5F51-BF87-397F-E090-6A6EC71EC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願祢高大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般過這些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天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願祢的榮光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般過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(pôaⁿ-kè)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全地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559</Words>
  <Application>Microsoft Macintosh PowerPoint</Application>
  <PresentationFormat>On-screen Show (4:3)</PresentationFormat>
  <Paragraphs>82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新細明體</vt:lpstr>
      <vt:lpstr>標楷體</vt:lpstr>
      <vt:lpstr>Office Theme</vt:lpstr>
      <vt:lpstr>啟應文14:詩篇57</vt:lpstr>
      <vt:lpstr>啟應文14:詩篇57</vt:lpstr>
      <vt:lpstr>啟應文14:詩篇57</vt:lpstr>
      <vt:lpstr>啟應文14:詩篇57</vt:lpstr>
      <vt:lpstr>啟應文14:詩篇57</vt:lpstr>
      <vt:lpstr>啟應文14:詩篇57</vt:lpstr>
      <vt:lpstr>啟應文14:詩篇57</vt:lpstr>
      <vt:lpstr>啟應文14:詩篇57</vt:lpstr>
      <vt:lpstr>啟應文14:詩篇57</vt:lpstr>
      <vt:lpstr>啟應文14:詩篇57</vt:lpstr>
      <vt:lpstr>啟應文14:詩篇57</vt:lpstr>
      <vt:lpstr>啟應文14:詩篇57</vt:lpstr>
      <vt:lpstr>啟應文14:詩篇57</vt:lpstr>
      <vt:lpstr>啟應文14:詩篇57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啟應文3: 詩篇8</dc:title>
  <dc:creator>Shang Min</dc:creator>
  <cp:lastModifiedBy>Joseph Chen</cp:lastModifiedBy>
  <cp:revision>49</cp:revision>
  <dcterms:created xsi:type="dcterms:W3CDTF">2007-08-21T03:41:16Z</dcterms:created>
  <dcterms:modified xsi:type="dcterms:W3CDTF">2026-09-25T23:23:10Z</dcterms:modified>
</cp:coreProperties>
</file>