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1" r:id="rId2"/>
    <p:sldMasterId id="2147483662" r:id="rId3"/>
  </p:sldMasterIdLst>
  <p:notesMasterIdLst>
    <p:notesMasterId r:id="rId12"/>
  </p:notesMasterIdLst>
  <p:handoutMasterIdLst>
    <p:handoutMasterId r:id="rId13"/>
  </p:handoutMasterIdLst>
  <p:sldIdLst>
    <p:sldId id="268" r:id="rId4"/>
    <p:sldId id="272" r:id="rId5"/>
    <p:sldId id="269" r:id="rId6"/>
    <p:sldId id="273" r:id="rId7"/>
    <p:sldId id="270" r:id="rId8"/>
    <p:sldId id="274" r:id="rId9"/>
    <p:sldId id="271" r:id="rId10"/>
    <p:sldId id="27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438" autoAdjust="0"/>
  </p:normalViewPr>
  <p:slideViewPr>
    <p:cSldViewPr>
      <p:cViewPr varScale="1">
        <p:scale>
          <a:sx n="109" d="100"/>
          <a:sy n="109" d="100"/>
        </p:scale>
        <p:origin x="125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418185-58A5-14C4-CBA2-F91AE72B9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53A53-C11B-E96D-ED3C-02AE2301D6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B541E2E2-7AFA-E340-8398-D633CBE5FF50}" type="datetimeFigureOut">
              <a:rPr lang="zh-TW" altLang="en-US"/>
              <a:pPr>
                <a:defRPr/>
              </a:pPr>
              <a:t>2026/9/18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EDE36-D2BE-7B89-9735-8A39609B9E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C4766-8681-3A8D-7FFA-FBEAA9C0A8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97F13CF-8B2E-2D4B-B922-F4E1706535D9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812DC7B-FF0F-5DBA-0AB3-2675DDDD35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B516B1C-6F7A-26C8-31C4-48D89055CF8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398959B7-1F1B-0421-BF14-E9F6A4BF72C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2B623E8-A08A-5875-4393-9C0A7C2A985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47D27D6-64BC-3937-F3A9-F437DFFA67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5098D60-E8D3-AD51-792E-7E68B519DC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E8791276-36A6-A944-8431-2C2C2AB6941A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073FDE-EC4E-DB04-F055-2585903C5C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EFAB80-FA4F-8C22-D822-B3CDEB1AB1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E8BF45-14CB-1A11-BCE0-7128C987CA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E481FA-E454-E84E-93D4-35EB0070721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958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275DF34-4B3C-5CCC-CAAB-B81DB8E74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0E300-16E2-A080-2196-682A84E6EC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59C1DB6-5DD8-40FE-46BE-D511363DD2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724BD9-2CB4-014A-8FAD-DD34E6D5481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527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5255B3-E901-7E5C-73FC-0981FA02B9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A24AC-2926-F54A-8412-71C801B0BE92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7EAF82-D411-CD3A-718D-168622225A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355B8E-406E-7F02-C05E-FEF963AD8C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364733-AA6A-644B-9594-F4375566728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407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C6B340-52F2-BC15-47BF-1D12088A30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78A97-FCB6-DE49-9C6E-BDE28F96BAD4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D5732C-440B-0460-C709-16AFB1F6FC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CCA91D-E4DE-574D-6DC7-A2F07DFF4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77B98A-0058-F44B-A456-FB313D3D39E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287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11CAC1-775E-6194-C5DD-E015D69E31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F0A64-904C-5C4E-A8E2-10359B4906CA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3973B6-3666-EBBE-559F-5DA406841C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340D29-6A94-42DF-5940-2DE2FD670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EAD0B5-9805-A049-85B9-D9BFF86B05C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254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7E4D72-F541-202F-E62E-FE54BDBACA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753A99-3779-874E-B737-AD5356A4B101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F567FF-E613-9A31-BC9C-2E7A9BADB0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AB2B6-5586-823F-9C20-E7F86479E7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A2C9C0-D845-4C42-A258-51B49F23D3D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747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B8BA5E-9BF3-9708-7308-0F9D70AD4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5EAD8-41BC-4F43-9693-966EAA200AD1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AD95E0-C1A7-1950-F267-74C831F2B7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6F4C43-F7D1-E80E-E211-559E13591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8451D-9D4E-C14D-A91C-3E7D7E26FDB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344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E03B90C-D4E7-606D-E41A-61AA32673F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46F33-0DF8-8748-BF16-C9610D33194D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BB48499-D78A-7ECE-85D2-BAA2DEC9BB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7C2647-ECDF-C55A-ADA8-394D75BF1B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C07BA-FAF9-6B4D-ACDF-D07431F365E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582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AE6A0A5-8761-5C9E-2D7A-B6CF201A0E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667AB-D32F-6046-81AC-E66EA47BC2E2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A188F74-FAFE-4101-6F12-94B21F9AA6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F96345-E9FC-8727-6D06-8207052536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729296-FCEC-ED41-8085-EBEE93A87F5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5681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0FF9AF-6F9B-82FA-2BB2-094A4EFF7B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00A6ED-9DDE-934A-A8A8-E34D4655080A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8CFBB-2A3A-96DD-490E-3F3B470A07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58356-C644-6F71-8663-2A3AFED4FC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5544F5-00D9-EB4D-8AAA-DFBF667F660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105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608C4-517B-1919-0FD5-CFC663838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1E88A-E79A-C14D-BB74-7A41A9E3869C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AA0AD-F3FB-B790-A8FF-1AE2BAC8C7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7E5DE-F5E9-BE4B-0789-1711D78A74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D247DC-FE12-814A-A4DA-7A7BE73C03B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473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25A809-DFA1-4F16-A9A1-15E18ABC08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D2553-A464-7C44-BF94-575605024DD7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39E2C8-E95A-8B20-6FDD-0565561281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008126-684C-5920-3862-8BC94D6B91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547335-9F69-0C47-B6D4-9C5B0A4EA4D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9151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F6203B-FBCA-920C-10A5-4F4A4776B8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DB57DB-B5C8-D54A-BE64-B68711190691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CEF35-4ECA-1FC5-7A59-528C21F3EF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D9156D-7D62-65BB-CA6F-AFD1CD8D75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0BAF2F-723F-B644-BB8B-7F6000F23AC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1981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C418D1-2A46-5ED5-8819-CD1A386DC8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B208D-7D02-644F-93ED-6AFAD136A469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39550F-3DF1-9F3F-67B4-7AC1529A4E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36BA19-722C-3F47-F121-E447CBA0E4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28F264-2A47-0B48-A5C6-A93A130C16B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084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9899C5-CCCD-B76F-4CB6-9A760272B3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6257C-40B5-4D4C-97CC-29AE5998EB28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B7738B-6D8B-344F-4FDB-EF9E2AD1C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49A7EE-B738-27AF-8B3E-A3946D4146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7C13A3-58B8-3844-80FA-58492F10D62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896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3FADCF-33DE-ADC8-7A87-FD05F78606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051E8-D05E-9946-9A53-1BEC1CA43A6C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D401F0-FD0B-4C35-B892-2B49AA08C3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BFEB3A-7C72-758F-5B23-92568A8CBC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6ACE88-0DD5-724B-9BFE-6478BCF5C2D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2923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2F91AA-1196-AAF9-AC9B-2E64D5263F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91FB14-005F-DF41-B6C6-ACB1AAED8BCE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9A563-593B-81B1-9901-73301352A0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FEEDE2-4DCA-4370-8214-4AAC3EAD2F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83AE36-C843-6A4F-8AD1-A2AC7FBC0FC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68686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4C451ED-090B-7D3A-F411-0B185B3D30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C6355-0FA0-4044-A9FF-5ACF3D7CA9C3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1A36AE9-C9B7-4D7E-E7D1-174552A99F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D4E4FFC-E76B-2459-A477-3C078AEB18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2E9ECF-AE71-F94E-97C2-1B926CF8225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5477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B1C3B3-B24F-6DE5-09E0-766A4E1446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AFB97-DBC2-4143-891A-7EA5AD0451EA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72925FA-113B-957B-3665-7A8D86452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0BC83F4-338B-6FEA-5DB2-890B9FB84A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9F239B-F2FC-0F40-AA2D-F75FDD800D5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7340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881E945-72D8-47CF-A77C-4B81868F70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B2A18-7CD6-5548-B5C2-16A182748AC0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374D321-3217-DC21-87A6-C5EACA0EA4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3BEBEBC-B2F8-4344-39BD-5BC0A32B66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4F5AD3-C995-2843-A3C3-AB187026613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47105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817F0-75D5-994F-7177-434A4DC709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A391F-CE30-B348-A44A-FC6294C78B21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B14F1F-43CF-05DA-6CD0-3F8DC340AA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D61A33-B006-8DC9-BD4D-3E578281A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BC2BB9-4C6E-284F-A4A1-B4013F2893B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92105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960DD-CB3A-ECBF-7B91-2C5E4B0047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81504-C04B-9645-B90D-25F8F46DB538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818EE0-DBB8-A8E1-7EE8-20EF3910DA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2808B5-BC86-BBE4-E066-E3999A4B98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000F4E-DCA0-0644-BD6C-D27876C81FF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11498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1AE72B-9ECC-619F-02B5-A95B856F52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EFEA8-7A4C-CE4C-9EE7-8BDBA1F6274B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AB3B15-5F7F-A1A5-66FA-DC45580006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E53DEA-AB44-1475-F665-8820BD17C9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699FC-336C-7848-948E-8624812C455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5024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0627D3-F83A-F947-AD7A-01816F199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FDF1FD-1762-1B4D-AFE2-2CB18BC0913F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C20A4E-2AFC-A1B3-1746-C7CFB639E5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14380C-3E60-6D0C-0EEE-166A41943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27C350-A460-4646-A712-4B17F571643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1462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1830F28-1EB0-4645-3937-C3F565142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B6ADEBE-DAA2-49E6-B78C-CF00FDB8C2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AECA879-AB33-4775-3513-B7DADEE7A9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D26483-B8CB-9C58-3F39-37A6608973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049780-E9F4-BEE0-2C26-44E6182F78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173D8C21-7D26-3545-A455-681893AE8946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18D6297-AA66-4D95-6FB8-B04DBBD3B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C52BA77-3E7C-D6EC-0FC6-19BF9EB3C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22EC3D5A-F643-1984-2CE3-AF2C6033C52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400" b="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7D936366-7646-C343-9A17-FBD9222C37EE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3C578DEE-7906-1B60-9D61-5304BC0DA7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 b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C381FBB1-9318-E0F3-2FA1-BEADF86FD01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 b="0">
                <a:ea typeface="新細明體" panose="02020500000000000000" pitchFamily="18" charset="-120"/>
              </a:defRPr>
            </a:lvl1pPr>
          </a:lstStyle>
          <a:p>
            <a:fld id="{F7049C87-F4CA-E141-945F-6FC6D828FBB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D44867E-3D79-2A2A-62D9-69AAAC5C4C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557B757-4BE8-28CB-830E-E7FAFF2DC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87578B01-BC0F-3ACE-1359-AB5AFFE5D8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charset="0"/>
                <a:ea typeface="標楷體" pitchFamily="65" charset="-120"/>
              </a:defRPr>
            </a:lvl1pPr>
          </a:lstStyle>
          <a:p>
            <a:pPr>
              <a:defRPr/>
            </a:pPr>
            <a:fld id="{DE54177F-9A11-9D47-A581-A26595EEE65B}" type="datetimeFigureOut">
              <a:rPr lang="en-US" altLang="zh-TW"/>
              <a:pPr>
                <a:defRPr/>
              </a:pPr>
              <a:t>9/18/26</a:t>
            </a:fld>
            <a:endParaRPr lang="en-US" altLang="zh-TW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0459E14B-A72C-2488-CA11-DF13E61E3C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charset="0"/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48C27929-CC92-3372-F963-CB4D9250956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0092662E-61F1-654D-A5B9-145898FE30F0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FBA2D43-DCF3-B9CD-8885-B1DC1FAAA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B8BDEF5-EC7A-3494-CAAF-FE85A6B15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使我匿在祢內面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祢受鎗鑿脅下開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99CB039-4918-B811-4220-2D2ECB416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598C6E1-8059-B068-0615-08D28935A6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孔嘴流出血與水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二項功效我攏愛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赦罪洗心除惡事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F6A7376-1B93-BA61-A6F4-6AE8B44B5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9765205-1FB4-2C86-5159-4FBC00D95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我雖然盡力服勞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豈能守法到一半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雖是慇懃無厭懶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23084CC-9E24-A3E9-6DE6-44BDF2911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D0CDF25-B2AE-6AA9-4FF8-328B977CC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眼淚常流心不安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靠這攏不贖我罪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只有救主耶穌會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1713307-3A43-A86C-BF35-A11EDD46F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E66EC28-2F4F-87E3-319B-E0B4FCB5A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我今空手來就近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十字架下求施恩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赤體望祢賜衣裳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04F7B24-4502-ED89-FEC1-16A90F5DE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5AEB7E1-9F7F-3718-80AB-BE6E9545C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軟弱望祢肯培養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汚穢進到活泉邊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求祢洗我攏清氣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5AEF1DB-905C-93CC-CF94-3806FB668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8157B1B-1D48-63A7-6C05-2D5486F76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或是世上在渡活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或是臨終目合倚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末日神魂離地面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96CB5A5-9F30-BC5B-1649-774BD7841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189B: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D3CBD4B-E52E-320C-3EDC-718754C20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看祢坐位判萬民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替我打破石磐身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使我匿在祢內面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預設簡報設計">
  <a:themeElements>
    <a:clrScheme name="預設簡報設計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預設簡報設計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9361</TotalTime>
  <Words>246</Words>
  <Application>Microsoft Macintosh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標楷體</vt:lpstr>
      <vt:lpstr>新細明體</vt:lpstr>
      <vt:lpstr>Default Design</vt:lpstr>
      <vt:lpstr>預設簡報設計</vt:lpstr>
      <vt:lpstr>自訂設計</vt:lpstr>
      <vt:lpstr>189B:替我打破石磐身 (1/4)</vt:lpstr>
      <vt:lpstr>189B:替我打破石磐身 (1/4)</vt:lpstr>
      <vt:lpstr>189B:替我打破石磐身 (2/4)</vt:lpstr>
      <vt:lpstr>189B:替我打破石磐身 (2/4)</vt:lpstr>
      <vt:lpstr>189B:替我打破石磐身 (3/4)</vt:lpstr>
      <vt:lpstr>189B:替我打破石磐身 (3/4)</vt:lpstr>
      <vt:lpstr>189B:替我打破石磐身 (4/4)</vt:lpstr>
      <vt:lpstr>189B:替我打破石磐身 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362</cp:revision>
  <dcterms:created xsi:type="dcterms:W3CDTF">2007-02-04T16:15:54Z</dcterms:created>
  <dcterms:modified xsi:type="dcterms:W3CDTF">2026-09-18T21:42:18Z</dcterms:modified>
</cp:coreProperties>
</file>