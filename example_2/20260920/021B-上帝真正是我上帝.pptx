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534" r:id="rId2"/>
    <p:sldId id="536" r:id="rId3"/>
    <p:sldId id="537" r:id="rId4"/>
    <p:sldId id="53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23" d="100"/>
          <a:sy n="23" d="100"/>
        </p:scale>
        <p:origin x="208" y="2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13B403-4204-85AA-70E3-8204AC3F51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標楷體" pitchFamily="65" charset="-120"/>
                <a:cs typeface="標楷體" pitchFamily="65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1139F-A44D-77F7-1741-46EEB0266B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10A07C9-6D1E-AE45-98E5-46D7A9955F95}" type="datetime1">
              <a:rPr lang="zh-TW" altLang="en-US"/>
              <a:pPr/>
              <a:t>2026/9/18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738B3-DED4-A9C5-6C0B-A0ECCDD3DD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標楷體" pitchFamily="65" charset="-120"/>
                <a:cs typeface="標楷體" pitchFamily="65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7D7CE-C5EF-FD8D-933A-D384D6FFF0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0B4181-0FAB-5844-927F-7952ED0202FB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726A764-06F3-9A6C-774D-BA54DCAB07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charset="-120"/>
                <a:cs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35A308-6534-0500-9C3B-AAEE3A5D77F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charset="-120"/>
                <a:cs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61D27E6-D0EA-37B8-EEA7-EB5C617E76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DE48EE6-CC20-C8E4-5388-4238E76AE0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C2EC8D2-4054-C1CD-F2E3-154B0A4BC0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charset="-120"/>
                <a:cs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BC14B6C-0333-3EE9-A306-C0079D9C2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C8DA3D82-945E-2C46-837D-462B88022C4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6133AE8E-36B1-D0ED-BD6F-E654B8E5E8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3C20855B-0A58-F4FA-4423-EC8D5CF2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4A1C26E0-8D4E-C98E-C986-8075587D0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37931725" indent="-37474525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0E600D36-C078-0241-8433-B02D40955854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9CAB668-395A-6764-97D5-0AE5A1585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151527F-CA71-8313-C1DE-F835205D7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B6FB7EA-95FF-357F-8A1F-6FF9EB907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70146EE-4CE0-AA12-0568-8B3368C22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0A25938-18B1-895C-AE6E-963AED253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138AD7E-C701-4CD1-53EA-22C699D62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768CCB-651C-5446-838A-BDA488BBB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0D636A-BF13-A48C-5E65-6590E93AEF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DD4984-D388-AAD3-5CFC-C0B8A22D0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CE1E3-6EC3-154A-85A8-18B802B253E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283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F1A10A-47C4-7413-3BB5-CD23C9B11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7E5203-E077-A358-6BC0-1D31CEF50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856EDA-FAEB-91E7-C495-C91147898B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331B00-CD97-9447-8009-CA325A77DC3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850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0844E1-B5F4-845D-E65E-E22A92AE1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066638-BA58-56FD-9717-157376A52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3EBC73-76FC-6E88-8174-B31E211B73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charset="-120"/>
                <a:cs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9164E4-B29D-52FA-5BC0-0B75150CA1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charset="-120"/>
                <a:cs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D23A5C-D3E2-5E56-A53D-C82E3E93E6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82977EA8-4277-CE4C-AC0E-D104818EE46F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ＭＳ Ｐゴシック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ctr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ctr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ctr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ctr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>
            <a:extLst>
              <a:ext uri="{FF2B5EF4-FFF2-40B4-BE49-F238E27FC236}">
                <a16:creationId xmlns:a16="http://schemas.microsoft.com/office/drawing/2014/main" id="{81E663D1-1A4A-6B68-84F4-7F557C9C9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6147" name="Rectangle 14">
            <a:extLst>
              <a:ext uri="{FF2B5EF4-FFF2-40B4-BE49-F238E27FC236}">
                <a16:creationId xmlns:a16="http://schemas.microsoft.com/office/drawing/2014/main" id="{7CC5D544-FF36-327F-9B25-7D7C4DCBE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上帝真正是我上帝，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趁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(thàn)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早我要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尋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(chhē)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>
                <a:latin typeface="Arial" panose="020B0604020202020204" pitchFamily="34" charset="0"/>
                <a:ea typeface="新細明體" panose="02020500000000000000" pitchFamily="18" charset="-120"/>
              </a:rPr>
              <a:t>，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思想數念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得過</a:t>
            </a:r>
            <a:r>
              <a:rPr lang="zh-TW" altLang="en-US" sz="400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一目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瞬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(nih)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久無離。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F1182BF7-52A5-DE25-C194-40C3DD4BF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83F77511-4013-6FD6-0F3E-2DEB4518B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我心盼望上帝的恩，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亢旱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(khòng-hān)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艱難，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愛得滿天忽然起雲，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遂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(sûi)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落大雨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沃田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(ak-chhân)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401A9A9F-E243-F4D7-EDE6-B830B153F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998E4D29-0925-DC16-CBF9-5A1A35ED5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上帝降恩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我夠額，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口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(chhuì)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骨髓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(kut-chhé)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油膩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(iû-jī)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雖然好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食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(chia̍h)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值祂恩的好。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35E8E5EE-09AD-37E6-85A4-F4DDB2683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DA38B9D4-CF82-C4A4-E1E4-83CF1CF89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冥間倒床眠夢記念，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上帝愛疼慈悲，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翼下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(si̍t-ē)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我穩當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4000">
                <a:latin typeface="Arial" panose="020B0604020202020204" pitchFamily="34" charset="0"/>
                <a:ea typeface="標楷體" panose="03000509000000000000" pitchFamily="49" charset="-120"/>
              </a:rPr>
              <a:t>(tiàm)</a:t>
            </a:r>
            <a:endParaRPr lang="zh-TW" altLang="en-US" sz="40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安穩自在歡喜。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mn Temp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Hymn Template</Template>
  <TotalTime>2113</TotalTime>
  <Words>197</Words>
  <Application>Microsoft Macintosh PowerPoint</Application>
  <PresentationFormat>On-screen Show (4:3)</PresentationFormat>
  <Paragraphs>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標楷體</vt:lpstr>
      <vt:lpstr>ＭＳ Ｐゴシック</vt:lpstr>
      <vt:lpstr>新細明體</vt:lpstr>
      <vt:lpstr>Hymn Template</vt:lpstr>
      <vt:lpstr>21B：上帝真正是我上帝 (1/4) </vt:lpstr>
      <vt:lpstr>21B：上帝真正是我上帝 (2/4) </vt:lpstr>
      <vt:lpstr>21B：上帝真正是我上帝 (3/4) </vt:lpstr>
      <vt:lpstr>21B：上帝真正是我上帝 (4/4)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21：上帝真正是我上帝 (1/4) a.b</dc:title>
  <dc:creator> </dc:creator>
  <cp:lastModifiedBy>Joseph Chen</cp:lastModifiedBy>
  <cp:revision>8</cp:revision>
  <dcterms:created xsi:type="dcterms:W3CDTF">2007-09-05T16:48:20Z</dcterms:created>
  <dcterms:modified xsi:type="dcterms:W3CDTF">2026-09-18T21:42:11Z</dcterms:modified>
</cp:coreProperties>
</file>