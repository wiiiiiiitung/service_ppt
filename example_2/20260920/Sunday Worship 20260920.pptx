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6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534" r:id="rId16"/>
    <p:sldId id="536" r:id="rId17"/>
    <p:sldId id="537" r:id="rId18"/>
    <p:sldId id="538" r:id="rId19"/>
    <p:sldId id="2864" r:id="rId20"/>
    <p:sldId id="2865" r:id="rId21"/>
    <p:sldId id="2866" r:id="rId22"/>
    <p:sldId id="2867" r:id="rId23"/>
    <p:sldId id="2868" r:id="rId24"/>
    <p:sldId id="2869" r:id="rId25"/>
    <p:sldId id="2870" r:id="rId26"/>
    <p:sldId id="2871" r:id="rId27"/>
    <p:sldId id="2872" r:id="rId28"/>
    <p:sldId id="2873" r:id="rId29"/>
    <p:sldId id="2874" r:id="rId30"/>
    <p:sldId id="2875" r:id="rId31"/>
    <p:sldId id="2876" r:id="rId32"/>
    <p:sldId id="2877" r:id="rId33"/>
    <p:sldId id="2878" r:id="rId34"/>
    <p:sldId id="2879" r:id="rId35"/>
    <p:sldId id="2880" r:id="rId36"/>
    <p:sldId id="2881" r:id="rId37"/>
    <p:sldId id="2882" r:id="rId38"/>
    <p:sldId id="2883" r:id="rId39"/>
    <p:sldId id="2884" r:id="rId40"/>
    <p:sldId id="2885" r:id="rId41"/>
    <p:sldId id="2886" r:id="rId42"/>
    <p:sldId id="2887" r:id="rId43"/>
    <p:sldId id="2888" r:id="rId44"/>
    <p:sldId id="2889" r:id="rId45"/>
    <p:sldId id="2890" r:id="rId46"/>
    <p:sldId id="2891" r:id="rId47"/>
    <p:sldId id="2892" r:id="rId48"/>
    <p:sldId id="2893" r:id="rId49"/>
    <p:sldId id="2894" r:id="rId50"/>
    <p:sldId id="2895" r:id="rId51"/>
    <p:sldId id="2896" r:id="rId52"/>
    <p:sldId id="2897" r:id="rId53"/>
    <p:sldId id="2898" r:id="rId54"/>
    <p:sldId id="2899" r:id="rId55"/>
    <p:sldId id="2901" r:id="rId56"/>
    <p:sldId id="2902" r:id="rId57"/>
    <p:sldId id="268" r:id="rId58"/>
    <p:sldId id="272" r:id="rId59"/>
    <p:sldId id="269" r:id="rId60"/>
    <p:sldId id="273" r:id="rId61"/>
    <p:sldId id="270" r:id="rId62"/>
    <p:sldId id="274" r:id="rId63"/>
    <p:sldId id="271" r:id="rId64"/>
    <p:sldId id="275" r:id="rId65"/>
    <p:sldId id="2904" r:id="rId66"/>
    <p:sldId id="2905" r:id="rId67"/>
    <p:sldId id="2906" r:id="rId68"/>
    <p:sldId id="2907" r:id="rId69"/>
    <p:sldId id="2908" r:id="rId70"/>
    <p:sldId id="2909" r:id="rId71"/>
    <p:sldId id="2910" r:id="rId72"/>
    <p:sldId id="2911" r:id="rId73"/>
    <p:sldId id="2923" r:id="rId74"/>
    <p:sldId id="2912" r:id="rId75"/>
    <p:sldId id="2913" r:id="rId76"/>
    <p:sldId id="2914" r:id="rId77"/>
    <p:sldId id="2915" r:id="rId78"/>
    <p:sldId id="2916" r:id="rId79"/>
    <p:sldId id="2917" r:id="rId80"/>
    <p:sldId id="2918" r:id="rId81"/>
    <p:sldId id="2919" r:id="rId82"/>
    <p:sldId id="2920" r:id="rId83"/>
    <p:sldId id="2921" r:id="rId84"/>
    <p:sldId id="2922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34" autoAdjust="0"/>
    <p:restoredTop sz="94660"/>
  </p:normalViewPr>
  <p:slideViewPr>
    <p:cSldViewPr snapToGrid="0">
      <p:cViewPr varScale="1">
        <p:scale>
          <a:sx n="90" d="100"/>
          <a:sy n="90" d="100"/>
        </p:scale>
        <p:origin x="240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viewProps" Target="viewProp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theme" Target="theme/them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commentAuthors" Target="commentAuthor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6133AE8E-36B1-D0ED-BD6F-E654B8E5E8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3C20855B-0A58-F4FA-4423-EC8D5CF2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4A1C26E0-8D4E-C98E-C986-8075587D0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37931725" indent="-37474525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0E600D36-C078-0241-8433-B02D40955854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8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9CAB668-395A-6764-97D5-0AE5A1585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151527F-CA71-8313-C1DE-F835205D7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B6FB7EA-95FF-357F-8A1F-6FF9EB907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70146EE-4CE0-AA12-0568-8B3368C22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0A25938-18B1-895C-AE6E-963AED253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138AD7E-C701-4CD1-53EA-22C699D62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">
            <a:extLst>
              <a:ext uri="{FF2B5EF4-FFF2-40B4-BE49-F238E27FC236}">
                <a16:creationId xmlns:a16="http://schemas.microsoft.com/office/drawing/2014/main" id="{81E663D1-1A4A-6B68-84F4-7F557C9C9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 </a:t>
            </a:r>
          </a:p>
        </p:txBody>
      </p:sp>
      <p:sp>
        <p:nvSpPr>
          <p:cNvPr id="6147" name="Rectangle 14">
            <a:extLst>
              <a:ext uri="{FF2B5EF4-FFF2-40B4-BE49-F238E27FC236}">
                <a16:creationId xmlns:a16="http://schemas.microsoft.com/office/drawing/2014/main" id="{7CC5D544-FF36-327F-9B25-7D7C4DCBE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上帝真正是我上帝，</a:t>
            </a: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thàn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早我要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尋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chhē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，</a:t>
            </a:r>
            <a:endParaRPr lang="zh-TW" altLang="en-US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思想數念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bōe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ōe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得過</a:t>
            </a:r>
            <a:r>
              <a:rPr lang="zh-TW" altLang="en-US" sz="4000" dirty="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一目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nih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久無離。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F1182BF7-52A5-DE25-C194-40C3DD4BF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 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83F77511-4013-6FD6-0F3E-2DEB4518B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我心盼望上帝的恩，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親像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亢旱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khòng-hān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艱難，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愛得滿天忽然起雲，</a:t>
            </a: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遂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sûi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落大雨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沃田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ak-chhân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401A9A9F-E243-F4D7-EDE6-B830B153F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 </a:t>
            </a:r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998E4D29-0925-DC16-CBF9-5A1A35ED5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上帝降恩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我夠額，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口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chhuì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骨髓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kut-chhé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油膩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iû-jī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雖然好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食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值祂恩的好。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35E8E5EE-09AD-37E6-85A4-F4DDB2683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21B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：上帝真正是我上帝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 </a:t>
            </a:r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DA38B9D4-CF82-C4A4-E1E4-83CF1CF89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冥間倒床眠夢記念，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上帝愛疼慈悲，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翼下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si̍t-ē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我穩當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站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tiàm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endParaRPr lang="zh-TW" altLang="en-US" sz="3200" dirty="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安穩自在歡喜。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57B459B-330E-BB7A-1BC2-1C25A6734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8D6F274-AB9C-7ED1-AEE2-6E050A319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照祢的慈愛憐憫我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照祢豐盛的慈悲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chhat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消我的過失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將我的罪惡一盡洗除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洗清我到無罪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DE8972B-16A5-9AA1-55A5-E0D3C8526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97A942C-E742-0A04-1327-C301700B5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34667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因為我自己知我的過失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我的罪常常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我的面前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11B8173-2530-FD06-D8FE-567282671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38C2C375-EEE1-592E-17B6-7CA2DD475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6800"/>
            <a:ext cx="12192000" cy="275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我所犯着的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就是得罪祢而已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buFontTx/>
              <a:buNone/>
            </a:pPr>
            <a:r>
              <a:rPr lang="en-US" altLang="zh-TW" b="1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 dirty="0">
                <a:solidFill>
                  <a:srgbClr val="FFFFFF"/>
                </a:solidFill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solidFill>
                  <a:srgbClr val="FFFFFF"/>
                </a:solidFill>
                <a:ea typeface="標楷體" panose="03000509000000000000" pitchFamily="49" charset="-120"/>
              </a:rPr>
              <a:t>tī</a:t>
            </a:r>
            <a:r>
              <a:rPr lang="en-US" altLang="zh-TW" sz="3200" b="1" dirty="0">
                <a:solidFill>
                  <a:srgbClr val="FFFFFF"/>
                </a:solidFill>
                <a:ea typeface="標楷體" panose="03000509000000000000" pitchFamily="49" charset="-120"/>
              </a:rPr>
              <a:t>)</a:t>
            </a:r>
            <a:r>
              <a:rPr lang="zh-TW" altLang="en-US" b="1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祢的目睭前</a:t>
            </a:r>
            <a:r>
              <a:rPr lang="zh-TW" altLang="en-US" b="1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行此號惡</a:t>
            </a:r>
            <a:r>
              <a:rPr lang="en-US" altLang="zh-TW" b="1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br>
              <a:rPr lang="en-US" altLang="zh-TW" b="1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b="1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</a:t>
            </a:r>
            <a:r>
              <a:rPr lang="en-US" altLang="zh-TW" sz="3200" b="1" dirty="0">
                <a:solidFill>
                  <a:srgbClr val="FFFFFF"/>
                </a:solidFill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solidFill>
                  <a:srgbClr val="FFFFFF"/>
                </a:solidFill>
                <a:ea typeface="標楷體" panose="03000509000000000000" pitchFamily="49" charset="-120"/>
              </a:rPr>
              <a:t>kiâ</a:t>
            </a:r>
            <a:r>
              <a:rPr lang="en-US" altLang="zh-TW" sz="3200" b="1" dirty="0">
                <a:solidFill>
                  <a:srgbClr val="FFFFFF"/>
                </a:solidFill>
                <a:ea typeface="標楷體" panose="03000509000000000000" pitchFamily="49" charset="-120"/>
              </a:rPr>
              <a:t>ⁿ  chit-</a:t>
            </a:r>
            <a:r>
              <a:rPr lang="en-US" altLang="zh-TW" sz="3200" b="1" dirty="0" err="1">
                <a:solidFill>
                  <a:srgbClr val="FFFFFF"/>
                </a:solidFill>
                <a:ea typeface="標楷體" panose="03000509000000000000" pitchFamily="49" charset="-120"/>
              </a:rPr>
              <a:t>hō</a:t>
            </a:r>
            <a:r>
              <a:rPr lang="en-US" altLang="zh-TW" sz="3200" b="1" dirty="0">
                <a:solidFill>
                  <a:srgbClr val="FFFFFF"/>
                </a:solidFill>
                <a:ea typeface="標楷體" panose="03000509000000000000" pitchFamily="49" charset="-120"/>
              </a:rPr>
              <a:t>  </a:t>
            </a:r>
            <a:r>
              <a:rPr lang="en-US" altLang="zh-TW" sz="3200" b="1" dirty="0" err="1">
                <a:solidFill>
                  <a:srgbClr val="FFFFFF"/>
                </a:solidFill>
                <a:ea typeface="標楷體" panose="03000509000000000000" pitchFamily="49" charset="-120"/>
              </a:rPr>
              <a:t>phái</a:t>
            </a:r>
            <a:r>
              <a:rPr lang="en-US" altLang="zh-TW" sz="3200" b="1" dirty="0">
                <a:solidFill>
                  <a:srgbClr val="FFFFFF"/>
                </a:solidFill>
                <a:ea typeface="標楷體" panose="03000509000000000000" pitchFamily="49" charset="-120"/>
              </a:rPr>
              <a:t>ⁿ)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5F2F3A8F-B1C7-D9D5-7AA2-D16E18A96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致到祢講話的時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顯明做義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判斷的時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顯明公道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sz="32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我是在罪惡中生的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罪的中間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我的老母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懷孕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hoâi-īn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 u="sng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A3C1E20-962D-AE1F-F3D2-8C2A37F54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362DAC4-37BE-7E76-7E71-7FF27FFCD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CBA5291-35BE-BC9C-AE43-BAA0E240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祢所愛的是心內誠實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腹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pak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我得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D1CDB79-FB32-230E-D3CF-B21AFA271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B8EF969-D53B-7714-842B-406DF5B06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求祢用牛膝草洗我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我就清氣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求祢洗我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我就比雪更白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850D2AA-5ECA-E06B-48B9-959CA9FE24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11A01F9-9201-A73D-EB84-40FDBA3BEB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66800"/>
            <a:ext cx="12192000" cy="4525963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求祢給我得着聽見歡喜快樂的聲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buFontTx/>
              <a:buNone/>
            </a:pP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b="1" dirty="0"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  <a:cs typeface="Arial" panose="020B0604020202020204" pitchFamily="34" charset="0"/>
              </a:rPr>
              <a:t>hō</a:t>
            </a:r>
            <a:r>
              <a:rPr lang="en-US" altLang="zh-TW" sz="3200" b="1" dirty="0">
                <a:ea typeface="標楷體" panose="03000509000000000000" pitchFamily="49" charset="-120"/>
                <a:cs typeface="Arial" panose="020B0604020202020204" pitchFamily="34" charset="0"/>
              </a:rPr>
              <a:t>͘ 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祢所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抑折</a:t>
            </a:r>
            <a:r>
              <a:rPr lang="en-US" altLang="zh-TW" sz="3200" b="1" dirty="0"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</a:rPr>
              <a:t>at-chi̍h</a:t>
            </a:r>
            <a:r>
              <a:rPr lang="en-US" altLang="zh-TW" sz="3200" b="1" dirty="0">
                <a:ea typeface="標楷體" panose="03000509000000000000" pitchFamily="49" charset="-120"/>
              </a:rPr>
              <a:t>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的骨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 b="1" dirty="0">
                <a:ea typeface="標楷體" panose="03000509000000000000" pitchFamily="49" charset="-120"/>
              </a:rPr>
              <a:t>(thang)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Tx/>
              <a:buNone/>
            </a:pPr>
            <a:endParaRPr lang="en-US" altLang="zh-TW" b="1" dirty="0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900D7C9-6C50-4729-118B-C9C92535E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F6D3E5E-44A6-65CF-3103-FB17F885E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求祢掩祢的面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無看我的罪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擦消我一切的罪惡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6A4D735-ACCD-C664-EC59-092C1D32E5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D234587-A307-4CE2-BA4B-DD2CFF253A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76200" y="1066800"/>
            <a:ext cx="12192000" cy="4525963"/>
          </a:xfrm>
        </p:spPr>
        <p:txBody>
          <a:bodyPr/>
          <a:lstStyle/>
          <a:p>
            <a:pPr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求祢給我創造清氣的心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buFontTx/>
              <a:buNone/>
            </a:pP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使我的內面有換新正直的神</a:t>
            </a:r>
            <a:r>
              <a:rPr lang="en-US" altLang="zh-TW" b="1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 b="1" dirty="0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C9D7C5-0C97-7F23-E0B6-4E98FC4C1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A945A4D-ADE5-D65C-FD6B-B4B9E4E78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我就將祢的道路指示有過失的人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有罪的人就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歸順祢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5C9C162-7623-D444-5624-473D6ED71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8D759F8-C3D5-5652-7116-C964A2F18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祢是救我的上帝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舌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要大聲吟詩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祢的義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sz="3600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主啊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求祢開我的嘴唇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我的嘴就要報揚祢的好名聲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5E7A6EA-A6F6-16E0-B5E0-B23F96A82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55E408B-EFEA-D46E-609D-9FC754F6F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因為祢無愛祭物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若愛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我就要獻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燒祭祢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無歡喜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915C240-A245-687A-31F3-5F03FA7D0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95B50BB-881C-7402-0AD0-EE7F89985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01617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上帝所愛的祭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就是憂傷的神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憂傷痛悔的心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祢無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看輕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請喚醒我禱告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請喚醒我禱告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請喚醒我禱告</a:t>
            </a:r>
          </a:p>
          <a:p>
            <a:r>
              <a:t>久長之暗暝我之父啊</a:t>
            </a:r>
          </a:p>
          <a:p>
            <a:r>
              <a:t>叫醒我祈禱我之主啊</a:t>
            </a:r>
          </a:p>
          <a:p>
            <a:r>
              <a:t>聽我之懇求</a:t>
            </a:r>
          </a:p>
          <a:p>
            <a:r>
              <a:t>主請記念我</a:t>
            </a:r>
          </a:p>
          <a:p>
            <a:r>
              <a:t>互我儆醒祈禱我之主啊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請喚醒我禱告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我儆醒祈禱我之父啊</a:t>
            </a:r>
          </a:p>
          <a:p>
            <a:r>
              <a:t>(我之父啊)</a:t>
            </a:r>
          </a:p>
          <a:p>
            <a:r>
              <a:t>我若離開祢我之主啊</a:t>
            </a:r>
          </a:p>
          <a:p>
            <a:r>
              <a:t>(主啊)</a:t>
            </a:r>
          </a:p>
          <a:p>
            <a:r>
              <a:t>我若行迷路</a:t>
            </a:r>
          </a:p>
          <a:p>
            <a:r>
              <a:t>(我若行迷路)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請喚醒我禱告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請祢來保護</a:t>
            </a:r>
          </a:p>
          <a:p>
            <a:r>
              <a:t>(請祢來保護)</a:t>
            </a:r>
          </a:p>
          <a:p>
            <a:r>
              <a:t>互我儆醒祈禱我之主啊</a:t>
            </a:r>
          </a:p>
          <a:p>
            <a:r>
              <a:t>(主啊)</a:t>
            </a:r>
          </a:p>
          <a:p>
            <a:r>
              <a:t>互我儆醒祈禱我之主啊</a:t>
            </a:r>
          </a:p>
          <a:p>
            <a:r>
              <a:t>互我儆醒祈禱我之主啊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請喚醒我禱告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互我儆醒祈禱我之主啊</a:t>
            </a:r>
          </a:p>
          <a:p>
            <a:r>
              <a:t>(互我儆醒祈禱我之主啊)</a:t>
            </a:r>
          </a:p>
          <a:p>
            <a:r>
              <a:t>當試煉臨到我之主啊</a:t>
            </a:r>
          </a:p>
          <a:p>
            <a:r>
              <a:t>(當試煉臨到我之主啊)</a:t>
            </a:r>
          </a:p>
          <a:p>
            <a:r>
              <a:t>助我會竪在且牽我起來</a:t>
            </a:r>
          </a:p>
          <a:p>
            <a:r>
              <a:t>(我今竪起在用手牽我起來)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請喚醒我禱告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互我儆醒祈禱我之主啊</a:t>
            </a:r>
          </a:p>
          <a:p>
            <a:r>
              <a:t>互我儆醒祈禱我之主啊</a:t>
            </a:r>
          </a:p>
          <a:p>
            <a:r>
              <a:t>互我儆醒祈禱我之主啊</a:t>
            </a:r>
          </a:p>
          <a:p>
            <a:r>
              <a:t>互我儆醒祈禱我之主啊</a:t>
            </a:r>
          </a:p>
          <a:p>
            <a:r>
              <a:t>互我儆醒祈禱我之主啊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 err="1">
                <a:solidFill>
                  <a:srgbClr val="66FFFF"/>
                </a:solidFill>
                <a:latin typeface="DFKai-SB"/>
              </a:rPr>
              <a:t>經文</a:t>
            </a:r>
            <a:endParaRPr sz="6600" b="1" dirty="0">
              <a:solidFill>
                <a:srgbClr val="66FFFF"/>
              </a:solidFill>
              <a:latin typeface="DFKai-SB"/>
            </a:endParaRPr>
          </a:p>
          <a:p>
            <a:pPr algn="ctr"/>
            <a:r>
              <a:rPr sz="7200" b="1" dirty="0" err="1">
                <a:latin typeface="DFKai-SB"/>
              </a:rPr>
              <a:t>羅馬書</a:t>
            </a:r>
            <a:r>
              <a:rPr sz="7200" b="1" dirty="0">
                <a:latin typeface="DFKai-SB"/>
              </a:rPr>
              <a:t> 6:15~23</a:t>
            </a:r>
          </a:p>
          <a:p>
            <a:pPr algn="ctr"/>
            <a:r>
              <a:rPr sz="5400" b="1" dirty="0">
                <a:latin typeface="標楷體"/>
              </a:rPr>
              <a:t>(新約第</a:t>
            </a:r>
            <a:r>
              <a:rPr lang="en-US" sz="5400" b="1" dirty="0">
                <a:solidFill>
                  <a:srgbClr val="FFFF00"/>
                </a:solidFill>
                <a:latin typeface="標楷體"/>
              </a:rPr>
              <a:t>215</a:t>
            </a:r>
            <a:r>
              <a:rPr sz="5400" b="1" dirty="0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8303" y="0"/>
            <a:ext cx="37753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6:15~23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15.這卻怎麼樣呢？我們在恩典之下，
   </a:t>
            </a:r>
            <a:r>
              <a:rPr sz="5400" b="1" dirty="0" err="1">
                <a:latin typeface="DFKai-SB"/>
              </a:rPr>
              <a:t>不在律法之下，就可以犯罪麼？斷乎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不可</a:t>
            </a:r>
            <a:r>
              <a:rPr sz="5400" b="1" dirty="0">
                <a:latin typeface="DFKai-SB"/>
              </a:rPr>
              <a:t>！</a:t>
            </a:r>
          </a:p>
          <a:p>
            <a:r>
              <a:rPr sz="5400" b="1" dirty="0">
                <a:latin typeface="DFKai-SB"/>
              </a:rPr>
              <a:t>16.豈不曉得你們獻上自己作奴僕，順
   </a:t>
            </a:r>
            <a:r>
              <a:rPr sz="5400" b="1" dirty="0" err="1">
                <a:latin typeface="DFKai-SB"/>
              </a:rPr>
              <a:t>從誰，就作誰的奴僕嗎？或作罪的奴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僕，以至於死；或作順命的奴僕，以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至成義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17.感謝神！因為你們從前雖然作罪的
   </a:t>
            </a:r>
            <a:r>
              <a:rPr sz="5400" b="1" dirty="0" err="1">
                <a:latin typeface="DFKai-SB"/>
              </a:rPr>
              <a:t>奴僕，現今卻從心裏順服了所傳給你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們道理的模範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18.你們既從罪裏得了釋放，就作了義
   </a:t>
            </a:r>
            <a:r>
              <a:rPr sz="5400" b="1" dirty="0" err="1">
                <a:latin typeface="DFKai-SB"/>
              </a:rPr>
              <a:t>的奴僕</a:t>
            </a:r>
            <a:r>
              <a:rPr sz="5400" b="1" dirty="0">
                <a:latin typeface="DFKai-SB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A393F-DDEC-9CE5-1C0A-09DBF47E2E7C}"/>
              </a:ext>
            </a:extLst>
          </p:cNvPr>
          <p:cNvSpPr txBox="1"/>
          <p:nvPr/>
        </p:nvSpPr>
        <p:spPr>
          <a:xfrm>
            <a:off x="4208303" y="0"/>
            <a:ext cx="37753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6:15~23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19.我因你們肉體的軟弱，就照人的常
   </a:t>
            </a:r>
            <a:r>
              <a:rPr sz="5400" b="1" dirty="0" err="1">
                <a:latin typeface="DFKai-SB"/>
              </a:rPr>
              <a:t>話對你們說。你們從前怎樣將肢體獻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給不潔不法作奴僕，以至於不法；現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今也要照樣將肢體獻給義作奴僕，以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至於成聖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20.因為你們作罪之奴僕的時候，就不
   </a:t>
            </a:r>
            <a:r>
              <a:rPr sz="5400" b="1" dirty="0" err="1">
                <a:latin typeface="DFKai-SB"/>
              </a:rPr>
              <a:t>被義約束了</a:t>
            </a:r>
            <a:r>
              <a:rPr sz="5400" b="1" dirty="0">
                <a:latin typeface="DFKai-SB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87D183-7FAE-4F76-C40A-DBD0476C1BE0}"/>
              </a:ext>
            </a:extLst>
          </p:cNvPr>
          <p:cNvSpPr txBox="1"/>
          <p:nvPr/>
        </p:nvSpPr>
        <p:spPr>
          <a:xfrm>
            <a:off x="4208303" y="0"/>
            <a:ext cx="37753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6:15~23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21.你們現今所看為羞恥的事，當日有
   </a:t>
            </a:r>
            <a:r>
              <a:rPr sz="5400" b="1" dirty="0" err="1">
                <a:latin typeface="DFKai-SB"/>
              </a:rPr>
              <a:t>甚麼果子呢？那些事的結局就是死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22.但現今，你們既從罪裏得了釋放，
   </a:t>
            </a:r>
            <a:r>
              <a:rPr sz="5400" b="1" dirty="0" err="1">
                <a:latin typeface="DFKai-SB"/>
              </a:rPr>
              <a:t>作了神的奴僕，就有成聖的果子，那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結局就是永生</a:t>
            </a:r>
            <a:r>
              <a:rPr sz="5400" b="1" dirty="0">
                <a:latin typeface="DFKai-SB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98E1D-A1EA-ACD5-B49C-20C6F7CEC705}"/>
              </a:ext>
            </a:extLst>
          </p:cNvPr>
          <p:cNvSpPr txBox="1"/>
          <p:nvPr/>
        </p:nvSpPr>
        <p:spPr>
          <a:xfrm>
            <a:off x="4208303" y="0"/>
            <a:ext cx="37753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6:15~23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23.因為罪的工價乃是死；惟有神的恩
   </a:t>
            </a:r>
            <a:r>
              <a:rPr sz="5400" b="1" dirty="0" err="1">
                <a:latin typeface="DFKai-SB"/>
              </a:rPr>
              <a:t>賜，在我們的主基督耶穌裏，乃是永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生</a:t>
            </a:r>
            <a:r>
              <a:rPr sz="5400" b="1" dirty="0">
                <a:latin typeface="DFKai-SB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6E9E7-4E14-2676-FBB8-C34FC5CE5592}"/>
              </a:ext>
            </a:extLst>
          </p:cNvPr>
          <p:cNvSpPr txBox="1"/>
          <p:nvPr/>
        </p:nvSpPr>
        <p:spPr>
          <a:xfrm>
            <a:off x="4208303" y="0"/>
            <a:ext cx="37753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6:15~23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永死與永生</a:t>
            </a:r>
            <a:r>
              <a:rPr sz="5000" b="1" dirty="0">
                <a:latin typeface="DFKai-SB"/>
              </a:rPr>
              <a:t>                                </a:t>
            </a:r>
            <a:br>
              <a:rPr lang="en-US" sz="5000" b="1" dirty="0">
                <a:latin typeface="DFKai-SB"/>
              </a:rPr>
            </a:br>
            <a:r>
              <a:rPr lang="en-US" sz="5000" b="1" dirty="0">
                <a:latin typeface="DFKai-SB"/>
              </a:rPr>
              <a:t>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獻上自己作「奴僕</a:t>
            </a:r>
            <a:r>
              <a:rPr dirty="0"/>
              <a:t>」：</a:t>
            </a:r>
          </a:p>
          <a:p>
            <a:pPr algn="l"/>
            <a:r>
              <a:rPr dirty="0"/>
              <a:t>1.「罪的奴僕」-</a:t>
            </a:r>
            <a:r>
              <a:rPr dirty="0" err="1"/>
              <a:t>犯罪以至於死</a:t>
            </a:r>
            <a:endParaRPr dirty="0"/>
          </a:p>
          <a:p>
            <a:pPr algn="l"/>
            <a:r>
              <a:rPr dirty="0"/>
              <a:t>2.因為作罪之奴僕的時候，就不被義約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束了</a:t>
            </a:r>
            <a:endParaRPr dirty="0"/>
          </a:p>
          <a:p>
            <a:pPr algn="l"/>
            <a:r>
              <a:rPr dirty="0"/>
              <a:t>3.「義的奴僕」 - </a:t>
            </a:r>
            <a:r>
              <a:rPr dirty="0" err="1"/>
              <a:t>順服以至成義</a:t>
            </a:r>
            <a:endParaRPr lang="en-US" dirty="0"/>
          </a:p>
          <a:p>
            <a:pPr algn="l"/>
            <a:r>
              <a:rPr lang="en-US" altLang="zh-TW" dirty="0"/>
              <a:t>4.</a:t>
            </a:r>
            <a:r>
              <a:rPr lang="zh-TW" altLang="en-US" dirty="0"/>
              <a:t>既從罪裏得了釋放，就作了義的奴僕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順服「傳給你們道理</a:t>
            </a:r>
            <a:r>
              <a:rPr dirty="0"/>
              <a:t>」：</a:t>
            </a:r>
          </a:p>
          <a:p>
            <a:pPr algn="l"/>
            <a:r>
              <a:rPr dirty="0"/>
              <a:t>1.「獻」乃順服的具體表現</a:t>
            </a:r>
          </a:p>
          <a:p>
            <a:pPr algn="l"/>
            <a:r>
              <a:rPr dirty="0"/>
              <a:t>2.從前將肢體獻給不潔不法作奴僕，以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至於不法</a:t>
            </a:r>
            <a:endParaRPr dirty="0"/>
          </a:p>
          <a:p>
            <a:pPr algn="l"/>
            <a:r>
              <a:rPr dirty="0"/>
              <a:t>3.現今也要照樣將肢體獻給義作奴僕，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以至於成聖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永死與永生</a:t>
            </a:r>
            <a:r>
              <a:rPr dirty="0"/>
              <a:t>：</a:t>
            </a:r>
          </a:p>
          <a:p>
            <a:pPr algn="l"/>
            <a:r>
              <a:rPr dirty="0"/>
              <a:t>1.你們現今所看為羞恥的事，當日有甚麼果子呢？因為罪的工價乃是死；那些事的結局就是死！</a:t>
            </a:r>
            <a:endParaRPr lang="en-US" dirty="0"/>
          </a:p>
          <a:p>
            <a:pPr algn="l"/>
            <a:r>
              <a:rPr lang="en-US" altLang="zh-TW" dirty="0"/>
              <a:t>2.</a:t>
            </a:r>
            <a:r>
              <a:rPr lang="zh-TW" altLang="en-US" dirty="0"/>
              <a:t>但現今，你們既從罪裏得了釋放，作了上帝的奴僕，就有成聖的果子，那結局就是永生。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FBA2D43-DCF3-B9CD-8885-B1DC1FAAA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B8BDEF5-EC7A-3494-CAAF-FE85A6B15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使我匿在祢內面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祢受鎗鑿脅下開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99CB039-4918-B811-4220-2D2ECB416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598C6E1-8059-B068-0615-08D28935A6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孔嘴流出血與水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二項功效我攏愛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赦罪洗心除惡事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F6A7376-1B93-BA61-A6F4-6AE8B44B5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9765205-1FB4-2C86-5159-4FBC00D95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我雖然盡力服勞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豈能守法到一半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雖是慇懃無厭懶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23084CC-9E24-A3E9-6DE6-44BDF2911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D0CDF25-B2AE-6AA9-4FF8-328B977CC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眼淚常流心不安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靠這攏不贖我罪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只有救主耶穌會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1713307-3A43-A86C-BF35-A11EDD46F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E66EC28-2F4F-87E3-319B-E0B4FCB5A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我今空手來就近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十字架下求施恩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赤體望祢賜衣裳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04F7B24-4502-ED89-FEC1-16A90F5DE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5AEB7E1-9F7F-3718-80AB-BE6E9545C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軟弱望祢肯培養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汚穢進到活泉邊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求祢洗我攏清氣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5AEF1DB-905C-93CC-CF94-3806FB668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8157B1B-1D48-63A7-6C05-2D5486F76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或是世上在渡活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或是臨終目合倚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末日神魂離地面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96CB5A5-9F30-BC5B-1649-774BD7841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D3CBD4B-E52E-320C-3EDC-718754C20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看祢坐位判萬民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使我匿在祢內面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9/27(</a:t>
            </a:r>
            <a:r>
              <a:rPr dirty="0" err="1"/>
              <a:t>日</a:t>
            </a:r>
            <a:r>
              <a:rPr dirty="0"/>
              <a:t>)</a:t>
            </a:r>
            <a:r>
              <a:rPr dirty="0" err="1"/>
              <a:t>下午</a:t>
            </a:r>
            <a:r>
              <a:rPr dirty="0"/>
              <a:t> 3:30華語部葡萄枝團契福音見証分享会,特別邀請台語部社青加入,一起參與社區年輕人外展活</a:t>
            </a:r>
            <a:br>
              <a:rPr lang="en-US" dirty="0"/>
            </a:br>
            <a:r>
              <a:rPr dirty="0" err="1"/>
              <a:t>動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兒童主日學事工需要</a:t>
            </a:r>
            <a:r>
              <a:rPr dirty="0"/>
              <a:t>：</a:t>
            </a:r>
            <a:br>
              <a:rPr lang="en-US" dirty="0"/>
            </a:br>
            <a:r>
              <a:rPr dirty="0" err="1"/>
              <a:t>徵招上午助教</a:t>
            </a:r>
            <a:r>
              <a:rPr dirty="0"/>
              <a:t>(11:30-12:30),</a:t>
            </a:r>
            <a:r>
              <a:rPr dirty="0" err="1"/>
              <a:t>以及下</a:t>
            </a:r>
            <a:r>
              <a:rPr dirty="0"/>
              <a:t> </a:t>
            </a:r>
            <a:r>
              <a:rPr dirty="0" err="1"/>
              <a:t>午導護同工,有意願的弟兄姐妹請聯繫咏真師母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全教會2026積極會員名單張貼在聯誼廳的公告欄。提名期間：9月27日至 10月11日下午3點,選舉：11月15日,有問題請和各部負責人連絡。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DE6D9-2E45-02DB-18CF-F644CDCF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3843-8A80-15D8-7A1E-028F93D3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pic>
        <p:nvPicPr>
          <p:cNvPr id="8" name="Content Placeholder 7" descr="A table of names&#10;&#10;AI-generated content may be incorrect.">
            <a:extLst>
              <a:ext uri="{FF2B5EF4-FFF2-40B4-BE49-F238E27FC236}">
                <a16:creationId xmlns:a16="http://schemas.microsoft.com/office/drawing/2014/main" id="{7EE82D68-BAED-B047-B071-2FBB0F7B7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1317" y="990600"/>
            <a:ext cx="9769365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15586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endParaRPr lang="en-US" dirty="0"/>
          </a:p>
          <a:p>
            <a:pPr algn="l"/>
            <a:r>
              <a:rPr lang="en-US" dirty="0"/>
              <a:t> </a:t>
            </a:r>
            <a:r>
              <a:rPr dirty="0" err="1"/>
              <a:t>今天</a:t>
            </a:r>
            <a:r>
              <a:rPr dirty="0"/>
              <a:t> 11:30在交誼廳,陳牧師帶領課</a:t>
            </a:r>
            <a:br>
              <a:rPr lang="en-US" dirty="0"/>
            </a:br>
            <a:r>
              <a:rPr dirty="0" err="1"/>
              <a:t>程</a:t>
            </a:r>
            <a:r>
              <a:rPr dirty="0"/>
              <a:t>：「</a:t>
            </a:r>
            <a:r>
              <a:rPr dirty="0" err="1"/>
              <a:t>啟示錄第九課</a:t>
            </a:r>
            <a:r>
              <a:rPr dirty="0"/>
              <a:t>---</a:t>
            </a:r>
            <a:r>
              <a:rPr dirty="0" err="1"/>
              <a:t>七碗災</a:t>
            </a:r>
            <a:r>
              <a:rPr dirty="0"/>
              <a:t>」。</a:t>
            </a:r>
            <a:r>
              <a:rPr dirty="0" err="1"/>
              <a:t>歡迎大家參加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台語長執會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今天午餐後</a:t>
            </a:r>
            <a:r>
              <a:rPr dirty="0"/>
              <a:t> (1:30) </a:t>
            </a:r>
            <a:r>
              <a:rPr dirty="0" err="1"/>
              <a:t>在禱告室舉行,請各位長執預留時間參加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邀請您參加9/23晚上8點禱告會,所有</a:t>
            </a:r>
            <a:br>
              <a:rPr lang="en-US" dirty="0"/>
            </a:br>
            <a:r>
              <a:rPr dirty="0" err="1"/>
              <a:t>事工都需要禱告求上帝扶持祝福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 </a:t>
            </a:r>
            <a:r>
              <a:rPr dirty="0" err="1"/>
              <a:t>週五線上查經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9/25晚上8點,陳牧師帶領查考撒母耳記上,請大家踴躍參加。zoom連結如同主日學。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下主日9/27團契時間將舉行7,8,9月慶生會及招待訓練,請大家踴躍參加。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6. </a:t>
            </a:r>
            <a:r>
              <a:rPr dirty="0" err="1"/>
              <a:t>感恩節洗禮轉會</a:t>
            </a:r>
            <a:r>
              <a:t>：</a:t>
            </a:r>
            <a:br>
              <a:rPr lang="en-US"/>
            </a:br>
            <a:r>
              <a:t>將於</a:t>
            </a:r>
            <a:r>
              <a:rPr dirty="0"/>
              <a:t>11/22</a:t>
            </a:r>
            <a:r>
              <a:t>舉行,欲受洗和申請轉會的</a:t>
            </a:r>
            <a:br>
              <a:rPr lang="en-US"/>
            </a:br>
            <a:r>
              <a:t>兄姐</a:t>
            </a:r>
            <a:r>
              <a:rPr dirty="0" err="1"/>
              <a:t>,請向陳牧師報名</a:t>
            </a:r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6743</TotalTime>
  <Words>1944</Words>
  <Application>Microsoft Macintosh PowerPoint</Application>
  <PresentationFormat>Widescreen</PresentationFormat>
  <Paragraphs>297</Paragraphs>
  <Slides>77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77</vt:i4>
      </vt:variant>
    </vt:vector>
  </HeadingPairs>
  <TitlesOfParts>
    <vt:vector size="90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21B：上帝真正是我上帝 (1/4) </vt:lpstr>
      <vt:lpstr>21B：上帝真正是我上帝 (2/4) </vt:lpstr>
      <vt:lpstr>21B：上帝真正是我上帝 (3/4) </vt:lpstr>
      <vt:lpstr>21B：上帝真正是我上帝 (4/4)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啟應文13:詩篇51</vt:lpstr>
      <vt:lpstr>啟應文13:詩篇51</vt:lpstr>
      <vt:lpstr>PowerPoint Presentation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PowerPoint Presentation</vt:lpstr>
      <vt:lpstr>PowerPoint Presentation</vt:lpstr>
      <vt:lpstr>請喚醒我禱告</vt:lpstr>
      <vt:lpstr>請喚醒我禱告</vt:lpstr>
      <vt:lpstr>請喚醒我禱告</vt:lpstr>
      <vt:lpstr>請喚醒我禱告</vt:lpstr>
      <vt:lpstr>請喚醒我禱告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189B:替我打破石磐身 (1/4)</vt:lpstr>
      <vt:lpstr>189B:替我打破石磐身 (1/4)</vt:lpstr>
      <vt:lpstr>189B:替我打破石磐身 (2/4)</vt:lpstr>
      <vt:lpstr>189B:替我打破石磐身 (2/4)</vt:lpstr>
      <vt:lpstr>189B:替我打破石磐身 (3/4)</vt:lpstr>
      <vt:lpstr>189B:替我打破石磐身 (3/4)</vt:lpstr>
      <vt:lpstr>189B:替我打破石磐身 (4/4)</vt:lpstr>
      <vt:lpstr>189B:替我打破石磐身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全教會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553</cp:revision>
  <dcterms:created xsi:type="dcterms:W3CDTF">2020-10-09T17:40:37Z</dcterms:created>
  <dcterms:modified xsi:type="dcterms:W3CDTF">2026-09-19T12:12:46Z</dcterms:modified>
</cp:coreProperties>
</file>