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60" r:id="rId1"/>
  </p:sldMasterIdLst>
  <p:notesMasterIdLst>
    <p:notesMasterId r:id="rId15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10476F-5438-4F4D-9D60-31B32E9519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2E70B-C182-4110-9463-9DEC5F60C1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D852FD33-EB79-A04A-A6ED-D92202AF891E}" type="datetimeFigureOut">
              <a:rPr lang="zh-TW" altLang="en-US"/>
              <a:pPr>
                <a:defRPr/>
              </a:pPr>
              <a:t>2026/9/18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2E6172-AAD8-499E-A311-E3865C494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673AEA-4EB3-4AA1-9080-9CCF32B60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B1A-E6DF-40C4-B2CB-42FD6611CB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6DD2A-44D4-46FB-89A7-AF7739304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799B6D6-55D2-2C42-87D9-B438B645E05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59B7AD00-2354-F179-C2F1-05CB2DEA10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E40E0610-F6F4-7BEF-8469-7D82323870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DE3559DB-F23F-D0B2-A213-E93EA4BCC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8D5A322-4CF5-4F43-B1A9-52EDD050D599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46C74A9C-ACDA-7637-C0C4-CE605695C0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CE4B4C1-7151-499D-CA4C-33B45E1BC8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7AE79AC-0AE2-4781-64AA-BCACB760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EB19FDD-2A77-0B4D-8A26-C1D0067ECE5A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2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97AA1A2-208E-E9CE-F447-20B88FE3AC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6D241F9-B1BD-82C6-563B-AE6D1A4D69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85B2EB3-DA6B-00A3-8C00-19B1B174A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BD311E5-21E2-994E-94E1-421239EE021F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4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DB9084FF-4FD2-489C-09F5-63AB530548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A1D2DA38-4C42-9F0B-BCD0-B8E34AF8BB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9DAF076-572D-D9F7-3D3E-6D7D562D5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A02EE65-FB46-3343-AB26-291ECD2F8547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5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7264CA72-4218-A0BB-5BC4-8522F5E37B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E2A45117-3E0E-B52F-7F79-9A692793DA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E875C66-ED0E-3341-262D-BBC3F25BF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00DF3FA-9831-C241-9A29-75B1B0840FBA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6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1FAA7745-0C9B-A58C-9435-E22DE41803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1E930CA8-65FE-0836-A33C-E04B65928B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437D1D2B-4DC8-EFCB-71CB-712FA51BA5BC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051A039-4049-A547-892A-CD541EE9EE63}" type="slidenum">
              <a:rPr lang="zh-TW" altLang="en-US" sz="1200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algn="r" eaLnBrk="1" hangingPunct="1"/>
              <a:t>7</a:t>
            </a:fld>
            <a:endParaRPr lang="en-US" altLang="zh-TW" sz="1200" b="1">
              <a:solidFill>
                <a:srgbClr val="000000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36F6D66E-31BE-CB2A-4167-D9F23CF4E0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35ADD027-76FE-6804-8081-8F6D4283A4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E0FF407-C7FD-83CC-9FB0-3B3B1E8F1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4E8D12D-74B2-E244-851C-1F4475A66F2E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8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B33B65DF-6125-454B-1C98-B11B2E34BC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172C118D-56F0-9ADE-9863-E699BFE6CE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D119FF63-5F1A-C24C-BED1-08B06B586032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D0B5E58-3678-4741-858E-5F90D46C29BF}" type="slidenum">
              <a:rPr lang="zh-TW" altLang="en-US" sz="1200" b="1">
                <a:solidFill>
                  <a:srgbClr val="000000"/>
                </a:solidFill>
                <a:latin typeface="Calibri" panose="020F0502020204030204" pitchFamily="34" charset="0"/>
                <a:ea typeface="ＭＳ Ｐゴシック" panose="020B0600070205080204" pitchFamily="34" charset="-128"/>
              </a:rPr>
              <a:pPr algn="r" eaLnBrk="1" hangingPunct="1"/>
              <a:t>9</a:t>
            </a:fld>
            <a:endParaRPr lang="en-US" altLang="zh-TW" sz="1200" b="1">
              <a:solidFill>
                <a:srgbClr val="000000"/>
              </a:solidFill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98927DBF-A53A-FDBE-B2FC-9FE6394470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DD8DC5C9-2A02-6ADB-CA46-9F77945AE9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F6B81DD-BA6B-FA9D-2B6F-ECEF4A054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827BBC3-C1BC-B44E-B479-6BE61DB77F4A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10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D90EAA37-070E-EACC-50F6-F6C47E102F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48FC2AEC-04C2-893E-C78A-963FE4A024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4C08BFE1-2504-33A1-4A65-088FD0480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B2EDF51-57BA-4649-853C-632B2461C888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11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DCA3EB6F-CFEE-B724-8C85-8439AF5E8F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3878C405-AA8D-3BC3-64A9-CD0B1BA554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39795DC6-5249-C3DF-C81F-3606F59E4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1F44320-4A83-A040-8E0B-0601658C724C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12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7AE250AD-A3D7-3EAD-B914-1B64E5B52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E67B4E0D-D09C-B50E-7B27-626254A2D3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715AD0CF-092B-B0DD-E300-21F20528C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062DA2F-08A4-404C-A5EE-32DE1170AFE2}" type="slidenum">
              <a:rPr lang="zh-TW" altLang="en-US">
                <a:solidFill>
                  <a:srgbClr val="000000"/>
                </a:solidFill>
                <a:latin typeface="Calibri" panose="020F0502020204030204" pitchFamily="34" charset="0"/>
              </a:rPr>
              <a:pPr/>
              <a:t>13</a:t>
            </a:fld>
            <a:endParaRPr lang="en-US" altLang="zh-TW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8F2356-1607-0723-5751-93BAE9D68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C819BF-9634-BDDF-1830-2B771C89BE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9273AF-F281-D4BA-9B76-BE4959CCEF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658C9-AD1E-E24E-8097-327F3A71843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135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D61D6B-E59E-046F-19D1-92E2737EA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51E1CB-03B6-4C35-E8CE-0D09DB1FE3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700B7A-70E4-9AD8-1CB5-262EDAA15A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F3899-A73E-6645-A97F-5C181EE7AE4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2901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12BA2F-6870-01AE-BDE7-C106464C36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6B54096-5DCD-6AC1-10B5-386243632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064257-7C10-1683-2837-7A825DD7D8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3101CA-1C7D-064B-A4CF-4099152EBDD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130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F43B7ED-0293-0CCF-A675-D46146200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A56A83-8BD9-B3A9-F235-EAD328518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BCB6B6-80E3-4330-8E44-44DD64676A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prstClr val="white"/>
                </a:solidFill>
                <a:latin typeface="Arial" pitchFamily="34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8E68E7-A25B-4274-A6C8-9739533B18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prstClr val="white"/>
                </a:solidFill>
                <a:latin typeface="Arial" pitchFamily="34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CD1A17-8523-4823-BABA-5A774D93FC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FF"/>
                </a:solidFill>
                <a:ea typeface="新細明體" panose="02020500000000000000" pitchFamily="18" charset="-120"/>
              </a:defRPr>
            </a:lvl1pPr>
          </a:lstStyle>
          <a:p>
            <a:fld id="{E73289E3-0F3C-8E4B-9C52-576F7EAE9399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57B459B-330E-BB7A-1BC2-1C25A6734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8D6F274-AB9C-7ED1-AEE2-6E050A319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照祢的慈愛憐憫我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照祢豐盛的慈悲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(chhat)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消我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的過失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將我的罪惡一盡洗除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洗清我到無罪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DE8972B-16A5-9AA1-55A5-E0D3C8526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97A942C-E742-0A04-1327-C301700B5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因為我自己知我的過失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我的罪常常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我的面前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11B8173-2530-FD06-D8FE-567282671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TW" altLang="en-US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sz="4400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38C2C375-EEE1-592E-17B6-7CA2DD475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6800"/>
            <a:ext cx="9144000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我所犯着的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就是得罪祢而</a:t>
            </a:r>
            <a:endParaRPr lang="en-US" altLang="zh-TW" b="1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已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>
                <a:solidFill>
                  <a:srgbClr val="FFFFFF"/>
                </a:solidFill>
                <a:ea typeface="標楷體" panose="03000509000000000000" pitchFamily="49" charset="-120"/>
              </a:rPr>
              <a:t>(tī)</a:t>
            </a:r>
            <a:r>
              <a:rPr lang="zh-TW" altLang="en-US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祢的目睭前</a:t>
            </a:r>
            <a:r>
              <a:rPr lang="zh-TW" altLang="en-US" b="1" u="sng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行此號惡</a:t>
            </a:r>
            <a:r>
              <a:rPr lang="en-US" altLang="zh-TW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lnSpc>
                <a:spcPts val="6000"/>
              </a:lnSpc>
              <a:spcBef>
                <a:spcPct val="0"/>
              </a:spcBef>
              <a:buFontTx/>
              <a:buNone/>
            </a:pPr>
            <a:r>
              <a:rPr lang="zh-TW" altLang="en-US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</a:t>
            </a:r>
            <a:r>
              <a:rPr lang="en-US" altLang="zh-TW" sz="3200" b="1">
                <a:solidFill>
                  <a:srgbClr val="FFFFFF"/>
                </a:solidFill>
                <a:ea typeface="標楷體" panose="03000509000000000000" pitchFamily="49" charset="-120"/>
              </a:rPr>
              <a:t>(kiâⁿ  chit-hō  pháiⁿ)</a:t>
            </a:r>
            <a:endParaRPr lang="en-US" altLang="zh-TW" sz="3200" b="1">
              <a:solidFill>
                <a:srgbClr val="000000"/>
              </a:solidFill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F2F3A8F-B1C7-D9D5-7AA2-D16E18A96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致到祢講話的時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顯明做義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判斷的時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顯明公道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我是在罪惡中生的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罪的中間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我的老母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懷</a:t>
            </a:r>
            <a:endParaRPr lang="en-US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(hoâi-īn)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A3C1E20-962D-AE1F-F3D2-8C2A37F54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362DAC4-37BE-7E76-7E71-7FF27FFCD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CBA5291-35BE-BC9C-AE43-BAA0E240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祢所愛的是心內誠實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腹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(pak)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  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我得着智慧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D1CDB79-FB32-230E-D3CF-B21AFA271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B8EF969-D53B-7714-842B-406DF5B06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求祢用牛膝草洗我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我就清氣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求祢洗我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我就比雪更白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850D2AA-5ECA-E06B-48B9-959CA9FE24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11A01F9-9201-A73D-EB84-40FDBA3BEB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91440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求祢給我得着聽見歡喜快樂</a:t>
            </a:r>
          </a:p>
          <a:p>
            <a:pPr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的聲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祢所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抑折</a:t>
            </a:r>
            <a:r>
              <a:rPr lang="en-US" altLang="zh-TW" sz="3200" b="1">
                <a:ea typeface="標楷體" panose="03000509000000000000" pitchFamily="49" charset="-120"/>
              </a:rPr>
              <a:t>(at-chi̍h)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的骨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 b="1">
                <a:ea typeface="標楷體" panose="03000509000000000000" pitchFamily="49" charset="-120"/>
              </a:rPr>
              <a:t>(thang)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>
              <a:buFontTx/>
              <a:buNone/>
            </a:pPr>
            <a:endParaRPr lang="en-US" altLang="zh-TW" b="1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900D7C9-6C50-4729-118B-C9C92535E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F6D3E5E-44A6-65CF-3103-FB17F885E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求祢掩祢的面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無看我的罪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擦消我一切的罪惡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6A4D735-ACCD-C664-EC59-092C1D32E57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 b="1" u="sng">
                <a:solidFill>
                  <a:srgbClr val="00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D234587-A307-4CE2-BA4B-DD2CFF253A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76200" y="1066800"/>
            <a:ext cx="94488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求祢給我創造清氣</a:t>
            </a:r>
            <a:endParaRPr lang="en-US" altLang="zh-TW" b="1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buFontTx/>
              <a:buNone/>
            </a:pPr>
            <a:r>
              <a:rPr lang="zh-TW" altLang="en-US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的心</a:t>
            </a:r>
            <a:r>
              <a:rPr lang="en-US" altLang="zh-TW" b="1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buFontTx/>
              <a:buNone/>
            </a:pP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使我的內面有換新正直的神</a:t>
            </a:r>
            <a:r>
              <a:rPr lang="en-US" altLang="zh-TW" b="1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 b="1">
              <a:solidFill>
                <a:schemeClr val="bg1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DC9D7C5-0C97-7F23-E0B6-4E98FC4C1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A945A4D-ADE5-D65C-FD6B-B4B9E4E78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我就將祢的道路指示有過失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的人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有罪的人就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歸順祢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5C9C162-7623-D444-5624-473D6ED71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8D759F8-C3D5-5652-7116-C964A2F18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990600"/>
            <a:ext cx="9448800" cy="58674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祢是救我的上帝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要大聲吟詩</a:t>
            </a:r>
            <a:endParaRPr lang="nl-NL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sz="360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求祢開我的嘴唇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我的嘴就要報揚祢的好名聲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5E7A6EA-A6F6-16E0-B5E0-B23F96A82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55E408B-EFEA-D46E-609D-9FC754F6F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因為祢無愛祭物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若愛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就要獻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燒祭祢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(ia̍h)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915C240-A245-687A-31F3-5F03FA7D0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13: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51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95B50BB-881C-7402-0AD0-EE7F89985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上帝所愛的祭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就是憂傷的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神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憂傷痛悔的心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看輕它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552</Words>
  <Application>Microsoft Macintosh PowerPoint</Application>
  <PresentationFormat>On-screen Show (4:3)</PresentationFormat>
  <Paragraphs>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ＭＳ Ｐゴシック</vt:lpstr>
      <vt:lpstr>Calibri</vt:lpstr>
      <vt:lpstr>新細明體</vt:lpstr>
      <vt:lpstr>標楷體</vt:lpstr>
      <vt:lpstr>Default Design</vt:lpstr>
      <vt:lpstr>啟應文13:詩篇51</vt:lpstr>
      <vt:lpstr>啟應文13:詩篇51</vt:lpstr>
      <vt:lpstr>PowerPoint Presentation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  <vt:lpstr>啟應文13:詩篇51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27</cp:revision>
  <dcterms:created xsi:type="dcterms:W3CDTF">2007-08-21T03:41:16Z</dcterms:created>
  <dcterms:modified xsi:type="dcterms:W3CDTF">2026-09-18T21:42:04Z</dcterms:modified>
</cp:coreProperties>
</file>