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handoutMasterIdLst>
    <p:handoutMasterId r:id="rId10"/>
  </p:handoutMasterIdLst>
  <p:sldIdLst>
    <p:sldId id="260" r:id="rId3"/>
    <p:sldId id="264" r:id="rId4"/>
    <p:sldId id="261" r:id="rId5"/>
    <p:sldId id="265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charset="0"/>
        <a:ea typeface="標楷體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7" autoAdjust="0"/>
    <p:restoredTop sz="87671" autoAdjust="0"/>
  </p:normalViewPr>
  <p:slideViewPr>
    <p:cSldViewPr>
      <p:cViewPr varScale="1">
        <p:scale>
          <a:sx n="111" d="100"/>
          <a:sy n="111" d="100"/>
        </p:scale>
        <p:origin x="12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8F2D2D33-1E78-4266-8557-765ACE90BE28}" type="datetimeFigureOut">
              <a:rPr lang="zh-TW" altLang="en-US"/>
              <a:pPr>
                <a:defRPr/>
              </a:pPr>
              <a:t>2026/10/2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E78C457C-D724-44A5-BF25-36732A12C5C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fld id="{58221F51-FDC9-4258-A081-88BA49C524E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3316" name="投影片編號版面配置區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eaLnBrk="1" hangingPunct="1">
              <a:defRPr/>
            </a:pPr>
            <a:fld id="{FE781982-8612-423F-9085-D198F3323018}" type="slidenum">
              <a:rPr lang="zh-TW" altLang="en-US" sz="1200" b="0" smtClean="0">
                <a:ea typeface="新細明體" pitchFamily="18" charset="-120"/>
              </a:rPr>
              <a:pPr eaLnBrk="1" hangingPunct="1">
                <a:defRPr/>
              </a:pPr>
              <a:t>6</a:t>
            </a:fld>
            <a:endParaRPr lang="en-US" altLang="zh-TW" sz="1200" b="0">
              <a:ea typeface="新細明體" pitchFamily="18" charset="-12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CCE186-117D-43B7-9E09-18CABA6E76C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662F81-F352-42A6-AB06-DA79E6B03EB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6B906E-8920-42AF-B3B8-91BCA7E6F34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fld id="{9602D13E-2741-4F88-B328-658FB170F05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fld id="{8B89306F-96AB-4A91-823E-A8B0A5BAFF4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312:</a:t>
            </a:r>
            <a:r>
              <a:rPr lang="zh-TW" altLang="en-US" dirty="0"/>
              <a:t>出日落雨是主所定</a:t>
            </a:r>
            <a:r>
              <a:rPr lang="en-US" altLang="zh-TW" dirty="0"/>
              <a:t>(1/3)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出日落雨是主所</a:t>
            </a:r>
            <a:r>
              <a:rPr lang="zh-TW" altLang="en-US" u="sng" dirty="0"/>
              <a:t>定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tēng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zh-TW" sz="3200" dirty="0"/>
              <a:t>‚</a:t>
            </a:r>
            <a:endParaRPr lang="nl-NL" altLang="zh-TW" sz="3200" dirty="0">
              <a:latin typeface="Arial" pitchFamily="34" charset="0"/>
              <a:cs typeface="Arial" pitchFamily="34" charset="0"/>
            </a:endParaRPr>
          </a:p>
          <a:p>
            <a:r>
              <a:rPr lang="zh-TW" altLang="en-US" dirty="0"/>
              <a:t>兩項攏是花木欠用</a:t>
            </a:r>
            <a:r>
              <a:rPr lang="en-US" altLang="zh-TW" dirty="0"/>
              <a:t>‚</a:t>
            </a:r>
            <a:endParaRPr lang="zh-TW" altLang="en-US" dirty="0"/>
          </a:p>
          <a:p>
            <a:r>
              <a:rPr lang="zh-TW" altLang="en-US" dirty="0"/>
              <a:t>憂悶歡喜攏有利益</a:t>
            </a:r>
            <a:r>
              <a:rPr lang="en-US" altLang="zh-TW" dirty="0"/>
              <a:t>‚</a:t>
            </a:r>
            <a:r>
              <a:rPr lang="zh-TW" altLang="en-US" dirty="0"/>
              <a:t>  </a:t>
            </a:r>
          </a:p>
          <a:p>
            <a:r>
              <a:rPr lang="zh-TW" altLang="en-US" dirty="0"/>
              <a:t>養飼靈魂堅固信德</a:t>
            </a:r>
            <a:r>
              <a:rPr lang="en-US" altLang="zh-TW" dirty="0"/>
              <a:t>‚</a:t>
            </a:r>
            <a:r>
              <a:rPr lang="zh-TW" altLang="en-US" dirty="0"/>
              <a:t> 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312:</a:t>
            </a:r>
            <a:r>
              <a:rPr lang="zh-TW" altLang="en-US" dirty="0"/>
              <a:t>出日落雨是主所定</a:t>
            </a:r>
            <a:r>
              <a:rPr lang="en-US" altLang="zh-TW" dirty="0"/>
              <a:t>(1/3)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賜福降災祢所注</a:t>
            </a:r>
            <a:r>
              <a:rPr lang="zh-TW" altLang="en-US" u="sng" dirty="0"/>
              <a:t>定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tiāⁿ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zh-TW" dirty="0"/>
              <a:t>‚</a:t>
            </a:r>
            <a:endParaRPr lang="zh-TW" altLang="en-US" dirty="0"/>
          </a:p>
          <a:p>
            <a:r>
              <a:rPr lang="zh-TW" altLang="en-US" dirty="0"/>
              <a:t>天父願祢旨意得</a:t>
            </a:r>
            <a:r>
              <a:rPr lang="zh-TW" altLang="en-US" u="sng" dirty="0"/>
              <a:t>成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chiâⁿ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zh-TW" dirty="0">
                <a:latin typeface="DFKai-SB" pitchFamily="65" charset="-120"/>
                <a:ea typeface="DFKai-SB" pitchFamily="65" charset="-120"/>
                <a:cs typeface="Arial" pitchFamily="34" charset="0"/>
              </a:rPr>
              <a:t>.</a:t>
            </a:r>
            <a:endParaRPr lang="zh-TW" altLang="en-US" dirty="0">
              <a:latin typeface="DFKai-SB" pitchFamily="65" charset="-120"/>
              <a:ea typeface="DFKai-SB" pitchFamily="65" charset="-12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312:</a:t>
            </a:r>
            <a:r>
              <a:rPr lang="zh-TW" altLang="en-US" dirty="0"/>
              <a:t>出日落雨是主所定</a:t>
            </a:r>
            <a:r>
              <a:rPr lang="en-US" altLang="zh-TW" dirty="0"/>
              <a:t>(2/3)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 dirty="0"/>
              <a:t>有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iú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孝的子</a:t>
            </a:r>
            <a:r>
              <a:rPr lang="zh-TW" altLang="en-US" u="sng" dirty="0"/>
              <a:t>豈能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kiàm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ōe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變面</a:t>
            </a:r>
            <a:r>
              <a:rPr lang="en-US" altLang="zh-TW" dirty="0"/>
              <a:t>‚</a:t>
            </a:r>
            <a:endParaRPr lang="zh-TW" altLang="en-US" dirty="0"/>
          </a:p>
          <a:p>
            <a:r>
              <a:rPr lang="zh-TW" altLang="en-US" u="sng" dirty="0"/>
              <a:t>怒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siū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氣來嫌所</a:t>
            </a:r>
            <a:r>
              <a:rPr lang="zh-TW" altLang="en-US" u="sng" dirty="0"/>
              <a:t>愛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thiàⁿ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父親</a:t>
            </a:r>
            <a:r>
              <a:rPr lang="en-US" altLang="zh-TW" dirty="0"/>
              <a:t>‚</a:t>
            </a:r>
            <a:r>
              <a:rPr lang="zh-TW" altLang="en-US" dirty="0"/>
              <a:t> </a:t>
            </a:r>
          </a:p>
          <a:p>
            <a:r>
              <a:rPr lang="zh-TW" altLang="en-US" dirty="0"/>
              <a:t>天父</a:t>
            </a:r>
            <a:r>
              <a:rPr lang="zh-TW" altLang="en-US" u="sng" dirty="0"/>
              <a:t>給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hō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͘ )</a:t>
            </a:r>
            <a:r>
              <a:rPr lang="zh-TW" altLang="en-US" dirty="0"/>
              <a:t>我</a:t>
            </a:r>
            <a:r>
              <a:rPr lang="zh-TW" altLang="en-US" u="sng" dirty="0"/>
              <a:t>有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iú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孝的心</a:t>
            </a:r>
            <a:r>
              <a:rPr lang="en-US" altLang="zh-TW" dirty="0"/>
              <a:t>‚</a:t>
            </a:r>
            <a:endParaRPr lang="zh-TW" altLang="en-US" dirty="0"/>
          </a:p>
          <a:p>
            <a:r>
              <a:rPr lang="zh-TW" altLang="en-US" u="sng" dirty="0"/>
              <a:t>愛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thiàⁿ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祢敬祢信祢</a:t>
            </a:r>
            <a:r>
              <a:rPr lang="zh-TW" altLang="en-US" u="sng" dirty="0"/>
              <a:t>愈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ná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深</a:t>
            </a:r>
            <a:r>
              <a:rPr lang="en-US" altLang="zh-TW" dirty="0"/>
              <a:t>,</a:t>
            </a:r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312:</a:t>
            </a:r>
            <a:r>
              <a:rPr lang="zh-TW" altLang="en-US" dirty="0"/>
              <a:t>出日落雨是主所定</a:t>
            </a:r>
            <a:r>
              <a:rPr lang="en-US" altLang="zh-TW" dirty="0"/>
              <a:t>(2/3)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將來</a:t>
            </a:r>
            <a:r>
              <a:rPr lang="zh-TW" altLang="en-US" u="sng" dirty="0"/>
              <a:t>景況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kéng-hóng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</a:p>
          <a:p>
            <a:r>
              <a:rPr lang="zh-TW" altLang="en-US" dirty="0"/>
              <a:t>雖然無</a:t>
            </a:r>
            <a:r>
              <a:rPr lang="zh-TW" altLang="en-US" u="sng" dirty="0"/>
              <a:t>定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tiāⁿ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sz="3200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,</a:t>
            </a:r>
            <a:endParaRPr lang="zh-TW" altLang="en-US" sz="3200" dirty="0"/>
          </a:p>
          <a:p>
            <a:r>
              <a:rPr lang="zh-TW" altLang="en-US" dirty="0"/>
              <a:t>天父願祢旨意得</a:t>
            </a:r>
            <a:r>
              <a:rPr lang="zh-TW" altLang="en-US" u="sng" dirty="0"/>
              <a:t>成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chiâⁿ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en-US" altLang="zh-TW" dirty="0">
                <a:latin typeface="DFKai-SB" pitchFamily="65" charset="-120"/>
                <a:ea typeface="DFKai-SB" pitchFamily="65" charset="-120"/>
                <a:cs typeface="Arial" pitchFamily="34" charset="0"/>
              </a:rPr>
              <a:t>.</a:t>
            </a:r>
            <a:r>
              <a:rPr lang="zh-TW" altLang="en-US" dirty="0">
                <a:latin typeface="DFKai-SB" pitchFamily="65" charset="-120"/>
                <a:ea typeface="DFKai-SB" pitchFamily="65" charset="-120"/>
                <a:cs typeface="Arial" pitchFamily="34" charset="0"/>
              </a:rPr>
              <a:t> </a:t>
            </a:r>
            <a:endParaRPr lang="en-US" altLang="zh-TW" dirty="0">
              <a:latin typeface="DFKai-SB" pitchFamily="65" charset="-120"/>
              <a:ea typeface="DFKai-SB" pitchFamily="65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312:</a:t>
            </a:r>
            <a:r>
              <a:rPr lang="zh-TW" altLang="en-US" dirty="0"/>
              <a:t>出日落雨是主所定</a:t>
            </a:r>
            <a:r>
              <a:rPr lang="en-US" altLang="zh-TW" dirty="0"/>
              <a:t>(3/3)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性命我知是祢所賜</a:t>
            </a:r>
            <a:r>
              <a:rPr lang="en-US" altLang="zh-TW" dirty="0"/>
              <a:t>,</a:t>
            </a:r>
            <a:endParaRPr lang="zh-TW" altLang="en-US" dirty="0"/>
          </a:p>
          <a:p>
            <a:r>
              <a:rPr lang="zh-TW" altLang="en-US" u="sng" dirty="0"/>
              <a:t>不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(put)</a:t>
            </a:r>
            <a:r>
              <a:rPr lang="zh-TW" altLang="en-US" dirty="0"/>
              <a:t>論好</a:t>
            </a:r>
            <a:r>
              <a:rPr lang="zh-TW" altLang="en-US" u="sng" dirty="0"/>
              <a:t>歹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pháiⁿ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無嫌境遇</a:t>
            </a:r>
            <a:r>
              <a:rPr lang="en-US" altLang="zh-TW" dirty="0"/>
              <a:t>,</a:t>
            </a:r>
            <a:endParaRPr lang="zh-TW" altLang="en-US" dirty="0"/>
          </a:p>
          <a:p>
            <a:r>
              <a:rPr lang="zh-TW" altLang="en-US" dirty="0"/>
              <a:t>死的蔭影</a:t>
            </a:r>
            <a:r>
              <a:rPr lang="zh-TW" altLang="en-US" u="sng" dirty="0"/>
              <a:t>遮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jia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我的時</a:t>
            </a:r>
            <a:r>
              <a:rPr lang="en-US" altLang="zh-TW" dirty="0"/>
              <a:t>,</a:t>
            </a:r>
            <a:endParaRPr lang="zh-TW" altLang="en-US" dirty="0"/>
          </a:p>
          <a:p>
            <a:r>
              <a:rPr lang="zh-TW" altLang="en-US" dirty="0"/>
              <a:t>堅固盼望我心無</a:t>
            </a:r>
            <a:r>
              <a:rPr lang="zh-TW" altLang="en-US" u="sng" dirty="0"/>
              <a:t>疑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gî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en-US" altLang="zh-TW" dirty="0"/>
              <a:t>,</a:t>
            </a:r>
            <a:endParaRPr lang="zh-TW" altLang="en-US" dirty="0"/>
          </a:p>
          <a:p>
            <a:endParaRPr lang="en-US" altLang="zh-TW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312:</a:t>
            </a:r>
            <a:r>
              <a:rPr lang="zh-TW" altLang="en-US" dirty="0"/>
              <a:t>出日落雨是主所定</a:t>
            </a:r>
            <a:r>
              <a:rPr lang="en-US" altLang="zh-TW" dirty="0"/>
              <a:t>(3/3)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 dirty="0"/>
              <a:t>或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he̍k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活或死我攏無驚</a:t>
            </a:r>
            <a:r>
              <a:rPr lang="en-US" altLang="zh-TW" dirty="0">
                <a:latin typeface="DFKai-SB" pitchFamily="65" charset="-120"/>
                <a:ea typeface="DFKai-SB" pitchFamily="65" charset="-120"/>
                <a:cs typeface="Arial" pitchFamily="34" charset="0"/>
              </a:rPr>
              <a:t>,</a:t>
            </a:r>
            <a:endParaRPr lang="zh-TW" altLang="en-US" dirty="0">
              <a:latin typeface="DFKai-SB" pitchFamily="65" charset="-120"/>
              <a:ea typeface="DFKai-SB" pitchFamily="65" charset="-120"/>
            </a:endParaRPr>
          </a:p>
          <a:p>
            <a:r>
              <a:rPr lang="zh-TW" altLang="en-US" dirty="0"/>
              <a:t>天父願祢旨意得</a:t>
            </a:r>
            <a:r>
              <a:rPr lang="zh-TW" altLang="en-US" u="sng" dirty="0"/>
              <a:t>成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chiâⁿ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en-US" altLang="zh-TW" dirty="0"/>
              <a:t>.</a:t>
            </a:r>
            <a:endParaRPr lang="zh-TW" altLang="en-US" dirty="0"/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9726</TotalTime>
  <Words>268</Words>
  <Application>Microsoft Macintosh PowerPoint</Application>
  <PresentationFormat>On-screen Show (4:3)</PresentationFormat>
  <Paragraphs>27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標楷體</vt:lpstr>
      <vt:lpstr>標楷體</vt:lpstr>
      <vt:lpstr>新細明體</vt:lpstr>
      <vt:lpstr>Arial</vt:lpstr>
      <vt:lpstr>Default Design</vt:lpstr>
      <vt:lpstr>1_Default Design</vt:lpstr>
      <vt:lpstr>312:出日落雨是主所定(1/3)</vt:lpstr>
      <vt:lpstr>312:出日落雨是主所定(1/3)</vt:lpstr>
      <vt:lpstr>312:出日落雨是主所定(2/3)</vt:lpstr>
      <vt:lpstr>312:出日落雨是主所定(2/3)</vt:lpstr>
      <vt:lpstr>312:出日落雨是主所定(3/3)</vt:lpstr>
      <vt:lpstr>312:出日落雨是主所定(3/3)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434</cp:revision>
  <dcterms:created xsi:type="dcterms:W3CDTF">2007-02-04T16:15:54Z</dcterms:created>
  <dcterms:modified xsi:type="dcterms:W3CDTF">2026-10-03T03:26:35Z</dcterms:modified>
</cp:coreProperties>
</file>