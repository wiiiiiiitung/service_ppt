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93"/>
  </p:notesMasterIdLst>
  <p:sldIdLst>
    <p:sldId id="1838" r:id="rId9"/>
    <p:sldId id="257" r:id="rId10"/>
    <p:sldId id="1807" r:id="rId11"/>
    <p:sldId id="2862" r:id="rId12"/>
    <p:sldId id="1904" r:id="rId13"/>
    <p:sldId id="1903" r:id="rId14"/>
    <p:sldId id="2863" r:id="rId15"/>
    <p:sldId id="2864" r:id="rId16"/>
    <p:sldId id="2865" r:id="rId17"/>
    <p:sldId id="2866" r:id="rId18"/>
    <p:sldId id="2867" r:id="rId19"/>
    <p:sldId id="2868" r:id="rId20"/>
    <p:sldId id="2869" r:id="rId21"/>
    <p:sldId id="2870" r:id="rId22"/>
    <p:sldId id="2871" r:id="rId23"/>
    <p:sldId id="2872" r:id="rId24"/>
    <p:sldId id="2873" r:id="rId25"/>
    <p:sldId id="2874" r:id="rId26"/>
    <p:sldId id="2875" r:id="rId27"/>
    <p:sldId id="2876" r:id="rId28"/>
    <p:sldId id="2877" r:id="rId29"/>
    <p:sldId id="2878" r:id="rId30"/>
    <p:sldId id="2879" r:id="rId31"/>
    <p:sldId id="2880" r:id="rId32"/>
    <p:sldId id="2881" r:id="rId33"/>
    <p:sldId id="2882" r:id="rId34"/>
    <p:sldId id="2883" r:id="rId35"/>
    <p:sldId id="2884" r:id="rId36"/>
    <p:sldId id="2885" r:id="rId37"/>
    <p:sldId id="2886" r:id="rId38"/>
    <p:sldId id="2887" r:id="rId39"/>
    <p:sldId id="2888" r:id="rId40"/>
    <p:sldId id="2889" r:id="rId41"/>
    <p:sldId id="2890" r:id="rId42"/>
    <p:sldId id="2891" r:id="rId43"/>
    <p:sldId id="2892" r:id="rId44"/>
    <p:sldId id="2893" r:id="rId45"/>
    <p:sldId id="2932" r:id="rId46"/>
    <p:sldId id="2894" r:id="rId47"/>
    <p:sldId id="2895" r:id="rId48"/>
    <p:sldId id="2896" r:id="rId49"/>
    <p:sldId id="2897" r:id="rId50"/>
    <p:sldId id="2898" r:id="rId51"/>
    <p:sldId id="2899" r:id="rId52"/>
    <p:sldId id="2900" r:id="rId53"/>
    <p:sldId id="2901" r:id="rId54"/>
    <p:sldId id="2933" r:id="rId55"/>
    <p:sldId id="2934" r:id="rId56"/>
    <p:sldId id="2935" r:id="rId57"/>
    <p:sldId id="2936" r:id="rId58"/>
    <p:sldId id="2902" r:id="rId59"/>
    <p:sldId id="2903" r:id="rId60"/>
    <p:sldId id="2904" r:id="rId61"/>
    <p:sldId id="2905" r:id="rId62"/>
    <p:sldId id="2937" r:id="rId63"/>
    <p:sldId id="2907" r:id="rId64"/>
    <p:sldId id="2908" r:id="rId65"/>
    <p:sldId id="2909" r:id="rId66"/>
    <p:sldId id="2910" r:id="rId67"/>
    <p:sldId id="2911" r:id="rId68"/>
    <p:sldId id="2912" r:id="rId69"/>
    <p:sldId id="2913" r:id="rId70"/>
    <p:sldId id="2914" r:id="rId71"/>
    <p:sldId id="2790" r:id="rId72"/>
    <p:sldId id="2791" r:id="rId73"/>
    <p:sldId id="2792" r:id="rId74"/>
    <p:sldId id="2938" r:id="rId75"/>
    <p:sldId id="2915" r:id="rId76"/>
    <p:sldId id="2916" r:id="rId77"/>
    <p:sldId id="2917" r:id="rId78"/>
    <p:sldId id="2918" r:id="rId79"/>
    <p:sldId id="2919" r:id="rId80"/>
    <p:sldId id="2920" r:id="rId81"/>
    <p:sldId id="2921" r:id="rId82"/>
    <p:sldId id="2922" r:id="rId83"/>
    <p:sldId id="2923" r:id="rId84"/>
    <p:sldId id="2924" r:id="rId85"/>
    <p:sldId id="2925" r:id="rId86"/>
    <p:sldId id="2926" r:id="rId87"/>
    <p:sldId id="2927" r:id="rId88"/>
    <p:sldId id="2928" r:id="rId89"/>
    <p:sldId id="2929" r:id="rId90"/>
    <p:sldId id="2930" r:id="rId91"/>
    <p:sldId id="2931" r:id="rId9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slide" Target="slides/slide76.xml"/><Relationship Id="rId89" Type="http://schemas.openxmlformats.org/officeDocument/2006/relationships/slide" Target="slides/slide81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slide" Target="slides/slide71.xml"/><Relationship Id="rId5" Type="http://schemas.openxmlformats.org/officeDocument/2006/relationships/slideMaster" Target="slideMasters/slideMaster4.xml"/><Relationship Id="rId90" Type="http://schemas.openxmlformats.org/officeDocument/2006/relationships/slide" Target="slides/slide82.xml"/><Relationship Id="rId95" Type="http://schemas.openxmlformats.org/officeDocument/2006/relationships/presProps" Target="presProps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80" Type="http://schemas.openxmlformats.org/officeDocument/2006/relationships/slide" Target="slides/slide72.xml"/><Relationship Id="rId85" Type="http://schemas.openxmlformats.org/officeDocument/2006/relationships/slide" Target="slides/slide77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83" Type="http://schemas.openxmlformats.org/officeDocument/2006/relationships/slide" Target="slides/slide75.xml"/><Relationship Id="rId88" Type="http://schemas.openxmlformats.org/officeDocument/2006/relationships/slide" Target="slides/slide80.xml"/><Relationship Id="rId91" Type="http://schemas.openxmlformats.org/officeDocument/2006/relationships/slide" Target="slides/slide83.xml"/><Relationship Id="rId9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81" Type="http://schemas.openxmlformats.org/officeDocument/2006/relationships/slide" Target="slides/slide73.xml"/><Relationship Id="rId86" Type="http://schemas.openxmlformats.org/officeDocument/2006/relationships/slide" Target="slides/slide78.xml"/><Relationship Id="rId94" Type="http://schemas.openxmlformats.org/officeDocument/2006/relationships/commentAuthors" Target="commentAuthors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97" Type="http://schemas.openxmlformats.org/officeDocument/2006/relationships/theme" Target="theme/theme1.xml"/><Relationship Id="rId7" Type="http://schemas.openxmlformats.org/officeDocument/2006/relationships/slideMaster" Target="slideMasters/slideMaster6.xml"/><Relationship Id="rId71" Type="http://schemas.openxmlformats.org/officeDocument/2006/relationships/slide" Target="slides/slide63.xml"/><Relationship Id="rId92" Type="http://schemas.openxmlformats.org/officeDocument/2006/relationships/slide" Target="slides/slide84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slide" Target="slides/slide79.xml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56" Type="http://schemas.openxmlformats.org/officeDocument/2006/relationships/slide" Target="slides/slide48.xml"/><Relationship Id="rId77" Type="http://schemas.openxmlformats.org/officeDocument/2006/relationships/slide" Target="slides/slide69.xml"/><Relationship Id="rId8" Type="http://schemas.openxmlformats.org/officeDocument/2006/relationships/slideMaster" Target="slideMasters/slideMaster7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93" Type="http://schemas.openxmlformats.org/officeDocument/2006/relationships/notesMaster" Target="notesMasters/notesMaster1.xml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489B5-7AB6-4972-A6FA-F45AC0EA269A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32469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67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CBA8FB-D512-4FBE-A5F5-53FDCBF47521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74195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187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3A37BD-5511-478C-A577-F6662F15CFA8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01133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312:</a:t>
            </a:r>
            <a:r>
              <a:rPr lang="zh-TW" altLang="en-US" dirty="0"/>
              <a:t>出日落雨是主所定</a:t>
            </a:r>
            <a:r>
              <a:rPr lang="en-US" altLang="zh-TW" dirty="0"/>
              <a:t>(1/3)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出日落雨是主所</a:t>
            </a:r>
            <a:r>
              <a:rPr lang="zh-TW" altLang="en-US" u="sng" dirty="0"/>
              <a:t>定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tēng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zh-TW" sz="3200" dirty="0"/>
              <a:t>‚</a:t>
            </a:r>
            <a:endParaRPr lang="nl-NL" altLang="zh-TW" sz="3200" dirty="0">
              <a:latin typeface="Arial" pitchFamily="34" charset="0"/>
              <a:cs typeface="Arial" pitchFamily="34" charset="0"/>
            </a:endParaRPr>
          </a:p>
          <a:p>
            <a:r>
              <a:rPr lang="zh-TW" altLang="en-US" dirty="0"/>
              <a:t>兩項攏是花木欠用</a:t>
            </a:r>
            <a:r>
              <a:rPr lang="en-US" altLang="zh-TW" dirty="0"/>
              <a:t>‚</a:t>
            </a:r>
            <a:endParaRPr lang="zh-TW" altLang="en-US" dirty="0"/>
          </a:p>
          <a:p>
            <a:r>
              <a:rPr lang="zh-TW" altLang="en-US" dirty="0"/>
              <a:t>憂悶歡喜攏有利益</a:t>
            </a:r>
            <a:r>
              <a:rPr lang="en-US" altLang="zh-TW" dirty="0"/>
              <a:t>‚</a:t>
            </a:r>
            <a:r>
              <a:rPr lang="zh-TW" altLang="en-US" dirty="0"/>
              <a:t>  </a:t>
            </a:r>
          </a:p>
          <a:p>
            <a:r>
              <a:rPr lang="zh-TW" altLang="en-US" dirty="0"/>
              <a:t>養飼靈魂堅固信德</a:t>
            </a:r>
            <a:r>
              <a:rPr lang="en-US" altLang="zh-TW" dirty="0"/>
              <a:t>‚</a:t>
            </a:r>
            <a:r>
              <a:rPr lang="zh-TW" altLang="en-US" dirty="0"/>
              <a:t> 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312:</a:t>
            </a:r>
            <a:r>
              <a:rPr lang="zh-TW" altLang="en-US" dirty="0"/>
              <a:t>出日落雨是主所定</a:t>
            </a:r>
            <a:r>
              <a:rPr lang="en-US" altLang="zh-TW" dirty="0"/>
              <a:t>(1/3)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賜福降災祢所注</a:t>
            </a:r>
            <a:r>
              <a:rPr lang="zh-TW" altLang="en-US" u="sng" dirty="0"/>
              <a:t>定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tiāⁿ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zh-TW" dirty="0"/>
              <a:t>‚</a:t>
            </a:r>
            <a:endParaRPr lang="zh-TW" altLang="en-US" dirty="0"/>
          </a:p>
          <a:p>
            <a:r>
              <a:rPr lang="zh-TW" altLang="en-US" dirty="0"/>
              <a:t>天父願祢旨意得</a:t>
            </a:r>
            <a:r>
              <a:rPr lang="zh-TW" altLang="en-US" u="sng" dirty="0"/>
              <a:t>成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chiâⁿ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zh-TW" dirty="0">
                <a:latin typeface="DFKai-SB" pitchFamily="65" charset="-120"/>
                <a:ea typeface="DFKai-SB" pitchFamily="65" charset="-120"/>
                <a:cs typeface="Arial" pitchFamily="34" charset="0"/>
              </a:rPr>
              <a:t>.</a:t>
            </a:r>
            <a:endParaRPr lang="zh-TW" altLang="en-US" dirty="0">
              <a:latin typeface="DFKai-SB" pitchFamily="65" charset="-120"/>
              <a:ea typeface="DFKai-SB" pitchFamily="65" charset="-12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312:</a:t>
            </a:r>
            <a:r>
              <a:rPr lang="zh-TW" altLang="en-US" dirty="0"/>
              <a:t>出日落雨是主所定</a:t>
            </a:r>
            <a:r>
              <a:rPr lang="en-US" altLang="zh-TW" dirty="0"/>
              <a:t>(2/3)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 dirty="0"/>
              <a:t>有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iú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孝的子</a:t>
            </a:r>
            <a:r>
              <a:rPr lang="zh-TW" altLang="en-US" u="sng" dirty="0"/>
              <a:t>豈能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kiàm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ōe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變面</a:t>
            </a:r>
            <a:r>
              <a:rPr lang="en-US" altLang="zh-TW" dirty="0"/>
              <a:t>‚</a:t>
            </a:r>
            <a:endParaRPr lang="zh-TW" altLang="en-US" dirty="0"/>
          </a:p>
          <a:p>
            <a:r>
              <a:rPr lang="zh-TW" altLang="en-US" u="sng" dirty="0"/>
              <a:t>怒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siū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氣來嫌所</a:t>
            </a:r>
            <a:r>
              <a:rPr lang="zh-TW" altLang="en-US" u="sng" dirty="0"/>
              <a:t>愛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thiàⁿ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父親</a:t>
            </a:r>
            <a:r>
              <a:rPr lang="en-US" altLang="zh-TW" dirty="0"/>
              <a:t>‚</a:t>
            </a:r>
            <a:r>
              <a:rPr lang="zh-TW" altLang="en-US" dirty="0"/>
              <a:t> </a:t>
            </a:r>
          </a:p>
          <a:p>
            <a:r>
              <a:rPr lang="zh-TW" altLang="en-US" dirty="0"/>
              <a:t>天父</a:t>
            </a:r>
            <a:r>
              <a:rPr lang="zh-TW" altLang="en-US" u="sng" dirty="0"/>
              <a:t>給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hō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͘ )</a:t>
            </a:r>
            <a:r>
              <a:rPr lang="zh-TW" altLang="en-US" dirty="0"/>
              <a:t>我</a:t>
            </a:r>
            <a:r>
              <a:rPr lang="zh-TW" altLang="en-US" u="sng" dirty="0"/>
              <a:t>有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iú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孝的心</a:t>
            </a:r>
            <a:r>
              <a:rPr lang="en-US" altLang="zh-TW" dirty="0"/>
              <a:t>‚</a:t>
            </a:r>
            <a:endParaRPr lang="zh-TW" altLang="en-US" dirty="0"/>
          </a:p>
          <a:p>
            <a:r>
              <a:rPr lang="zh-TW" altLang="en-US" u="sng" dirty="0"/>
              <a:t>愛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thiàⁿ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祢敬祢信祢</a:t>
            </a:r>
            <a:r>
              <a:rPr lang="zh-TW" altLang="en-US" u="sng" dirty="0"/>
              <a:t>愈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ná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深</a:t>
            </a:r>
            <a:r>
              <a:rPr lang="en-US" altLang="zh-TW" dirty="0"/>
              <a:t>,</a:t>
            </a:r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312:</a:t>
            </a:r>
            <a:r>
              <a:rPr lang="zh-TW" altLang="en-US" dirty="0"/>
              <a:t>出日落雨是主所定</a:t>
            </a:r>
            <a:r>
              <a:rPr lang="en-US" altLang="zh-TW" dirty="0"/>
              <a:t>(2/3)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將來</a:t>
            </a:r>
            <a:r>
              <a:rPr lang="zh-TW" altLang="en-US" u="sng" dirty="0"/>
              <a:t>景況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kéng-hóng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</a:p>
          <a:p>
            <a:r>
              <a:rPr lang="zh-TW" altLang="en-US" dirty="0"/>
              <a:t>雖然無</a:t>
            </a:r>
            <a:r>
              <a:rPr lang="zh-TW" altLang="en-US" u="sng" dirty="0"/>
              <a:t>定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tiāⁿ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,</a:t>
            </a:r>
            <a:endParaRPr lang="zh-TW" altLang="en-US" sz="3200" dirty="0"/>
          </a:p>
          <a:p>
            <a:r>
              <a:rPr lang="zh-TW" altLang="en-US" dirty="0"/>
              <a:t>天父願祢旨意得</a:t>
            </a:r>
            <a:r>
              <a:rPr lang="zh-TW" altLang="en-US" u="sng" dirty="0"/>
              <a:t>成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chiâⁿ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en-US" altLang="zh-TW" dirty="0">
                <a:latin typeface="DFKai-SB" pitchFamily="65" charset="-120"/>
                <a:ea typeface="DFKai-SB" pitchFamily="65" charset="-120"/>
                <a:cs typeface="Arial" pitchFamily="34" charset="0"/>
              </a:rPr>
              <a:t>.</a:t>
            </a:r>
            <a:r>
              <a:rPr lang="zh-TW" altLang="en-US" dirty="0">
                <a:latin typeface="DFKai-SB" pitchFamily="65" charset="-120"/>
                <a:ea typeface="DFKai-SB" pitchFamily="65" charset="-120"/>
                <a:cs typeface="Arial" pitchFamily="34" charset="0"/>
              </a:rPr>
              <a:t> </a:t>
            </a:r>
            <a:endParaRPr lang="en-US" altLang="zh-TW" dirty="0">
              <a:latin typeface="DFKai-SB" pitchFamily="65" charset="-120"/>
              <a:ea typeface="DFKai-SB" pitchFamily="65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312:</a:t>
            </a:r>
            <a:r>
              <a:rPr lang="zh-TW" altLang="en-US" dirty="0"/>
              <a:t>出日落雨是主所定</a:t>
            </a:r>
            <a:r>
              <a:rPr lang="en-US" altLang="zh-TW" dirty="0"/>
              <a:t>(3/3)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性命我知是祢所賜</a:t>
            </a:r>
            <a:r>
              <a:rPr lang="en-US" altLang="zh-TW" dirty="0"/>
              <a:t>,</a:t>
            </a:r>
            <a:endParaRPr lang="zh-TW" altLang="en-US" dirty="0"/>
          </a:p>
          <a:p>
            <a:r>
              <a:rPr lang="zh-TW" altLang="en-US" u="sng" dirty="0"/>
              <a:t>不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(put)</a:t>
            </a:r>
            <a:r>
              <a:rPr lang="zh-TW" altLang="en-US" dirty="0"/>
              <a:t>論好</a:t>
            </a:r>
            <a:r>
              <a:rPr lang="zh-TW" altLang="en-US" u="sng" dirty="0"/>
              <a:t>歹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pháiⁿ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無嫌境遇</a:t>
            </a:r>
            <a:r>
              <a:rPr lang="en-US" altLang="zh-TW" dirty="0"/>
              <a:t>,</a:t>
            </a:r>
            <a:endParaRPr lang="zh-TW" altLang="en-US" dirty="0"/>
          </a:p>
          <a:p>
            <a:r>
              <a:rPr lang="zh-TW" altLang="en-US" dirty="0"/>
              <a:t>死的蔭影</a:t>
            </a:r>
            <a:r>
              <a:rPr lang="zh-TW" altLang="en-US" u="sng" dirty="0"/>
              <a:t>遮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jia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我的時</a:t>
            </a:r>
            <a:r>
              <a:rPr lang="en-US" altLang="zh-TW" dirty="0"/>
              <a:t>,</a:t>
            </a:r>
            <a:endParaRPr lang="zh-TW" altLang="en-US" dirty="0"/>
          </a:p>
          <a:p>
            <a:r>
              <a:rPr lang="zh-TW" altLang="en-US" dirty="0"/>
              <a:t>堅固盼望我心無</a:t>
            </a:r>
            <a:r>
              <a:rPr lang="zh-TW" altLang="en-US" u="sng" dirty="0"/>
              <a:t>疑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gî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en-US" altLang="zh-TW" dirty="0"/>
              <a:t>,</a:t>
            </a:r>
            <a:endParaRPr lang="zh-TW" altLang="en-US" dirty="0"/>
          </a:p>
          <a:p>
            <a:endParaRPr lang="en-US" altLang="zh-TW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312:</a:t>
            </a:r>
            <a:r>
              <a:rPr lang="zh-TW" altLang="en-US" dirty="0"/>
              <a:t>出日落雨是主所定</a:t>
            </a:r>
            <a:r>
              <a:rPr lang="en-US" altLang="zh-TW" dirty="0"/>
              <a:t>(3/3)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 dirty="0"/>
              <a:t>或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he̍k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活或死我攏無驚</a:t>
            </a:r>
            <a:r>
              <a:rPr lang="en-US" altLang="zh-TW" dirty="0">
                <a:latin typeface="DFKai-SB" pitchFamily="65" charset="-120"/>
                <a:ea typeface="DFKai-SB" pitchFamily="65" charset="-120"/>
                <a:cs typeface="Arial" pitchFamily="34" charset="0"/>
              </a:rPr>
              <a:t>,</a:t>
            </a:r>
            <a:endParaRPr lang="zh-TW" altLang="en-US" dirty="0">
              <a:latin typeface="DFKai-SB" pitchFamily="65" charset="-120"/>
              <a:ea typeface="DFKai-SB" pitchFamily="65" charset="-120"/>
            </a:endParaRPr>
          </a:p>
          <a:p>
            <a:r>
              <a:rPr lang="zh-TW" altLang="en-US" dirty="0"/>
              <a:t>天父願祢旨意得</a:t>
            </a:r>
            <a:r>
              <a:rPr lang="zh-TW" altLang="en-US" u="sng" dirty="0"/>
              <a:t>成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chiâⁿ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en-US" altLang="zh-TW" dirty="0"/>
              <a:t>.</a:t>
            </a:r>
            <a:endParaRPr lang="zh-TW" altLang="en-US" dirty="0"/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03D7C47-FC45-5571-E47D-8509DF70E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15: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65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199063C-1A93-B4D8-600F-F9F768182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在錫安有人讚美在等候祢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endParaRPr lang="zh-TW" altLang="en-US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ia̍h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要對祢謝所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的願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8FB9E67-2FB2-4A42-5706-A8797110950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15:</a:t>
            </a:r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65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EA9A719-7B50-6CE9-B455-326D95632A9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-76200" y="1066800"/>
            <a:ext cx="12192000" cy="4525963"/>
          </a:xfrm>
        </p:spPr>
        <p:txBody>
          <a:bodyPr/>
          <a:lstStyle/>
          <a:p>
            <a:pPr algn="l">
              <a:buFont typeface="Arial" panose="020B0604020202020204" pitchFamily="34" charset="0"/>
              <a:buNone/>
            </a:pPr>
            <a:r>
              <a:rPr lang="en-US" altLang="zh-TW" sz="5400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sz="5400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聽人祈禱的主啊</a:t>
            </a:r>
            <a:r>
              <a:rPr lang="en-US" altLang="zh-TW" sz="5400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 b="1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en-US" altLang="zh-TW" sz="5400" b="1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sz="5400" b="1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凡</a:t>
            </a:r>
            <a:r>
              <a:rPr lang="en-US" altLang="zh-TW" sz="3200" b="1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b="1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kì</a:t>
            </a:r>
            <a:r>
              <a:rPr lang="en-US" altLang="zh-TW" sz="3200" b="1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ⁿ)</a:t>
            </a:r>
            <a:r>
              <a:rPr lang="zh-TW" altLang="en-US" sz="5400" b="1" dirty="0">
                <a:latin typeface="標楷體" panose="03000509000000000000" pitchFamily="49" charset="-120"/>
                <a:ea typeface="標楷體" panose="03000509000000000000" pitchFamily="49" charset="-120"/>
              </a:rPr>
              <a:t>有血氣</a:t>
            </a:r>
            <a:r>
              <a:rPr lang="zh-TW" altLang="en-US" sz="5400" b="1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者</a:t>
            </a:r>
            <a:r>
              <a:rPr lang="en-US" altLang="zh-TW" sz="3200" b="1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b="1" dirty="0" err="1">
                <a:latin typeface="Arial" panose="020B0604020202020204" pitchFamily="34" charset="0"/>
                <a:ea typeface="標楷體" panose="03000509000000000000" pitchFamily="49" charset="-120"/>
              </a:rPr>
              <a:t>ê</a:t>
            </a:r>
            <a:r>
              <a:rPr lang="en-US" altLang="zh-TW" sz="3200" b="1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sz="5400" b="1" dirty="0">
                <a:latin typeface="標楷體" panose="03000509000000000000" pitchFamily="49" charset="-120"/>
                <a:ea typeface="標楷體" panose="03000509000000000000" pitchFamily="49" charset="-120"/>
              </a:rPr>
              <a:t>攏要就近祢</a:t>
            </a:r>
            <a:r>
              <a:rPr lang="en-US" altLang="zh-TW" sz="5400" b="1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 sz="5400" b="1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buFont typeface="Arial" panose="020B0604020202020204" pitchFamily="34" charset="0"/>
              <a:buNone/>
            </a:pPr>
            <a:endParaRPr lang="zh-TW" altLang="en-US" sz="5400" b="1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buFont typeface="Arial" panose="020B0604020202020204" pitchFamily="34" charset="0"/>
              <a:buNone/>
            </a:pPr>
            <a:endParaRPr lang="en-US" altLang="zh-TW" sz="5400" b="1" dirty="0">
              <a:solidFill>
                <a:schemeClr val="bg1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1972905-BC1C-2C72-1C99-97ED91140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15: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65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F39F84A-89D3-7074-AD45-5134103D6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23651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罪惡較贏我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論到阮的過失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祢攏要赦免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zh-TW" altLang="en-US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A9F0F1B-7019-2659-2836-5C3E7F7D5C9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15:</a:t>
            </a:r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65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645BE9F-6A6A-A639-F681-07B39372900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066800"/>
            <a:ext cx="12192000" cy="4525963"/>
          </a:xfrm>
        </p:spPr>
        <p:txBody>
          <a:bodyPr/>
          <a:lstStyle/>
          <a:p>
            <a:pPr algn="l">
              <a:buFont typeface="Arial" panose="020B0604020202020204" pitchFamily="34" charset="0"/>
              <a:buNone/>
            </a:pPr>
            <a:r>
              <a:rPr lang="en-US" altLang="zh-TW" sz="5400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sz="5400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祢所</a:t>
            </a:r>
            <a:r>
              <a:rPr lang="zh-TW" altLang="en-US" sz="5400" b="1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揀</a:t>
            </a:r>
            <a:r>
              <a:rPr lang="en-US" altLang="zh-TW" sz="3200" b="1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b="1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kéng</a:t>
            </a:r>
            <a:r>
              <a:rPr lang="en-US" altLang="zh-TW" sz="3200" b="1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sz="5400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選</a:t>
            </a:r>
            <a:r>
              <a:rPr lang="en-US" altLang="zh-TW" sz="5400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sz="5400" b="1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 b="1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b="1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hō</a:t>
            </a:r>
            <a:r>
              <a:rPr lang="en-US" altLang="zh-TW" sz="3200" b="1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͘ )</a:t>
            </a:r>
            <a:r>
              <a:rPr lang="zh-TW" altLang="en-US" sz="5400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他親近祢</a:t>
            </a:r>
            <a:r>
              <a:rPr lang="en-US" altLang="zh-TW" sz="5400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br>
              <a:rPr lang="en-US" altLang="zh-TW" sz="5400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sz="5400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sz="5400" b="1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站在</a:t>
            </a:r>
            <a:r>
              <a:rPr lang="en-US" altLang="zh-TW" sz="3200" b="1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b="1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tiàm-tī</a:t>
            </a:r>
            <a:r>
              <a:rPr lang="en-US" altLang="zh-TW" sz="3200" b="1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sz="5400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祢的院內</a:t>
            </a:r>
            <a:r>
              <a:rPr lang="zh-TW" altLang="en-US" sz="5400" b="1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者</a:t>
            </a:r>
            <a:r>
              <a:rPr lang="en-US" altLang="zh-TW" sz="3200" b="1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b="1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ê</a:t>
            </a:r>
            <a:r>
              <a:rPr lang="en-US" altLang="zh-TW" sz="3200" b="1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),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US" altLang="zh-TW" sz="5400" b="1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sz="5400" b="1" dirty="0">
                <a:latin typeface="標楷體" panose="03000509000000000000" pitchFamily="49" charset="-120"/>
                <a:ea typeface="標楷體" panose="03000509000000000000" pitchFamily="49" charset="-120"/>
              </a:rPr>
              <a:t>此號人有福氣</a:t>
            </a:r>
            <a:r>
              <a:rPr lang="en-US" altLang="zh-TW" sz="5400" b="1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endParaRPr lang="zh-TW" altLang="en-US" sz="5400" b="1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buFont typeface="Arial" panose="020B0604020202020204" pitchFamily="34" charset="0"/>
              <a:buNone/>
            </a:pPr>
            <a:endParaRPr lang="en-US" altLang="zh-TW" sz="5400" b="1" dirty="0">
              <a:solidFill>
                <a:schemeClr val="bg1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1A41454-7C08-602E-AF07-14E4FF161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15: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65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9FAF145-8B2A-BE8C-10EE-C77F7A6CA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阮要因為祢的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厝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chhù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祢的聖殿的福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氣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來心滿意足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81F5A20-567A-ACF9-2B54-DA3AD4EB1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15: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65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22AE00F0-B990-AF98-B699-727A186B6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8566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日出日落的所在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祢使伊攏歡喜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endParaRPr lang="zh-TW" altLang="en-US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眷顧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koàn-kò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͘ 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土地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落雨灌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沃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ak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它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͘ 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它真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肥</a:t>
            </a:r>
            <a:r>
              <a:rPr lang="en-US" altLang="zh-TW" sz="3200" u="sng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puî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endParaRPr lang="en-US" altLang="zh-TW" b="0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33C9A85-E1BC-DC3D-1006-9800CFED9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15: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65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5DB6E48-9513-EB59-366B-930DAF1DE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上帝的河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它的水滿滿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如此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án-ni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備辦土地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就是替人備辦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五榖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gō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͘ 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kak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en-US" altLang="zh-TW" sz="3200" dirty="0">
              <a:latin typeface="Arial" panose="020B0604020202020204" pitchFamily="34" charset="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2754EC1-2157-DC6B-7510-A161F0A8F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15: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65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018FE35-8F87-67E1-4E82-35290AD43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6200" y="1066800"/>
            <a:ext cx="12192000" cy="4525963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祢灌沃田園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滿它的溝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修平它的稜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     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落好的雨水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hō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͘ 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土地軟軟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其中所發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生的得着祢賜福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CN" altLang="en-US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5FBF543-0779-B147-A955-144597933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15: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65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C1D7D544-36CE-B312-BA80-411D436F8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52400" y="1066800"/>
            <a:ext cx="12192000" cy="5410200"/>
          </a:xfrm>
        </p:spPr>
        <p:txBody>
          <a:bodyPr/>
          <a:lstStyle/>
          <a:p>
            <a:pPr algn="l"/>
            <a:r>
              <a:rPr lang="en-US" altLang="zh-CN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CN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祢用祢的恩典做年冬的冕旒</a:t>
            </a:r>
            <a:endParaRPr lang="zh-TW" altLang="en-US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祢的路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徑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(kèng)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攏有油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滴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曠野的草埔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山頭用歡喜做帶來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縖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(hâ)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en-US" altLang="zh-TW" sz="3200">
              <a:latin typeface="Arial" panose="020B0604020202020204" pitchFamily="34" charset="0"/>
              <a:ea typeface="標楷體" panose="03000509000000000000" pitchFamily="49" charset="-120"/>
            </a:endParaRPr>
          </a:p>
          <a:p>
            <a:pPr algn="l"/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1F34B44-CACA-D0B0-BD18-8E8C75C2A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15: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65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B99114E7-CEE3-8E42-4DAA-297EAB010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57549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草埔用羊群做衫來穿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山谷用五榖做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幔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(moa)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來蓋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in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攏歡喜出聲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來吟詩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77538" y="2786743"/>
            <a:ext cx="710963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66FFFF"/>
                </a:solidFill>
                <a:latin typeface="標楷體"/>
              </a:rPr>
              <a:t>獻詩: 為祢來活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為祢來活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親愛主我佇遮，</a:t>
            </a:r>
          </a:p>
          <a:p>
            <a:r>
              <a:t>懇求你來差遣我。</a:t>
            </a:r>
          </a:p>
          <a:p>
            <a:r>
              <a:t>我願意獻上我家己，遵趁祢旨意。</a:t>
            </a:r>
          </a:p>
          <a:p>
            <a:r>
              <a:t>我有限的生命</a:t>
            </a:r>
          </a:p>
          <a:p>
            <a:r>
              <a:t>求主祢來光照我，</a:t>
            </a:r>
          </a:p>
          <a:p>
            <a:r>
              <a:t>鑒察我心思意念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為祢來活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互祢引導</a:t>
            </a:r>
            <a:r>
              <a:rPr dirty="0"/>
              <a:t>。</a:t>
            </a:r>
            <a:br>
              <a:rPr lang="en-US" dirty="0"/>
            </a:br>
            <a:r>
              <a:rPr dirty="0" err="1"/>
              <a:t>為祢來活求聖神充滿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為祢來活榮耀主聖名</a:t>
            </a:r>
            <a:r>
              <a:rPr dirty="0"/>
              <a:t>。</a:t>
            </a:r>
            <a:br>
              <a:rPr lang="en-US" dirty="0"/>
            </a:br>
            <a:r>
              <a:rPr dirty="0" err="1"/>
              <a:t>我的心神逐時刻擒住祢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佮祢同行贏過萬物</a:t>
            </a:r>
            <a:r>
              <a:rPr dirty="0"/>
              <a:t>。</a:t>
            </a:r>
            <a:br>
              <a:rPr lang="en-US" dirty="0"/>
            </a:br>
            <a:r>
              <a:rPr dirty="0" err="1"/>
              <a:t>為祢來活互聖神充滿，Ooo</a:t>
            </a:r>
            <a:r>
              <a:rPr dirty="0"/>
              <a:t>- </a:t>
            </a:r>
            <a:r>
              <a:rPr dirty="0" err="1"/>
              <a:t>主聖名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全能的主懇求祢牽我手</a:t>
            </a:r>
            <a:r>
              <a:rPr dirty="0"/>
              <a:t>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為祢來活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永永遠遠為祢來活。</a:t>
            </a:r>
          </a:p>
          <a:p>
            <a:r>
              <a:t>親愛主懇求祢，</a:t>
            </a:r>
          </a:p>
          <a:p>
            <a:r>
              <a:t>堅固我軟弱的心，</a:t>
            </a:r>
          </a:p>
          <a:p>
            <a:r>
              <a:t>惦佇祢豐盛恩典直到彼日。</a:t>
            </a:r>
          </a:p>
          <a:p>
            <a:r>
              <a:t>為祢來活，</a:t>
            </a:r>
          </a:p>
          <a:p>
            <a:r>
              <a:t>求聖神充滿，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為祢來活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為祢來活榮耀主聖名</a:t>
            </a:r>
            <a:r>
              <a:rPr dirty="0"/>
              <a:t>。</a:t>
            </a:r>
            <a:br>
              <a:rPr lang="en-US" dirty="0"/>
            </a:br>
            <a:r>
              <a:rPr dirty="0" err="1"/>
              <a:t>我的心神逐時刻擒住祢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佮祢同行贏過萬物</a:t>
            </a:r>
            <a:r>
              <a:rPr dirty="0"/>
              <a:t>。</a:t>
            </a:r>
            <a:br>
              <a:rPr lang="en-US" dirty="0"/>
            </a:br>
            <a:r>
              <a:rPr dirty="0" err="1"/>
              <a:t>為祢來活互聖神充滿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為祢來活榮耀主聖名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全能的主懇求祢牽我手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永遠為主來活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39DA6-54F8-3A3F-3093-B319779EF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0D534-D8E1-C738-CED4-6837B5230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為祢來活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B9902-0366-266F-16E3-2AC38A1FE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跟隨主鬥陣行過死蔭山谷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試煉我攏無驚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主賞賜恩典互我夠額有夠額</a:t>
            </a:r>
            <a:r>
              <a:rPr dirty="0"/>
              <a:t>。</a:t>
            </a:r>
          </a:p>
          <a:p>
            <a:r>
              <a:rPr dirty="0" err="1"/>
              <a:t>為祢來活，求聖神充滿</a:t>
            </a:r>
            <a:r>
              <a:rPr dirty="0"/>
              <a:t>，</a:t>
            </a:r>
          </a:p>
          <a:p>
            <a:r>
              <a:rPr dirty="0" err="1"/>
              <a:t>為祢來活榮耀主聖名</a:t>
            </a:r>
            <a:r>
              <a:rPr dirty="0"/>
              <a:t>。</a:t>
            </a:r>
            <a:br>
              <a:rPr lang="en-US" dirty="0"/>
            </a:br>
            <a:r>
              <a:rPr lang="zh-TW" altLang="en-US" dirty="0"/>
              <a:t>我的心神逐時刻擒住祢，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496517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為祢來活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佮祢同行贏過萬物</a:t>
            </a:r>
            <a:r>
              <a:rPr dirty="0"/>
              <a:t>。</a:t>
            </a:r>
            <a:br>
              <a:rPr lang="en-US" dirty="0"/>
            </a:br>
            <a:r>
              <a:rPr dirty="0" err="1"/>
              <a:t>為祢來活互聖神充滿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為祢來活榮耀主聖名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全能的主懇求祢牽我手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永永遠遠為祢來活</a:t>
            </a:r>
            <a:r>
              <a:rPr dirty="0"/>
              <a:t>。</a:t>
            </a:r>
            <a:br>
              <a:rPr lang="en-US" dirty="0"/>
            </a:br>
            <a:r>
              <a:rPr dirty="0" err="1"/>
              <a:t>全能的主牽祢聖手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永永遠遠為祢來活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4746" y="2086708"/>
            <a:ext cx="120372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dirty="0" err="1">
                <a:solidFill>
                  <a:srgbClr val="66FFFF"/>
                </a:solidFill>
                <a:latin typeface="DFKai-SB"/>
              </a:rPr>
              <a:t>經文</a:t>
            </a:r>
            <a:endParaRPr sz="6600" b="1" dirty="0">
              <a:solidFill>
                <a:srgbClr val="66FFFF"/>
              </a:solidFill>
              <a:latin typeface="DFKai-SB"/>
            </a:endParaRPr>
          </a:p>
          <a:p>
            <a:pPr algn="ctr"/>
            <a:r>
              <a:rPr sz="7200" b="1" dirty="0" err="1">
                <a:latin typeface="DFKai-SB"/>
              </a:rPr>
              <a:t>箴言</a:t>
            </a:r>
            <a:r>
              <a:rPr sz="7200" b="1" dirty="0">
                <a:latin typeface="DFKai-SB"/>
              </a:rPr>
              <a:t> 3:1~12</a:t>
            </a:r>
          </a:p>
          <a:p>
            <a:pPr algn="ctr"/>
            <a:r>
              <a:rPr sz="5400" b="1" dirty="0">
                <a:latin typeface="標楷體"/>
              </a:rPr>
              <a:t>(舊約第</a:t>
            </a:r>
            <a:r>
              <a:rPr lang="en-US" altLang="zh-TW" sz="5400" b="1" dirty="0">
                <a:solidFill>
                  <a:srgbClr val="FFFF00"/>
                </a:solidFill>
                <a:latin typeface="標楷體"/>
              </a:rPr>
              <a:t>770</a:t>
            </a:r>
            <a:r>
              <a:rPr sz="5400" b="1" dirty="0">
                <a:latin typeface="標楷體"/>
              </a:rPr>
              <a:t>頁)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93024" y="0"/>
            <a:ext cx="300595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箴言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3:1~12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latin typeface="DFKai-SB"/>
              </a:rPr>
              <a:t>1.我兒，不要忘記我的法則〔或作：指
  教〕；你心要謹守我的誡命；</a:t>
            </a:r>
          </a:p>
          <a:p>
            <a:r>
              <a:rPr sz="5400" b="1">
                <a:latin typeface="DFKai-SB"/>
              </a:rPr>
              <a:t>2.因為他必將長久的日子，生命的年數
  與平安，加給你。</a:t>
            </a:r>
          </a:p>
          <a:p>
            <a:r>
              <a:rPr sz="5400" b="1">
                <a:latin typeface="DFKai-SB"/>
              </a:rPr>
              <a:t>3.不可使慈愛、誠實離開你，要繫在你
  頸項上，刻在你心版上。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93024" y="0"/>
            <a:ext cx="300595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箴言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3:1~12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latin typeface="DFKai-SB"/>
              </a:rPr>
              <a:t>4.這樣，你必在神和世人眼前蒙恩寵，
  有聰明。</a:t>
            </a:r>
          </a:p>
          <a:p>
            <a:r>
              <a:rPr sz="5400" b="1">
                <a:latin typeface="DFKai-SB"/>
              </a:rPr>
              <a:t>5.你要專心仰賴耶和華，不可倚靠自己
  的聰明，</a:t>
            </a:r>
          </a:p>
          <a:p>
            <a:r>
              <a:rPr sz="5400" b="1">
                <a:latin typeface="DFKai-SB"/>
              </a:rPr>
              <a:t>6.在你一切所行的事上都要認定他，他
  必指引你的路。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93024" y="0"/>
            <a:ext cx="300595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箴言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3:1~12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latin typeface="DFKai-SB"/>
              </a:rPr>
              <a:t>7.不要自以為有智慧；要敬畏耶和華，
  遠離惡事。</a:t>
            </a:r>
          </a:p>
          <a:p>
            <a:r>
              <a:rPr sz="5400" b="1">
                <a:latin typeface="DFKai-SB"/>
              </a:rPr>
              <a:t>8.這便醫治你的肚臍，滋潤你的百骨。</a:t>
            </a:r>
          </a:p>
          <a:p>
            <a:r>
              <a:rPr sz="5400" b="1">
                <a:latin typeface="DFKai-SB"/>
              </a:rPr>
              <a:t>9.你要以財物和一切初熟的土產尊榮耶
  和華。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93024" y="0"/>
            <a:ext cx="300595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箴言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3:1~12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10.這樣，你的倉房必充滿有餘；你的
   </a:t>
            </a:r>
            <a:r>
              <a:rPr sz="5400" b="1" dirty="0" err="1">
                <a:latin typeface="DFKai-SB"/>
              </a:rPr>
              <a:t>酒醡有新酒盈溢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11.我兒，你不可輕看耶和華的管教〔
   </a:t>
            </a:r>
            <a:r>
              <a:rPr sz="5400" b="1" dirty="0" err="1">
                <a:latin typeface="DFKai-SB"/>
              </a:rPr>
              <a:t>或作：懲治</a:t>
            </a:r>
            <a:r>
              <a:rPr sz="5400" b="1" dirty="0">
                <a:latin typeface="DFKai-SB"/>
              </a:rPr>
              <a:t>〕，</a:t>
            </a:r>
            <a:r>
              <a:rPr sz="5400" b="1" dirty="0" err="1">
                <a:latin typeface="DFKai-SB"/>
              </a:rPr>
              <a:t>也不可厭煩他的責</a:t>
            </a:r>
            <a:br>
              <a:rPr lang="en-US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備</a:t>
            </a:r>
            <a:r>
              <a:rPr sz="5400" b="1" dirty="0">
                <a:latin typeface="DFKai-SB"/>
              </a:rPr>
              <a:t>；</a:t>
            </a:r>
          </a:p>
          <a:p>
            <a:r>
              <a:rPr sz="5400" b="1" dirty="0">
                <a:latin typeface="DFKai-SB"/>
              </a:rPr>
              <a:t>12.因為耶和華所愛的，他必責備，正
   </a:t>
            </a:r>
            <a:r>
              <a:rPr sz="5400" b="1" dirty="0" err="1">
                <a:latin typeface="DFKai-SB"/>
              </a:rPr>
              <a:t>如父親責備所喜愛的兒子</a:t>
            </a:r>
            <a:r>
              <a:rPr sz="5400" b="1" dirty="0">
                <a:latin typeface="DFKai-SB"/>
              </a:rPr>
              <a:t>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標楷體"/>
              </a:rP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8000" dirty="0"/>
          </a:p>
          <a:p>
            <a:r>
              <a:rPr sz="8000" dirty="0" err="1"/>
              <a:t>從神得著生命和智慧</a:t>
            </a:r>
            <a:r>
              <a:rPr sz="5000" b="1" dirty="0">
                <a:latin typeface="DFKai-SB"/>
              </a:rPr>
              <a:t>                                </a:t>
            </a:r>
            <a:r>
              <a:rPr sz="4400" b="1" dirty="0" err="1">
                <a:latin typeface="標楷體"/>
              </a:rPr>
              <a:t>林恆生牧師</a:t>
            </a:r>
            <a:endParaRPr sz="4400" b="1" dirty="0">
              <a:latin typeface="標楷體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lang="zh-TW" altLang="en-US" dirty="0"/>
              <a:t>箴言 </a:t>
            </a:r>
            <a:r>
              <a:rPr lang="en-US" altLang="zh-TW" dirty="0"/>
              <a:t>3:1-12 </a:t>
            </a:r>
            <a:r>
              <a:rPr lang="zh-TW" altLang="en-US" dirty="0"/>
              <a:t>告訴我們</a:t>
            </a:r>
            <a:r>
              <a:rPr lang="en-US" altLang="zh-TW" dirty="0"/>
              <a:t>:</a:t>
            </a:r>
            <a:br>
              <a:rPr lang="en-US" altLang="zh-TW" dirty="0"/>
            </a:br>
            <a:r>
              <a:rPr lang="zh-TW" altLang="en-US" dirty="0"/>
              <a:t>如果我們希望有智慧做出正確的決定</a:t>
            </a:r>
            <a:r>
              <a:rPr lang="en-US" altLang="zh-TW" dirty="0"/>
              <a:t>,</a:t>
            </a:r>
            <a:r>
              <a:rPr lang="zh-TW" altLang="en-US" dirty="0"/>
              <a:t>好活出一個蒙福的人生</a:t>
            </a:r>
            <a:r>
              <a:rPr lang="en-US" altLang="zh-TW" dirty="0"/>
              <a:t>,</a:t>
            </a:r>
            <a:r>
              <a:rPr lang="zh-TW" altLang="en-US" dirty="0"/>
              <a:t>關鍵不是學會更多做決定的方法</a:t>
            </a:r>
            <a:r>
              <a:rPr lang="en-US" altLang="zh-TW" dirty="0"/>
              <a:t>,</a:t>
            </a:r>
            <a:r>
              <a:rPr lang="zh-TW" altLang="en-US" dirty="0"/>
              <a:t>而是要優先看重我們與神的關係</a:t>
            </a:r>
            <a:r>
              <a:rPr lang="en-US" altLang="zh-TW" dirty="0"/>
              <a:t>(</a:t>
            </a:r>
            <a:r>
              <a:rPr lang="en-US" dirty="0"/>
              <a:t>vv.1-4)。</a:t>
            </a:r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AB59A-A63B-69E7-ACF4-CA641653C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93F2B-A008-FE7A-098B-8A07D8A48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lang="zh-TW" altLang="en-US" dirty="0"/>
              <a:t>接著</a:t>
            </a:r>
            <a:r>
              <a:rPr lang="en-US" altLang="zh-TW" dirty="0"/>
              <a:t>,</a:t>
            </a:r>
            <a:r>
              <a:rPr lang="zh-TW" altLang="en-US" dirty="0"/>
              <a:t>箴 </a:t>
            </a:r>
            <a:r>
              <a:rPr lang="en-US" altLang="zh-TW" dirty="0"/>
              <a:t>3:5-12 </a:t>
            </a:r>
            <a:r>
              <a:rPr lang="zh-TW" altLang="en-US" dirty="0"/>
              <a:t>告訴我們三個原則</a:t>
            </a:r>
            <a:r>
              <a:rPr lang="en-US" altLang="zh-TW" dirty="0"/>
              <a:t>,</a:t>
            </a:r>
            <a:r>
              <a:rPr lang="zh-TW" altLang="en-US" dirty="0"/>
              <a:t>加深我們跟神的關係</a:t>
            </a:r>
            <a:r>
              <a:rPr lang="en-US" altLang="zh-TW" dirty="0"/>
              <a:t>:</a:t>
            </a:r>
          </a:p>
          <a:p>
            <a:pPr algn="l"/>
            <a:r>
              <a:rPr lang="zh-TW" altLang="en-US" dirty="0"/>
              <a:t>信息要點</a:t>
            </a:r>
            <a:br>
              <a:rPr lang="en-US" altLang="zh-TW" dirty="0"/>
            </a:br>
            <a:r>
              <a:rPr lang="en-US" altLang="zh-TW" dirty="0"/>
              <a:t>1.</a:t>
            </a:r>
            <a:r>
              <a:rPr lang="zh-TW" altLang="en-US" dirty="0"/>
              <a:t>信靠神帶領我們正確的方向</a:t>
            </a:r>
            <a:r>
              <a:rPr lang="en-US" altLang="zh-TW" sz="4800" dirty="0"/>
              <a:t>(vv.5-6)</a:t>
            </a:r>
            <a:br>
              <a:rPr lang="en-US" altLang="zh-TW" sz="4400" dirty="0"/>
            </a:br>
            <a:r>
              <a:rPr lang="en-US" altLang="zh-TW" dirty="0"/>
              <a:t>2.</a:t>
            </a:r>
            <a:r>
              <a:rPr lang="zh-TW" altLang="en-US" dirty="0"/>
              <a:t>敬畏神在我們生命中的主權</a:t>
            </a:r>
            <a:r>
              <a:rPr lang="en-US" altLang="zh-TW" sz="4800" dirty="0"/>
              <a:t>(vv.7-10)</a:t>
            </a:r>
            <a:br>
              <a:rPr lang="en-US" altLang="zh-TW" sz="4800" dirty="0"/>
            </a:br>
            <a:r>
              <a:rPr lang="en-US" altLang="zh-TW" dirty="0"/>
              <a:t>3.</a:t>
            </a:r>
            <a:r>
              <a:rPr lang="zh-TW" altLang="en-US" dirty="0"/>
              <a:t>順服神為我們成聖而行的管</a:t>
            </a:r>
            <a:br>
              <a:rPr lang="en-US" altLang="zh-TW" dirty="0"/>
            </a:br>
            <a:r>
              <a:rPr lang="zh-TW" altLang="en-US" dirty="0"/>
              <a:t>  教</a:t>
            </a:r>
            <a:r>
              <a:rPr lang="en-US" altLang="zh-TW" sz="4800" dirty="0"/>
              <a:t>(vv.11-12)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89010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A3901-7E32-98CD-7D1B-5396A068F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1F4F1-4A9E-C163-458F-80EAE929C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lang="zh-TW" altLang="en-US" dirty="0"/>
              <a:t> 人因為罪成為悖逆的兒子</a:t>
            </a:r>
            <a:r>
              <a:rPr lang="en-US" altLang="zh-TW" dirty="0"/>
              <a:t>(</a:t>
            </a:r>
            <a:r>
              <a:rPr lang="zh-TW" altLang="en-US" dirty="0"/>
              <a:t>弗 </a:t>
            </a:r>
            <a:r>
              <a:rPr lang="en-US" altLang="zh-TW" dirty="0"/>
              <a:t>2:3);</a:t>
            </a:r>
            <a:r>
              <a:rPr lang="zh-TW" altLang="en-US" dirty="0"/>
              <a:t>而耶穌基督作為完全無罪的兒子</a:t>
            </a:r>
            <a:r>
              <a:rPr lang="en-US" altLang="zh-TW" dirty="0"/>
              <a:t>,</a:t>
            </a:r>
            <a:r>
              <a:rPr lang="zh-TW" altLang="en-US" dirty="0"/>
              <a:t>經歷十字架的審判</a:t>
            </a:r>
            <a:r>
              <a:rPr lang="en-US" altLang="zh-TW" dirty="0"/>
              <a:t>,</a:t>
            </a:r>
            <a:r>
              <a:rPr lang="zh-TW" altLang="en-US" dirty="0"/>
              <a:t>拯救信祂的人成為神的兒女</a:t>
            </a:r>
            <a:r>
              <a:rPr lang="en-US" altLang="zh-TW" dirty="0"/>
              <a:t>(</a:t>
            </a:r>
            <a:r>
              <a:rPr lang="zh-TW" altLang="en-US" dirty="0"/>
              <a:t>弗 </a:t>
            </a:r>
            <a:r>
              <a:rPr lang="en-US" altLang="zh-TW" dirty="0"/>
              <a:t>1:5),</a:t>
            </a:r>
            <a:r>
              <a:rPr lang="zh-TW" altLang="en-US" dirty="0"/>
              <a:t>可以回轉信靠天父</a:t>
            </a:r>
            <a:r>
              <a:rPr lang="en-US" altLang="zh-TW" dirty="0"/>
              <a:t>(</a:t>
            </a:r>
            <a:r>
              <a:rPr lang="zh-TW" altLang="en-US" dirty="0"/>
              <a:t>弗 </a:t>
            </a:r>
            <a:r>
              <a:rPr lang="en-US" altLang="zh-TW" dirty="0"/>
              <a:t>2:13-16),</a:t>
            </a:r>
            <a:r>
              <a:rPr lang="zh-TW" altLang="en-US" dirty="0"/>
              <a:t>從神得著生命和智慧。</a:t>
            </a:r>
          </a:p>
        </p:txBody>
      </p:sp>
    </p:spTree>
    <p:extLst>
      <p:ext uri="{BB962C8B-B14F-4D97-AF65-F5344CB8AC3E}">
        <p14:creationId xmlns:p14="http://schemas.microsoft.com/office/powerpoint/2010/main" val="24055405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DD4B0-FFBC-BCEB-5844-1E80B7F01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0E007-7070-D7BF-0B24-DCF718BA7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lang="zh-TW" altLang="en-US" dirty="0"/>
              <a:t>你願意藉著相信耶穌基督</a:t>
            </a:r>
            <a:r>
              <a:rPr lang="en-US" altLang="zh-TW" dirty="0"/>
              <a:t>,</a:t>
            </a:r>
            <a:r>
              <a:rPr lang="zh-TW" altLang="en-US" dirty="0"/>
              <a:t>成為神所疼愛和帶領的兒女嗎</a:t>
            </a:r>
            <a:r>
              <a:rPr lang="en-US" altLang="zh-TW" dirty="0"/>
              <a:t>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19320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62F1211B-4B14-ED44-6CE1-1F1F0E40EE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461 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我的信心若無定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6ACBD764-A128-68B0-143E-16AD0272B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我的信心若無定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祂必牽我手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設使魔鬼將要贏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祂必牽我手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0DF704F-C63C-E178-5D63-FBCA499E96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461 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我的信心若無定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45B461D-5B1A-593B-1618-D8BBB6FED3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祂必牽我手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祂必牽我手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因為耶穌愛我至極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祂必牽我手。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7EC9801-DA5E-130D-5CFB-A2F647191C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461 :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我的信心若無定 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9672D3C-1ABD-7B52-60E8-6B901F3AB8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我的愛心若在冷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祂必牽我手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因為我心無堅定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祂必牽我手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4F62E-6723-0AFA-9E8F-418BD7367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EC72B08-7CF9-738C-DA46-EB392B53A5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461 :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我的信心若無定 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3E692EB-A61C-2C7A-E42A-CBE721C1EF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祂必牽我手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祂必牽我手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因為耶穌愛我至極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祂必牽我手。</a:t>
            </a: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515561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id="{C0A5F4DE-6361-D59C-5154-1CCFDBFC06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461 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我的信心若無定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7171" name="Rectangle 5">
            <a:extLst>
              <a:ext uri="{FF2B5EF4-FFF2-40B4-BE49-F238E27FC236}">
                <a16:creationId xmlns:a16="http://schemas.microsoft.com/office/drawing/2014/main" id="{88692C30-FFC0-0BE9-76F6-112D6EA306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耶穌時刻在導我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祂必牽我手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因為祂有愛惜我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祂必牽我手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90BE4AE-138B-449A-C129-C80E40B3A8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461 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我的信心若無定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AF82F80-3FC7-1F06-F5A7-4F3FE8266F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祂必牽我手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祂必牽我手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因為耶穌愛我至極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祂必牽我手。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5820CD61-3361-27FC-7C98-F42F0A5C9E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461 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我的信心若無定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9219" name="Rectangle 5">
            <a:extLst>
              <a:ext uri="{FF2B5EF4-FFF2-40B4-BE49-F238E27FC236}">
                <a16:creationId xmlns:a16="http://schemas.microsoft.com/office/drawing/2014/main" id="{7F23FA43-96EA-ADE7-F462-EE4E97E99D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耶穌看我做寶貝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祂必牽我手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祂必與我到路尾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祂必牽我手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E76020B-3176-8C61-E039-5EF5313F1E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461 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我的信心若無定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941FB77-55C9-B5EB-05BC-FD997E7A8D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祂必牽我手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祂必牽我手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因為耶穌愛我至極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祂必牽我手。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ext Box 2"/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聖餐</a:t>
            </a:r>
          </a:p>
        </p:txBody>
      </p:sp>
    </p:spTree>
    <p:extLst>
      <p:ext uri="{BB962C8B-B14F-4D97-AF65-F5344CB8AC3E}">
        <p14:creationId xmlns:p14="http://schemas.microsoft.com/office/powerpoint/2010/main" val="1073264047"/>
      </p:ext>
    </p:extLst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215:</a:t>
            </a:r>
            <a:r>
              <a:rPr lang="zh-TW" altLang="en-US" dirty="0"/>
              <a:t>耶穌身軀替咱釘死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11571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耶穌身軀替咱釘死</a:t>
            </a:r>
            <a:endParaRPr lang="en-US" altLang="zh-TW" dirty="0"/>
          </a:p>
          <a:p>
            <a:r>
              <a:rPr lang="zh-TW" altLang="en-US" dirty="0"/>
              <a:t>擘餅傳授奧妙道理</a:t>
            </a:r>
            <a:endParaRPr lang="en-US" altLang="zh-TW" dirty="0"/>
          </a:p>
          <a:p>
            <a:r>
              <a:rPr lang="zh-TW" altLang="en-US" dirty="0"/>
              <a:t>寶血流出會救學生</a:t>
            </a:r>
            <a:endParaRPr lang="en-US" altLang="zh-TW" dirty="0"/>
          </a:p>
          <a:p>
            <a:r>
              <a:rPr lang="zh-TW" altLang="en-US" dirty="0"/>
              <a:t>葡萄紅汁代代表明</a:t>
            </a:r>
            <a:endParaRPr lang="en-US" altLang="zh-TW" dirty="0"/>
          </a:p>
          <a:p>
            <a:r>
              <a:rPr lang="zh-TW" altLang="en-US" dirty="0"/>
              <a:t>阿們</a:t>
            </a:r>
          </a:p>
        </p:txBody>
      </p:sp>
    </p:spTree>
    <p:extLst>
      <p:ext uri="{BB962C8B-B14F-4D97-AF65-F5344CB8AC3E}">
        <p14:creationId xmlns:p14="http://schemas.microsoft.com/office/powerpoint/2010/main" val="87641941"/>
      </p:ext>
    </p:extLst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/>
          <p:cNvSpPr>
            <a:spLocks noGrp="1" noChangeArrowheads="1"/>
          </p:cNvSpPr>
          <p:nvPr>
            <p:ph type="title"/>
          </p:nvPr>
        </p:nvSpPr>
        <p:spPr>
          <a:xfrm>
            <a:off x="1524000" y="-152400"/>
            <a:ext cx="9144000" cy="19812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TW" altLang="en-US" sz="6600">
                <a:solidFill>
                  <a:srgbClr val="00FFFF"/>
                </a:solidFill>
              </a:rPr>
              <a:t>聖餐</a:t>
            </a:r>
          </a:p>
        </p:txBody>
      </p:sp>
      <p:sp>
        <p:nvSpPr>
          <p:cNvPr id="11776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zh-TW" sz="3200"/>
          </a:p>
          <a:p>
            <a:r>
              <a:rPr lang="zh-TW" altLang="en-US" sz="6600"/>
              <a:t>與主同桌</a:t>
            </a:r>
            <a:endParaRPr lang="en-US" altLang="zh-TW" sz="6600"/>
          </a:p>
          <a:p>
            <a:r>
              <a:rPr lang="zh-TW" altLang="en-US" sz="6600"/>
              <a:t>紀念主愛</a:t>
            </a:r>
            <a:endParaRPr lang="en-US" altLang="zh-TW" sz="6600"/>
          </a:p>
          <a:p>
            <a:endParaRPr lang="en-US" altLang="zh-TW" sz="3600"/>
          </a:p>
          <a:p>
            <a:r>
              <a:rPr lang="zh-TW" altLang="en-US" sz="3600"/>
              <a:t> </a:t>
            </a:r>
            <a:r>
              <a:rPr lang="en-US" altLang="zh-TW" sz="3600"/>
              <a:t>(</a:t>
            </a:r>
            <a:r>
              <a:rPr lang="zh-TW" altLang="en-US" sz="3600"/>
              <a:t>只幼兒洗，或尚未堅信洗禮者，請僅觀禮</a:t>
            </a:r>
            <a:r>
              <a:rPr lang="en-US" altLang="zh-TW" sz="36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84648572"/>
      </p:ext>
    </p:extLst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08336-50A5-21BD-86D4-52018EC4E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9727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1. </a:t>
            </a:r>
            <a:r>
              <a:rPr dirty="0" err="1"/>
              <a:t>感謝神！長執會正式通過聘請譚宏熾弟兄成為華語部半職事工助理,請關心代禱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2. 2026積極會員名單張貼在副堂的公告欄。請開始提名至 10/11下午 3點,選舉：11/15,有問題請和各部負責人連 </a:t>
            </a:r>
            <a:r>
              <a:rPr dirty="0" err="1"/>
              <a:t>絡。選舉委員會成員請看布告欄張貼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3. </a:t>
            </a:r>
            <a:r>
              <a:rPr dirty="0" err="1"/>
              <a:t>中文學校征召「學生義工</a:t>
            </a:r>
            <a:r>
              <a:rPr dirty="0"/>
              <a:t>」(student volunteer)。</a:t>
            </a:r>
            <a:r>
              <a:rPr dirty="0" err="1"/>
              <a:t>請聯繫逸如校長</a:t>
            </a:r>
            <a:r>
              <a:rPr dirty="0"/>
              <a:t>: </a:t>
            </a:r>
            <a:br>
              <a:rPr lang="en-US" dirty="0"/>
            </a:br>
            <a:r>
              <a:rPr dirty="0"/>
              <a:t>347-337-1559,微信: </a:t>
            </a:r>
            <a:r>
              <a:rPr dirty="0" err="1"/>
              <a:t>minuitmiao</a:t>
            </a:r>
            <a:r>
              <a:rPr dirty="0"/>
              <a:t>,</a:t>
            </a:r>
            <a:br>
              <a:rPr lang="en-US" dirty="0"/>
            </a:br>
            <a:r>
              <a:rPr dirty="0" err="1"/>
              <a:t>電郵</a:t>
            </a:r>
            <a:r>
              <a:rPr dirty="0"/>
              <a:t>: </a:t>
            </a:r>
            <a:r>
              <a:rPr dirty="0" err="1"/>
              <a:t>principal@rcnewtown.org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1. </a:t>
            </a:r>
            <a:r>
              <a:rPr dirty="0" err="1"/>
              <a:t>主日學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今天11:30在交誼廳,穎弘執事帶領：「</a:t>
            </a:r>
            <a:r>
              <a:rPr dirty="0" err="1"/>
              <a:t>如何容易讀懂啟示錄</a:t>
            </a:r>
            <a:r>
              <a:rPr dirty="0"/>
              <a:t>」;</a:t>
            </a:r>
            <a:r>
              <a:rPr dirty="0" err="1"/>
              <a:t>柏璋兄帶領</a:t>
            </a:r>
            <a:r>
              <a:rPr dirty="0"/>
              <a:t>：「</a:t>
            </a:r>
            <a:r>
              <a:rPr dirty="0" err="1"/>
              <a:t>從啟示錄看人工智慧時代的恐懼、權力與盼望」歡迎大家參加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2. </a:t>
            </a:r>
            <a:r>
              <a:rPr dirty="0" err="1"/>
              <a:t>週三線上聯合禱告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邀請您參加10/7晚8點台華語聯合禱 </a:t>
            </a:r>
            <a:r>
              <a:rPr dirty="0" err="1"/>
              <a:t>告會</a:t>
            </a:r>
            <a:r>
              <a:rPr dirty="0"/>
              <a:t>,(</a:t>
            </a:r>
            <a:r>
              <a:rPr dirty="0" err="1"/>
              <a:t>線上</a:t>
            </a:r>
            <a:r>
              <a:rPr dirty="0"/>
              <a:t> </a:t>
            </a:r>
            <a:r>
              <a:rPr sz="4800" dirty="0"/>
              <a:t>https://</a:t>
            </a:r>
            <a:r>
              <a:rPr sz="4800" dirty="0" err="1"/>
              <a:t>zoom.us</a:t>
            </a:r>
            <a:r>
              <a:rPr sz="4800" dirty="0"/>
              <a:t>/j/529965674;</a:t>
            </a:r>
            <a:r>
              <a:rPr dirty="0"/>
              <a:t>會號 529965674;電話 646-558-8656), </a:t>
            </a:r>
            <a:r>
              <a:rPr dirty="0" err="1"/>
              <a:t>教會所有事工都需要以禱告來到上帝面</a:t>
            </a:r>
            <a:r>
              <a:rPr dirty="0"/>
              <a:t> </a:t>
            </a:r>
            <a:r>
              <a:rPr dirty="0" err="1"/>
              <a:t>前,求上帝扶持祝福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3. </a:t>
            </a:r>
            <a:r>
              <a:rPr dirty="0" err="1"/>
              <a:t>週五線上查經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10/09晚上8點,陳牧師帶領查考撒母耳記上,請大家踴躍參加。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4. </a:t>
            </a:r>
            <a:r>
              <a:rPr dirty="0" err="1"/>
              <a:t>Elmhurst分區聚會,適逢長週末假期</a:t>
            </a:r>
            <a:r>
              <a:rPr dirty="0"/>
              <a:t>, </a:t>
            </a:r>
            <a:r>
              <a:rPr dirty="0" err="1"/>
              <a:t>暫停一次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5. 10/18中午11:30將舉辦烤肉活動,地點在 </a:t>
            </a:r>
            <a:r>
              <a:rPr dirty="0" err="1"/>
              <a:t>Peace教室前的黃桃樹下,請向鶴齡執事報名,以便統計人數,歡迎大家踴躍參加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6. 感恩節洗禮轉會：將於 11/22舉行, 欲受洗和申請轉會的兄姐, 請向陳牧師報名。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7. </a:t>
            </a:r>
            <a:r>
              <a:rPr dirty="0" err="1"/>
              <a:t>教育組繼續推動每日讀經,兄姐如在一年内讀完聖經,請通知穎弘執事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8. </a:t>
            </a:r>
            <a:r>
              <a:rPr dirty="0" err="1"/>
              <a:t>請為教會守望代禱</a:t>
            </a:r>
            <a:r>
              <a:rPr dirty="0"/>
              <a:t>---</a:t>
            </a:r>
            <a:br>
              <a:rPr lang="en-US" dirty="0"/>
            </a:br>
            <a:r>
              <a:rPr dirty="0" err="1"/>
              <a:t>長執選舉,洗禮轉會,中文學校,兒童事工,兄弟姐妹的健康,家人信主,年輕會友立業成家,紐約治安,國際關係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6741</TotalTime>
  <Words>2171</Words>
  <Application>Microsoft Macintosh PowerPoint</Application>
  <PresentationFormat>Widescreen</PresentationFormat>
  <Paragraphs>293</Paragraphs>
  <Slides>84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84</vt:i4>
      </vt:variant>
    </vt:vector>
  </HeadingPairs>
  <TitlesOfParts>
    <vt:vector size="97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312:出日落雨是主所定(1/3)</vt:lpstr>
      <vt:lpstr>312:出日落雨是主所定(1/3)</vt:lpstr>
      <vt:lpstr>312:出日落雨是主所定(2/3)</vt:lpstr>
      <vt:lpstr>312:出日落雨是主所定(2/3)</vt:lpstr>
      <vt:lpstr>312:出日落雨是主所定(3/3)</vt:lpstr>
      <vt:lpstr>312:出日落雨是主所定(3/3)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啟應文15:詩篇65</vt:lpstr>
      <vt:lpstr>啟應文15:詩篇65</vt:lpstr>
      <vt:lpstr>啟應文15:詩篇65</vt:lpstr>
      <vt:lpstr>啟應文15:詩篇65</vt:lpstr>
      <vt:lpstr>啟應文15:詩篇65</vt:lpstr>
      <vt:lpstr>啟應文15:詩篇65</vt:lpstr>
      <vt:lpstr>啟應文15:詩篇65</vt:lpstr>
      <vt:lpstr>啟應文15:詩篇65</vt:lpstr>
      <vt:lpstr>啟應文15:詩篇65</vt:lpstr>
      <vt:lpstr>啟應文15:詩篇65</vt:lpstr>
      <vt:lpstr>PowerPoint Presentation</vt:lpstr>
      <vt:lpstr>PowerPoint Presentation</vt:lpstr>
      <vt:lpstr>為祢來活</vt:lpstr>
      <vt:lpstr>為祢來活</vt:lpstr>
      <vt:lpstr>為祢來活</vt:lpstr>
      <vt:lpstr>為祢來活</vt:lpstr>
      <vt:lpstr>為祢來活</vt:lpstr>
      <vt:lpstr>為祢來活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今日信息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461 :我的信心若無定 (1/4)</vt:lpstr>
      <vt:lpstr>461 :我的信心若無定 (1/4)</vt:lpstr>
      <vt:lpstr>461 :我的信心若無定 (2/4)</vt:lpstr>
      <vt:lpstr>461 :我的信心若無定 (2/4)</vt:lpstr>
      <vt:lpstr>461 :我的信心若無定 (3/4)</vt:lpstr>
      <vt:lpstr>461 :我的信心若無定 (3/4)</vt:lpstr>
      <vt:lpstr>461 :我的信心若無定 (4/4)</vt:lpstr>
      <vt:lpstr>461 :我的信心若無定 (4/4)</vt:lpstr>
      <vt:lpstr>PowerPoint Presentation</vt:lpstr>
      <vt:lpstr>奉獻</vt:lpstr>
      <vt:lpstr>奉獻詩: 我的生命獻給祢</vt:lpstr>
      <vt:lpstr>PowerPoint Presentation</vt:lpstr>
      <vt:lpstr>PowerPoint Presentation</vt:lpstr>
      <vt:lpstr>215:耶穌身軀替咱釘死 (1/3)</vt:lpstr>
      <vt:lpstr>聖餐</vt:lpstr>
      <vt:lpstr>PowerPoint Presentation</vt:lpstr>
      <vt:lpstr>PowerPoint Presentation</vt:lpstr>
      <vt:lpstr>報告： 全教會</vt:lpstr>
      <vt:lpstr>報告： 全教會</vt:lpstr>
      <vt:lpstr>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553</cp:revision>
  <dcterms:created xsi:type="dcterms:W3CDTF">2020-10-09T17:40:37Z</dcterms:created>
  <dcterms:modified xsi:type="dcterms:W3CDTF">2026-10-03T03:42:01Z</dcterms:modified>
</cp:coreProperties>
</file>