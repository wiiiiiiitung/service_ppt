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CC3E21-F90F-3F18-8966-671B227BC5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0D353-CA26-0209-B0D5-5A4F95949B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3DEAFA27-009B-E945-AC6F-6C87365D68BD}" type="datetimeFigureOut">
              <a:rPr lang="zh-TW" altLang="en-US"/>
              <a:pPr>
                <a:defRPr/>
              </a:pPr>
              <a:t>2026/9/4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35ABD-9415-BAB4-D568-1FFE277574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BF36D-D1FF-C101-7BF0-1421E5F948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E29E0DC-4296-FC4D-9936-12B7F296D3B1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522B7E8-1C5C-D924-BAD1-AC80A956CA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89373E3-69D9-63DF-1D45-39414567014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65C09BB-6A22-5312-8184-C3C5B17C238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4DA5463-6521-F854-8864-9E2CB442D57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F07B6FFC-A575-6EE0-5D3B-04786F22E1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3E31C7EB-79BD-0D46-1F97-175C786C90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1981541C-9757-A64D-9B17-3F7310EAE6D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06DE0508-A67E-E39A-ACA6-506C555F0C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F2114242-C338-5AF2-981D-8DC8C4EA5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0D239657-851C-5C4C-E4EE-695D1F169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486A62D6-706D-5145-B449-713527B9F0F7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1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2AE89B52-5093-8D3C-87E0-E8F0A38039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2EDA828-DD7A-DE1D-963B-44D70AF1F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DCD2C2A-9A74-74BB-719F-053DEE984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9346E1C8-A28B-6B4E-AA7E-31F58E0A7703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2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48E88DAF-EEA7-8F1C-1473-62936B70BA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3B364FBD-BCAF-CF23-2016-A0B3DF8D7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517C3B94-9628-758A-8D4E-18455AF6E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B6CC2ED7-4BC4-D64C-AB19-EAFA29460F80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3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98E69E-EAF1-5199-F5BE-DCC883D363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ED39C0-C0DC-8D8B-CC77-167ABA511E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8995EDD-8A0A-7A4D-89D7-3E56FDC3BE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149AAD-708F-9C4F-B6E5-2E3A1AC7D68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34669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CBF5821-5620-43D7-CA6D-5CBE7EDB6D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ED98A5B-11DA-EE65-284C-10612C89CB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B59713-A302-130F-55B2-049AFDA3FA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BC6E46-54A4-AA47-AC91-7408D38571F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06699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078873-8E68-981E-ED36-004A072470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649FC5-4F12-25D9-A211-CAD2302DF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8E8862-89D6-4F9B-D454-4F3705B53D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F0ED13-A60E-274C-A902-F26668A1CA8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0813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EE129C0-729F-C7BC-E450-CD859ADB9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4772410-A725-5735-A985-864E21155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3696FBD-A6F6-65CF-7C36-32E9F0817B8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FFF3F0F-E3F1-3584-A5FF-5182E01A37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52D843A-FB74-EDE2-AFE1-AD4B6FB96A4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9CAA6EE4-704A-7A48-ADDA-1F3223B4197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E428260-BC07-D0BD-0B06-FFECFE3660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2348851-B5EF-12C7-EBB8-2EE32F95AE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FBE49F-C485-A75B-93BB-D7F18D83086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A039493-098B-B0F9-EF96-CBD77DB8B9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61C57A6-8455-6BFB-F2E4-D27BE12351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F7DBB19F-274E-6148-993B-B40E2DD7A4C5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47472C8-3C51-608D-B05A-7563526375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149A: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美妙主耶穌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825D7DC-2AED-8D33-6E58-11329D86E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美妙主耶穌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萬物祢眷顧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祢本是神成做世人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主我所信仰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主我所尊崇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我歡喜主做我君王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B0E52A-B64A-4E36-9DD2-65B7E841B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149A: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美妙主耶穌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BC30181-51FF-092B-3F2D-4C95557FA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青翠的草埔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樹林的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甘露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(kam-lō͘  ),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春天美麗樹木草花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(put)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及耶穌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攏不及耶穌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我憂傷變快樂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0473771-A484-FCE4-538D-E1A2AE5B3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149A: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美妙主耶穌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A107258-D138-53DD-2217-D415304DA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美妙的君王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萬邦所敬奉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為著我罪歡喜降世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榮光與尊貴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恩典與慈悲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永遠到永遠攏屬祢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9378</TotalTime>
  <Words>134</Words>
  <Application>Microsoft Macintosh PowerPoint</Application>
  <PresentationFormat>On-screen Show (4:3)</PresentationFormat>
  <Paragraphs>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標楷體</vt:lpstr>
      <vt:lpstr>新細明體</vt:lpstr>
      <vt:lpstr>Default Design</vt:lpstr>
      <vt:lpstr>1_Default Design</vt:lpstr>
      <vt:lpstr>149A:美妙主耶穌(1/3)</vt:lpstr>
      <vt:lpstr>149A:美妙主耶穌(2/3)</vt:lpstr>
      <vt:lpstr>149A:美妙主耶穌(3/3)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364</cp:revision>
  <dcterms:created xsi:type="dcterms:W3CDTF">2007-02-04T16:15:54Z</dcterms:created>
  <dcterms:modified xsi:type="dcterms:W3CDTF">2026-09-04T21:13:33Z</dcterms:modified>
</cp:coreProperties>
</file>