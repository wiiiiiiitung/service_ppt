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  <p:sldMasterId id="2147483660" r:id="rId2"/>
  </p:sldMasterIdLst>
  <p:notesMasterIdLst>
    <p:notesMasterId r:id="rId11"/>
  </p:notesMasterIdLst>
  <p:handoutMasterIdLst>
    <p:handoutMasterId r:id="rId12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5pPr>
    <a:lvl6pPr marL="22860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6pPr>
    <a:lvl7pPr marL="27432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7pPr>
    <a:lvl8pPr marL="32004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8pPr>
    <a:lvl9pPr marL="36576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07" autoAdjust="0"/>
    <p:restoredTop sz="87671" autoAdjust="0"/>
  </p:normalViewPr>
  <p:slideViewPr>
    <p:cSldViewPr>
      <p:cViewPr varScale="1">
        <p:scale>
          <a:sx n="111" d="100"/>
          <a:sy n="111" d="100"/>
        </p:scale>
        <p:origin x="121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2478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6C20782-9F98-4646-B477-3624A35F81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標楷體" panose="03000509000000000000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808880-D918-4C96-9AE3-9D59E923B9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ea typeface="標楷體" panose="03000509000000000000" pitchFamily="65" charset="-120"/>
                <a:cs typeface="+mn-cs"/>
              </a:defRPr>
            </a:lvl1pPr>
          </a:lstStyle>
          <a:p>
            <a:pPr>
              <a:defRPr/>
            </a:pPr>
            <a:fld id="{DE3F9A54-4554-764F-A2BF-FA301EA58F09}" type="datetimeFigureOut">
              <a:rPr lang="zh-TW" altLang="en-US"/>
              <a:pPr>
                <a:defRPr/>
              </a:pPr>
              <a:t>2026/9/4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75E2E-EE3D-4FFB-9819-0F7440BA993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標楷體" panose="03000509000000000000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66DAC4-3968-4248-B106-2E97B87A37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B864D27F-9BAF-0A40-8BF3-F5D46E587A3D}" type="slidenum">
              <a:rPr lang="zh-TW" altLang="en-US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8E26862F-F4C3-4C8B-8B5F-5AE5241B4A7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4E8D7DEC-51DA-4CE5-B19D-A36A94E0A1A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B60A9EAA-AC4A-C7E0-6E01-A4A86342001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02388BFA-27A9-42CD-9E8D-B18B9F6CE69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1C1DFBC-CDF2-4C13-A57F-1C4F35A88A1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CECB8D86-CFE3-46D1-93A3-DAA1F8C4DF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ea typeface="新細明體" panose="02020500000000000000" pitchFamily="18" charset="-120"/>
              </a:defRPr>
            </a:lvl1pPr>
          </a:lstStyle>
          <a:p>
            <a:fld id="{212EE17E-E4D0-8042-A5D1-902DF618273B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27114F9-573D-46F0-CD94-089EEC6E7B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09A5617-7AA1-D925-2198-8A5353D977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3AAE2B1-8225-8A83-66A7-9C3F66A6FD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2CBF3A-4E56-A54E-8F38-8C7E4CF3888B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67556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32A3485-1746-E670-3364-DDB791FCD6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D705D60-228A-5C1B-F1A4-348E2AF312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8C01A05-F8B0-2811-C3D5-2D5A6E24E9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08B28F-434E-CE43-99BF-782984384E7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74922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25CCCA3-5F5F-4609-0408-28F456D666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F52134B-C19F-65AB-EC4B-8C21672F7F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FA7E0B2-7D20-9606-9223-0DBAB99748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897FE8-75E7-7543-BEA8-712DBA48145E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10595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B434341-B8C0-67A6-E8A7-2EC84FD659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AC680F9-7BC5-951D-E7FE-D7F62144F2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E69ADD6-25E9-454E-A6F3-CAE589A51CB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CFAD524-21B5-4B3E-8D87-769CD440E93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68AC376-A8A6-4F0B-82C4-462A1A45032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fld id="{062E4B5A-16C7-F642-8072-6AD91D697087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1E089EF-A205-F5E3-0684-B1BC33DB1C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22D51BAD-F74D-C78A-F518-722E6DF3A0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68C7A57-021C-4B78-8AC0-69ABE136656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306C229-51D0-441A-9263-052283CB4E9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84D1229-7CC9-4A84-9122-0B437A524CA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fld id="{8D10EA74-C8F6-5C40-B62C-D50F72469FB0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060DC0E-CC30-8CBC-CC0B-5C91E82293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296: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耶穌召我來行天路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6ED9515D-95E0-AA79-8C43-C6FE2B1467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耶穌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召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(tiàu)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我來行天路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(chhōa)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我向前日日進步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世間無論危險艱苦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救主耶穌時刻保護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740B090-FDFE-ED42-D7D0-16EC62D9E9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296: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耶穌召我來行天路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0C669DDA-1390-6220-01A9-3905DB2497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我的救主基督耶穌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全能的手時刻保護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愛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(ài)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盡心做祢學生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祢大施恩親手保護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7658A4D-56C3-F15C-FC6B-1E0FB4B42D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296: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耶穌召我來行天路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6A5A1ACE-83FF-498B-A43B-427C190CD1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無論遇著煩惱艱苦</a:t>
            </a:r>
            <a:r>
              <a:rPr lang="en-US" altLang="zh-TW" dirty="0"/>
              <a:t>,</a:t>
            </a:r>
            <a:endParaRPr lang="zh-TW" altLang="en-US" dirty="0"/>
          </a:p>
          <a:p>
            <a:pPr>
              <a:defRPr/>
            </a:pPr>
            <a:r>
              <a:rPr lang="zh-TW" altLang="en-US" u="sng" dirty="0"/>
              <a:t>抑</a:t>
            </a:r>
            <a:r>
              <a:rPr lang="en-US" altLang="zh-TW" sz="3200" dirty="0">
                <a:latin typeface="+mj-lt"/>
              </a:rPr>
              <a:t>(á)</a:t>
            </a:r>
            <a:r>
              <a:rPr lang="zh-TW" altLang="en-US" dirty="0"/>
              <a:t>是得行平坦路途</a:t>
            </a:r>
            <a:r>
              <a:rPr lang="en-US" altLang="zh-TW" dirty="0"/>
              <a:t>,</a:t>
            </a:r>
            <a:endParaRPr lang="zh-TW" altLang="en-US" dirty="0"/>
          </a:p>
          <a:p>
            <a:pPr>
              <a:defRPr/>
            </a:pPr>
            <a:r>
              <a:rPr lang="zh-TW" altLang="en-US" dirty="0"/>
              <a:t>無論海面</a:t>
            </a:r>
            <a:r>
              <a:rPr lang="zh-TW" altLang="en-US" u="sng" dirty="0"/>
              <a:t>抑</a:t>
            </a:r>
            <a:r>
              <a:rPr lang="en-US" altLang="zh-TW" sz="3200" dirty="0">
                <a:latin typeface="+mj-lt"/>
              </a:rPr>
              <a:t>(á)</a:t>
            </a:r>
            <a:r>
              <a:rPr lang="zh-TW" altLang="en-US" dirty="0"/>
              <a:t>是山頂</a:t>
            </a:r>
            <a:r>
              <a:rPr lang="en-US" altLang="zh-TW" dirty="0"/>
              <a:t>,</a:t>
            </a:r>
            <a:endParaRPr lang="zh-TW" altLang="en-US" dirty="0"/>
          </a:p>
          <a:p>
            <a:pPr>
              <a:defRPr/>
            </a:pPr>
            <a:r>
              <a:rPr lang="zh-TW" altLang="en-US" u="sng" dirty="0"/>
              <a:t>逐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ta̍k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時</a:t>
            </a:r>
            <a:r>
              <a:rPr lang="zh-TW" altLang="en-US" u="sng" dirty="0"/>
              <a:t>逐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ta̍k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位主永保護</a:t>
            </a:r>
            <a:r>
              <a:rPr lang="en-US" altLang="zh-TW" dirty="0"/>
              <a:t>,</a:t>
            </a:r>
            <a:endParaRPr lang="zh-TW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13575382-9DA4-1F4A-336F-ED30961CD6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296: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耶穌召我來行天路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1D7556B0-3F73-6D6A-1E12-A3A07916AB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我的救主基督耶穌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全能的手時刻保護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愛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(ài)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盡心做祢學生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祢大施恩親手保護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BE65EAA-2679-6F0A-1A12-C78DD1A8DA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296: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耶穌召我來行天路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8695B744-1BE1-2C92-5751-84EE4A65D1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(taⁿ)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伸手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扲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(khîⁿ)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主耶穌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我行天路主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善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(gâu)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招呼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世間禍福攏無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定著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(tiāⁿ-tio̍h)</a:t>
            </a:r>
            <a:r>
              <a:rPr lang="en-US" altLang="zh-TW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 sz="320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主伸聖手牽我保護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F229918-AE15-904E-5642-E07A6D75F4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296: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耶穌召我來行天路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187824CD-BB6E-6465-08E5-6090678221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我的救主基督耶穌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全能的手時刻保護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愛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(ài)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盡心做祢學生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祢大施恩親手保護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97F68DC-D123-BCF7-F399-2E612E7E60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296: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耶穌召我來行天路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C860C20E-ABF0-44A0-349A-71CDD2F49C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(taⁿ)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求救主常常照顧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賞賜聖神扶持幫助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到尾較贏死失權勢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一世人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(chi̍t-sì-lâng)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得主保護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A40E994A-DEBC-15AB-9F84-396D14E49E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296: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耶穌召我來行天路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E3C072FA-999D-8ACA-BB48-45965A7997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我的救主基督耶穌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全能的手時刻保護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愛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(ài)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盡心做祢學生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祢大施恩親手保護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9631</TotalTime>
  <Words>363</Words>
  <Application>Microsoft Macintosh PowerPoint</Application>
  <PresentationFormat>On-screen Show (4:3)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標楷體</vt:lpstr>
      <vt:lpstr>新細明體</vt:lpstr>
      <vt:lpstr>Default Design</vt:lpstr>
      <vt:lpstr>1_Default Design</vt:lpstr>
      <vt:lpstr>296:耶穌召我來行天路 (1/4)</vt:lpstr>
      <vt:lpstr>296:耶穌召我來行天路 (1/4)</vt:lpstr>
      <vt:lpstr>296:耶穌召我來行天路 (2/4)</vt:lpstr>
      <vt:lpstr>296:耶穌召我來行天路 (2/4)</vt:lpstr>
      <vt:lpstr>296:耶穌召我來行天路 (3/4)</vt:lpstr>
      <vt:lpstr>296:耶穌召我來行天路 (3/4)</vt:lpstr>
      <vt:lpstr>296:耶穌召我來行天路 (4/4)</vt:lpstr>
      <vt:lpstr>296:耶穌召我來行天路 (4/4)</vt:lpstr>
    </vt:vector>
  </TitlesOfParts>
  <Company>The Reformed Church of Newtown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taiwanese</dc:creator>
  <cp:lastModifiedBy>Joseph Chen</cp:lastModifiedBy>
  <cp:revision>418</cp:revision>
  <dcterms:created xsi:type="dcterms:W3CDTF">2007-02-04T16:15:54Z</dcterms:created>
  <dcterms:modified xsi:type="dcterms:W3CDTF">2026-09-04T21:13:46Z</dcterms:modified>
</cp:coreProperties>
</file>