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190DFE-8640-47D2-ABB8-9996936BE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AF84E9-5A18-4A9E-ACA8-128CF7D6316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959899F5-4BC5-354B-8491-F8164B7872A3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602538B-0219-4866-94A2-6ED6B58C2F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A799A9D-A3F6-417C-A127-0579AFBC4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12753-63E5-47DE-9DC6-C971C479EC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5E480-EE4D-46DA-8AE5-8D0FAD9E2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3C67DE6E-EBD7-7642-8C2F-CF8A1517C78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9D0156A1-9C61-E76D-22C2-976AC84EE0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B1456F38-97C8-7743-37E7-B3308E69B6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8E1D485D-B820-52A5-3549-402290EF2481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CBF8BFA-075C-7A4F-9E85-96D21E43AF8A}" type="slidenum">
              <a:rPr lang="zh-TW" altLang="en-US"/>
              <a:pPr algn="r" eaLnBrk="1" hangingPunct="1">
                <a:spcBef>
                  <a:spcPct val="0"/>
                </a:spcBef>
              </a:pPr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2125306D-D7EB-4F57-3932-B839B2A33E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17538445-9A1B-7116-8B86-9E6E0C8CFE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1D0D8CC0-E7DE-1B7D-CBBD-E5B001F2973C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A302D34-59C8-6F4A-A83E-3E58315371B5}" type="slidenum">
              <a:rPr lang="zh-TW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A6D033AF-0C02-9A34-CDD7-544E6D3741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5C260E92-6658-9A38-FD46-86E65A50D4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3DACE36A-86F0-C9E1-E382-06170A02476D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B930B7D-9F7E-DE43-A365-8FFA8C990798}" type="slidenum">
              <a:rPr lang="zh-TW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1344B09B-E04C-7A77-1E3C-670455FA6F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F9E70A70-26D3-5E63-13DE-9D73BB41AF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379C8BE4-2617-196B-9BF9-8286986FCE22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B033F4F-35B6-C94A-A0E0-A4D4D1D5C685}" type="slidenum">
              <a:rPr lang="zh-TW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052019C-D763-FD6A-E16E-FB28B9BF88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57428AB-2DDB-318E-5634-1E30D89DFA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D2C2B81F-9643-C9E1-4727-663E566D2B80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CC58BFA-92C4-2F48-9FE5-4BD68E32F803}" type="slidenum">
              <a:rPr lang="zh-TW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94AAB2AA-B463-F82B-304B-55BD8B02DB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F4158271-2E92-5B4C-DFB5-E1652A1A40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F1D8FA97-BA2C-3A41-5DC7-F835EC03B39E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75602C-6252-A144-A5A0-33476815CD3C}" type="slidenum">
              <a:rPr lang="zh-TW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6AA0772A-238C-9F3E-0E7A-DA7E22F273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B3137C27-D3C2-5B7F-5F4A-E0BF0F9F65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F4BC394E-15AA-40D5-CF0F-A60499045716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0C41D7A-1854-8D4B-9B5A-97B04C722E54}" type="slidenum">
              <a:rPr lang="zh-TW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D2F5F4D6-4391-E396-C3BC-0C5BC891BE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2724EBA6-A353-259A-7C1B-28E5C149E0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58E4099-6218-BA7F-BDE8-032FA8FC4BEA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38306B4-7644-6B46-91B5-89E67A3B5419}" type="slidenum">
              <a:rPr lang="zh-TW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D4B17F35-F3B2-DB43-9FB3-FC5A9FFA32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FD8549E0-BDFF-08B9-942E-77A1C436BB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71B0DE7C-1AC8-BD83-62C4-A86C727F039D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FF25AEF-9135-E94D-93A7-C54A38C80381}" type="slidenum">
              <a:rPr lang="zh-TW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C3295F33-ED46-700A-AF91-20670F87D1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A6A7CA79-B319-0ACB-F85C-87DF82A0B6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68A06D70-44CD-C54C-0DCC-FC6BBB95A29A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3E87527-8F7A-2646-A6B0-E561343DA399}" type="slidenum">
              <a:rPr lang="zh-TW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0193BE4E-CAAC-D629-E83F-87DEE439D2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C03E6C82-15AD-5586-6279-AD2C7EF09F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816C0A4-D18C-796D-FA5A-C774E2A464EB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228D3C-167D-B14A-A596-866DE592E5FD}" type="slidenum">
              <a:rPr lang="zh-TW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CE1ECA41-D27E-97D9-59BA-2F33AEDE48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DBA59943-88D3-F4AF-2C11-397FFF2CAA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8FF550E2-8000-3E55-9E5D-1625A70E392F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D9F6272-3ECB-454F-9948-5CB3A27614E0}" type="slidenum">
              <a:rPr lang="zh-TW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00290140-B3D8-5B6D-38A8-BB620156E5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CDD7023D-F660-03F9-9E4C-2584625D64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FEA4EC8E-B476-CA8E-F93C-F738D9997838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CB08EF-22AB-884C-B750-332840B05F53}" type="slidenum">
              <a:rPr lang="zh-TW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E092856E-7884-3B3F-3131-7DF6BAED67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F7FF0D1B-288B-D6EE-0320-7AB1044B52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FA35B3ED-B440-94D4-DE49-CB58253DC71C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80BA7A0-8EC5-034E-9019-617C35C0980D}" type="slidenum">
              <a:rPr lang="zh-TW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BC175C60-0A28-A89B-0E57-84F2582E03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B6E4FA56-9D63-5894-27B8-2D76133DBD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89062ECB-8B94-7F03-8687-B8495218F965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60F27B3-7296-8845-B42C-13F75E73F2FF}" type="slidenum">
              <a:rPr lang="zh-TW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C585C8AC-9F48-4E80-99AA-C591CD0926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CF572A3B-E986-C077-EE9F-54264E07F8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C8C13217-3729-2560-5609-E93E90346AB8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7B4F679-7A6A-3E48-B7D6-692283CBAE87}" type="slidenum">
              <a:rPr lang="zh-TW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0F76A-27BD-9F7F-B80B-02857B5E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A2C67-67A5-C042-940C-F490F17F0361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AF38-9859-8D58-8A5E-E2B6A948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FC42-9A07-1D58-48EF-178F4EBC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A0DC9-BCD9-DF4D-A766-8C8934227DE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5041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00FF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9C6F9-1E8D-A64D-9E34-1C6432A9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94C9D-9B16-794B-BC45-70F19AA6BB1C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4CB3A-C955-19EA-C82C-25A8CB4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83C36-D861-A2D8-FCAE-5444DE51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3BA560-918B-894C-A0A5-3E26BEF865A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186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33872-A1BC-3A7B-157C-09F37A242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B2749-549A-D947-A055-9F19CBD06D66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F1C44-14DA-482B-0753-3A265B5B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57E4E-E576-9A05-DCB8-A75A0FEA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99F14-E5C3-784F-8AF8-16B78E5CCEA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94462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19DB922-E400-2422-EE2D-993376B0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4F7C4-39E2-E04E-A830-53FB34A13A4E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36EA9A-9D3C-508D-C1A0-DD2EFBE0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AB1A5C-6861-2654-49AE-5862CE00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AAD6F-32AA-9540-9B97-C0E5E55FA94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40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281EC45-10BB-51A1-44C1-B7158F08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4E31A6-2DA5-8C4E-8393-F6BEB796F129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4227A54-AD0F-83E9-E318-9603AA6A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FF4677C-BA29-3F43-047E-77A97ECD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E9D6A0-3504-B742-9F8D-CFB0E7A69C9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063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51257D1-738C-F0A0-A14C-A43BAF61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3849-D17A-D442-9A53-E34F53BFF37C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385DEE-B6D5-398D-50F0-6C0D5AAD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0D004E-40FE-7173-3FCA-1F9CDA15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27497-40EB-044D-9D25-62E0AB3A3B8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801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889502-2F0D-8276-08D0-F38CB320D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FA3FB-BA46-234A-B1AA-D67D88365FC0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8926E95-AB8A-9FFB-7BFD-0BD32E4F5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E1242A-93AB-19B4-1420-9CD2797E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7479C5-D7D2-0540-B8C0-41B7F28C43D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3165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5C832CE-21C8-2529-C549-4F1DF84B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24C56-91FB-5A4B-B17B-625465BF20CB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9E27FD-56BF-7FA5-E98B-CAAF74C0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B668A-0BB8-25CD-AE21-6259C278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EDFFF-4CE7-1748-B8B1-1FB5928DA7E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723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1F4335-0153-9899-26FD-DA05067C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2AD71-3EF9-7643-93D0-A020C581B68E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14677EA-57C9-4208-C834-7BADB4F2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A583F3-585A-19DE-9DAE-C81E6372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2FBE2-C5E3-EE4C-9616-74301740B69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018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1ABE8-72D6-A206-CE3B-03CD09EA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2A154-2237-8A47-96A3-79D2D194F1CF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E10DE-2EA2-86FE-0721-487B7A05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6CE60-5EA5-D6A3-BAC0-C0C57540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4B1025-59B6-8143-BAAD-644EB0F15F8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2488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63DA2-853B-4598-811B-400F8EA1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9EDE8-B6F5-7E44-99FF-A7554839F45D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E1491-AB82-179A-E4B8-80B7593A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A0C37-9A2C-EE6E-E85F-6053E308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5A62D-5ACA-A248-B387-D38DC539AEA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279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D9CA0F6-6C29-6EA4-8D27-59868035FBC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417C9EE-9B9E-B4D9-F2C2-2A6C18B5A6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AE75C-0FAA-4D46-BF5C-098025E8D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84FBB823-F944-D640-9152-209437F43873}" type="datetimeFigureOut">
              <a:rPr lang="zh-TW" altLang="en-US"/>
              <a:pPr>
                <a:defRPr/>
              </a:pPr>
              <a:t>2026/9/5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551E8-BC3B-4D63-A7B1-7710D7C48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0C568-4082-4EC7-8380-037015A6C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41C5D56-E556-804F-B34E-622985B3C346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871244-313E-DD8F-0F1B-AA8C49C1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9D644C7-F3F3-015C-347B-92FCC9DA9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我的心切切欣慕祢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親像鹿切切欣慕溪水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B32B506-93FE-2887-2F4C-4B8B0456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FE965AE-76FA-07A4-BF26-567E67D0D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我的心口渴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欣慕上帝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buFontTx/>
              <a:buNone/>
            </a:pP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活的上帝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>
              <a:buFontTx/>
              <a:buNone/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何時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si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á</a:t>
            </a:r>
            <a:r>
              <a:rPr lang="nl-NL" altLang="zh-TW" sz="3200" baseline="300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-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sî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能到上帝面前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k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ì</a:t>
            </a:r>
            <a:r>
              <a:rPr lang="nl-NL" altLang="zh-TW" sz="3200" baseline="30000" dirty="0">
                <a:latin typeface="Arial" panose="020B0604020202020204" pitchFamily="34" charset="0"/>
                <a:ea typeface="標楷體" panose="03000509000000000000" pitchFamily="49" charset="-120"/>
              </a:rPr>
              <a:t>n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834ED67-EF79-1068-AE07-1D6A8411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316EF5-712A-5966-55A6-09F77E69A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3888" indent="-623888">
              <a:buFontTx/>
              <a:buNone/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我冥日用我的目滓準飯食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marL="623888" indent="-623888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對我講無息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marL="623888" indent="-623888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t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nl-NL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toh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nl-NL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1C63F4A-5786-2B67-B195-981EA1A8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7D5CBF4-AFFA-4C86-390D-EFE11DCFE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我昔前與眾人做陣去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導伊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buFontTx/>
              <a:buNone/>
            </a:p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到上帝的厝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用歡喜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大家守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節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(choeh)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3B37EC1-F991-D06E-85CA-BBFADF03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C2034BF-8A8F-5075-53C3-D168924EB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我追念諸個事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我的心極其悲傷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ACE5634-CB0A-9E69-FE25-0330E38B9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1549116-83B1-BFF3-BD43-4FFBACB33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你何事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鬰啐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marL="711200" indent="-711200">
              <a:buFontTx/>
              <a:buNone/>
            </a:pPr>
            <a:r>
              <a:rPr lang="zh-TW" altLang="en-US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                                                   </a:t>
            </a:r>
            <a:r>
              <a:rPr lang="nl-NL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(ùt-chut)</a:t>
            </a:r>
          </a:p>
          <a:p>
            <a:pPr marL="711200" indent="-711200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si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á</a:t>
            </a:r>
            <a:r>
              <a:rPr lang="nl-NL" altLang="zh-TW" sz="3200" baseline="30000">
                <a:latin typeface="Arial" panose="020B0604020202020204" pitchFamily="34" charset="0"/>
                <a:ea typeface="標楷體" panose="03000509000000000000" pitchFamily="49" charset="-120"/>
              </a:rPr>
              <a:t>n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-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sū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在我的內面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着急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marL="711200" indent="-711200">
              <a:lnSpc>
                <a:spcPts val="45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                  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o̍h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</a:p>
          <a:p>
            <a:pPr marL="711200" indent="-711200"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6DBEDAC-0260-670C-6D89-D66B893E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4ABFEAD-32D7-9C15-CE07-FCB9EA452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你當盼望上帝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因為祂的面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buFontTx/>
              <a:buNone/>
            </a:p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向我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來拯救我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所以我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iáu-kú)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marL="711200" indent="-711200"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EDAB9B5-B77E-4793-AF0D-2FC27F76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2E10B1E-CC8A-10A6-162F-4079F5D07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lnSpc>
                <a:spcPct val="90000"/>
              </a:lnSpc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我的心在我的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lnSpc>
                <a:spcPct val="90000"/>
              </a:lnSpc>
              <a:buFontTx/>
              <a:buNone/>
            </a:p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內面鬱啐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所以我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tù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約旦的地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nl-NL" altLang="zh-TW" sz="320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endParaRPr lang="en-US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lnSpc>
                <a:spcPct val="90000"/>
              </a:lnSpc>
            </a:pP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黑門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(hek-bûn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(ia̍h </a:t>
            </a:r>
            <a:r>
              <a:rPr lang="nl-NL" altLang="zh-TW" sz="320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tù</a:t>
            </a:r>
            <a:r>
              <a:rPr lang="en-US" altLang="zh-TW" sz="320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i)</a:t>
            </a:r>
            <a:r>
              <a:rPr lang="zh-TW" altLang="en-US" sz="320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endParaRPr lang="en-US" altLang="zh-TW" sz="3200">
              <a:solidFill>
                <a:srgbClr val="FFFFFF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 marL="711200" indent="-711200">
              <a:lnSpc>
                <a:spcPct val="90000"/>
              </a:lnSpc>
            </a:pPr>
            <a:r>
              <a:rPr lang="zh-TW" altLang="en-US" sz="3200" u="sng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米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(bí 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sat)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的山記念祢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marL="711200" indent="-711200">
              <a:lnSpc>
                <a:spcPct val="90000"/>
              </a:lnSpc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F079F1E-FF9F-ECD4-A241-175D65DC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93A2D21-0C73-96CE-3A24-19FE6678E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lnSpc>
                <a:spcPct val="90000"/>
              </a:lnSpc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祢的瀑布出聲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就深淵與深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lnSpc>
                <a:spcPct val="90000"/>
              </a:lnSpc>
              <a:buFontTx/>
              <a:buNone/>
            </a:p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淵相叫應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>
              <a:lnSpc>
                <a:spcPct val="90000"/>
              </a:lnSpc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波浪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(pho-l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ō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ng)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  <a:cs typeface="Arial" panose="020B0604020202020204" pitchFamily="34" charset="0"/>
              </a:rPr>
              <a:t>,</a:t>
            </a:r>
          </a:p>
          <a:p>
            <a:pPr marL="711200" indent="-711200">
              <a:lnSpc>
                <a:spcPct val="90000"/>
              </a:lnSpc>
              <a:buFontTx/>
              <a:buNone/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大湧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t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ōa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-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én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g)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marL="711200" indent="-711200">
              <a:lnSpc>
                <a:spcPct val="90000"/>
              </a:lnSpc>
              <a:buFontTx/>
              <a:buNone/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淹密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im-b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a̍t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marL="711200" indent="-711200">
              <a:lnSpc>
                <a:spcPct val="90000"/>
              </a:lnSpc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506662B-DE19-9BB4-3300-1A7D4EED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83352BC-ECF1-9DC5-5BDB-1F7F1D365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總是耶和華日時施出衪的慈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Tx/>
              <a:buNone/>
            </a:p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愛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mî)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h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ō͘ 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B0C3F87-C51A-157D-9BCB-73319A61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4F5481A-BD37-5D15-22C6-62430D7EB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來求賞賜我活命的上帝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我要對上帝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我的石磐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476F919-6436-266A-0110-167CE938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CF67A3B-D90F-46EE-8A14-A27D124DB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祢何事不記得我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marL="711200" indent="-711200"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si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á</a:t>
            </a:r>
            <a:r>
              <a:rPr lang="nl-NL" altLang="zh-TW" sz="3200" baseline="300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n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-s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ū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因為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對敵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tùi-t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e̍k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的壓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迫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(pek)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憂悶來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k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îa</a:t>
            </a:r>
            <a:r>
              <a:rPr lang="nl-NL" altLang="zh-TW" sz="3200" baseline="30000">
                <a:latin typeface="Arial" panose="020B0604020202020204" pitchFamily="34" charset="0"/>
                <a:ea typeface="標楷體" panose="03000509000000000000" pitchFamily="49" charset="-120"/>
              </a:rPr>
              <a:t>n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25C0A2E-4854-A089-DCA7-419E26B79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87A9EBB-F46D-D923-6939-A6BD03B36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我的對敵譏諌我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親像打碎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buFontTx/>
              <a:buNone/>
            </a:p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我的骨頭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對我講無息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何處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t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ī  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toh-l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o̍h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marL="711200" indent="-711200"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ECF1415-0BE3-2DCC-F8D0-D016CB7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D254E98-7100-30FB-00A4-D3F0C4AC0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你何事鬱啐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marL="711200" indent="-711200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何事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sia</a:t>
            </a:r>
            <a:r>
              <a:rPr lang="nl-NL" altLang="zh-TW" sz="3200" baseline="300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n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-s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ū  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t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ī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pPr marL="711200" indent="-711200"/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我的內面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着急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o̍h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-kip)?</a:t>
            </a:r>
          </a:p>
          <a:p>
            <a:pPr marL="711200" indent="-711200"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AC543C9-3180-1DB5-A76C-01B1D12F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1CC073F-832E-C020-4A3E-6A3B112F3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1200" indent="-711200"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你當盼望上帝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因為我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iáu-kú)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marL="711200" indent="-711200"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711200" indent="-711200">
              <a:buFontTx/>
              <a:buNone/>
            </a:pP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A8460D8-D1BE-9358-7559-84545872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42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CE2A8DB-EF22-CD32-5A70-1E3C38D62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祂是我的面的榮光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Tx/>
              <a:buNone/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是我的上帝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660</Words>
  <Application>Microsoft Macintosh PowerPoint</Application>
  <PresentationFormat>On-screen Show (4:3)</PresentationFormat>
  <Paragraphs>79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標楷體</vt:lpstr>
      <vt:lpstr>標楷體</vt:lpstr>
      <vt:lpstr>Arial</vt:lpstr>
      <vt:lpstr>Calibri</vt:lpstr>
      <vt:lpstr>Office Theme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  <vt:lpstr>啟應文11:詩篇42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50</cp:revision>
  <dcterms:created xsi:type="dcterms:W3CDTF">2007-08-21T03:41:16Z</dcterms:created>
  <dcterms:modified xsi:type="dcterms:W3CDTF">2026-09-05T04:00:18Z</dcterms:modified>
</cp:coreProperties>
</file>