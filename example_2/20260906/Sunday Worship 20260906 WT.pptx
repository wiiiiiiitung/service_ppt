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9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00" r:id="rId52"/>
    <p:sldId id="2901" r:id="rId53"/>
    <p:sldId id="2902" r:id="rId54"/>
    <p:sldId id="2903" r:id="rId55"/>
    <p:sldId id="2904" r:id="rId56"/>
    <p:sldId id="2905" r:id="rId57"/>
    <p:sldId id="2906" r:id="rId58"/>
    <p:sldId id="2907" r:id="rId59"/>
    <p:sldId id="2908" r:id="rId60"/>
    <p:sldId id="2909" r:id="rId61"/>
    <p:sldId id="2910" r:id="rId62"/>
    <p:sldId id="2911" r:id="rId63"/>
    <p:sldId id="2912" r:id="rId64"/>
    <p:sldId id="2913" r:id="rId65"/>
    <p:sldId id="2914" r:id="rId66"/>
    <p:sldId id="2915" r:id="rId67"/>
    <p:sldId id="2916" r:id="rId68"/>
    <p:sldId id="2917" r:id="rId69"/>
    <p:sldId id="2918" r:id="rId70"/>
    <p:sldId id="2919" r:id="rId71"/>
    <p:sldId id="2920" r:id="rId72"/>
    <p:sldId id="2790" r:id="rId73"/>
    <p:sldId id="2791" r:id="rId74"/>
    <p:sldId id="2792" r:id="rId75"/>
    <p:sldId id="2921" r:id="rId76"/>
    <p:sldId id="2922" r:id="rId77"/>
    <p:sldId id="2923" r:id="rId78"/>
    <p:sldId id="2924" r:id="rId79"/>
    <p:sldId id="2925" r:id="rId80"/>
    <p:sldId id="2926" r:id="rId81"/>
    <p:sldId id="2927" r:id="rId82"/>
    <p:sldId id="2928" r:id="rId83"/>
    <p:sldId id="2929" r:id="rId84"/>
    <p:sldId id="2930" r:id="rId85"/>
    <p:sldId id="2931" r:id="rId86"/>
    <p:sldId id="2932" r:id="rId87"/>
    <p:sldId id="2933" r:id="rId88"/>
    <p:sldId id="2934" r:id="rId89"/>
    <p:sldId id="2935" r:id="rId90"/>
    <p:sldId id="2936" r:id="rId91"/>
    <p:sldId id="2937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slide" Target="slides/slide82.xml"/><Relationship Id="rId95" Type="http://schemas.openxmlformats.org/officeDocument/2006/relationships/presProps" Target="presProp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theme" Target="theme/theme1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489B5-7AB6-4972-A6FA-F45AC0EA269A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46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CBA8FB-D512-4FBE-A5F5-53FDCBF47521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419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3A37BD-5511-478C-A577-F6662F15CFA8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113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871244-313E-DD8F-0F1B-AA8C49C1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9D644C7-F3F3-015C-347B-92FCC9DA9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634"/>
            <a:ext cx="12192000" cy="0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我的心切切欣慕祢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親像鹿切切欣慕溪水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B32B506-93FE-2887-2F4C-4B8B0456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E965AE-76FA-07A4-BF26-567E67D0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我的心口渴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欣慕上帝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就是活的上帝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何時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á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sî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能到上帝面前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k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ì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34ED67-EF79-1068-AE07-1D6A8411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316EF5-712A-5966-55A6-09F77E69A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623888" indent="-623888"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我冥日用我的目滓準飯食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marL="623888" indent="-623888"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對我講無息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toh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C63F4A-5786-2B67-B195-981EA1A8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7D5CBF4-AFFA-4C86-390D-EFE11DCFE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我昔前與眾人做陣去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導伊到上帝的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用歡喜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o-ló)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大家守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節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choeh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3B37EC1-F991-D06E-85CA-BBFADF03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C2034BF-8A8F-5075-53C3-D168924EB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617"/>
            <a:ext cx="12192000" cy="0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我追念諸個事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我的心極其悲傷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ACE5634-CB0A-9E69-FE25-0330E38B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1549116-83B1-BFF3-BD43-4FFBACB33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你何事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鬰啐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  <a:r>
              <a:rPr lang="nl-NL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ùt-chut</a:t>
            </a:r>
            <a:r>
              <a:rPr lang="nl-NL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</a:p>
          <a:p>
            <a:pPr marL="711200" indent="-711200"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si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á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sū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在我的內面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着急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DBEDAC-0260-670C-6D89-D66B893E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4ABFEAD-32D7-9C15-CE07-FCB9EA45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你當盼望上帝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因為祂的面向我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來拯救我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所以我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尚且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iáu-kú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o-ló)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EDAB9B5-B77E-4793-AF0D-2FC27F76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2E10B1E-CC8A-10A6-162F-4079F5D07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90599"/>
            <a:ext cx="12460077" cy="45719"/>
          </a:xfrm>
        </p:spPr>
        <p:txBody>
          <a:bodyPr/>
          <a:lstStyle/>
          <a:p>
            <a:pPr marL="711200" indent="-711200"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我的心在我的內面鬱啐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所以我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tù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約旦的地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黑門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hek-bûn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 從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nl-NL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tù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i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米 薩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sat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的山記念祢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 algn="l">
              <a:lnSpc>
                <a:spcPct val="90000"/>
              </a:lnSpc>
            </a:pPr>
            <a:endParaRPr lang="en-US" altLang="zh-TW" u="sng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 algn="l">
              <a:lnSpc>
                <a:spcPct val="90000"/>
              </a:lnSpc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F079F1E-FF9F-ECD4-A241-175D65D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93A2D21-0C73-96CE-3A24-19FE6678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marL="711200" indent="-711200"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祢的瀑布出聲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就深淵與深淵相叫應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lnSpc>
                <a:spcPct val="90000"/>
              </a:lnSpc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波浪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pho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-l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ō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ng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大湧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ōa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én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g)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淹密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im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-b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a̍t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 algn="l">
              <a:lnSpc>
                <a:spcPct val="90000"/>
              </a:lnSpc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506662B-DE19-9BB4-3300-1A7D4EED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83352BC-ECF1-9DC5-5BDB-1F7F1D365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總是耶和華日時施出衪的慈愛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冥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時祂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h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B0C3F87-C51A-157D-9BCB-73319A61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4F5481A-BD37-5D15-22C6-62430D7E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來求賞賜我活命的上帝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我要對上帝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我的石磐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476F919-6436-266A-0110-167CE938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CF67A3B-D90F-46EE-8A14-A27D124DB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617"/>
            <a:ext cx="12192000" cy="0"/>
          </a:xfrm>
        </p:spPr>
        <p:txBody>
          <a:bodyPr/>
          <a:lstStyle/>
          <a:p>
            <a:pPr marL="711200" indent="-711200"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祢何事不記得我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á</a:t>
            </a:r>
            <a:r>
              <a:rPr lang="nl-NL" altLang="zh-TW" sz="3200" baseline="300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-s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ū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因為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對敵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tùi-t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e̍k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的壓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迫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(pek)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憂悶來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k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îa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25C0A2E-4854-A089-DCA7-419E26B7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87A9EBB-F46D-D923-6939-A6BD03B3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我的對敵譏諌我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親像打碎我的骨頭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對我講無息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b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toh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-l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ECF1415-0BE3-2DCC-F8D0-D016CB7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D254E98-7100-30FB-00A4-D3F0C4AC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你何事鬱啐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sia</a:t>
            </a:r>
            <a:r>
              <a:rPr lang="nl-NL" altLang="zh-TW" sz="3200" baseline="300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-s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我的內面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着急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-kip)?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AC543C9-3180-1DB5-A76C-01B1D12F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CC073F-832E-C020-4A3E-6A3B112F3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marL="711200" indent="-711200"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你當盼望上帝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因為我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尚且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iáu-kú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o-ló)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 algn="l">
              <a:buFontTx/>
              <a:buNone/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A8460D8-D1BE-9358-7559-84545872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CE2A8DB-EF22-CD32-5A70-1E3C38D62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祂是我的面的榮光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是我的上帝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上帝永遠同在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上帝永遠同在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主上帝永同在</a:t>
            </a:r>
          </a:p>
          <a:p>
            <a:r>
              <a:t>佇身邊照顧我</a:t>
            </a:r>
          </a:p>
          <a:p>
            <a:r>
              <a:t>惦佇我心內一生保守</a:t>
            </a:r>
          </a:p>
          <a:p>
            <a:r>
              <a:t>宇宙中主定著</a:t>
            </a:r>
          </a:p>
          <a:p>
            <a:r>
              <a:t>香花蕊與雨水</a:t>
            </a:r>
          </a:p>
          <a:p>
            <a:r>
              <a:t>鳥隻也吟詩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上帝永遠同在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謳咾創造主宰</a:t>
            </a:r>
          </a:p>
          <a:p>
            <a:r>
              <a:t>日炎夏天時</a:t>
            </a:r>
          </a:p>
          <a:p>
            <a:r>
              <a:t>我的心謳咾</a:t>
            </a:r>
          </a:p>
          <a:p>
            <a:r>
              <a:t>極高主上帝</a:t>
            </a:r>
          </a:p>
          <a:p>
            <a:r>
              <a:t>表明感激恩情喔主</a:t>
            </a:r>
          </a:p>
          <a:p>
            <a:r>
              <a:t>主上帝永同在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上帝永遠同在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佇身邊照顧我</a:t>
            </a:r>
          </a:p>
          <a:p>
            <a:r>
              <a:t>鑒察我心思</a:t>
            </a:r>
          </a:p>
          <a:p>
            <a:r>
              <a:t>保守一切懇求</a:t>
            </a:r>
          </a:p>
          <a:p>
            <a:r>
              <a:t>寒冷冬天時</a:t>
            </a:r>
          </a:p>
          <a:p>
            <a:r>
              <a:t>大洋海深淵</a:t>
            </a:r>
          </a:p>
          <a:p>
            <a:r>
              <a:t>日落美景緻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上帝永遠同在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感動我深知</a:t>
            </a:r>
          </a:p>
          <a:p>
            <a:r>
              <a:t>主上帝永同在</a:t>
            </a:r>
          </a:p>
          <a:p>
            <a:r>
              <a:t>佇身邊照顧我</a:t>
            </a:r>
          </a:p>
          <a:p>
            <a:r>
              <a:t>鑒察我心思</a:t>
            </a:r>
          </a:p>
          <a:p>
            <a:r>
              <a:t>保守一切懇求</a:t>
            </a:r>
          </a:p>
          <a:p>
            <a:r>
              <a:t>救主我愛就你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上帝永遠同在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來就近你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馬太福音 7:15~29</a:t>
            </a:r>
          </a:p>
          <a:p>
            <a:pPr algn="ctr"/>
            <a:r>
              <a:rPr sz="5400" b="1">
                <a:latin typeface="標楷體"/>
              </a:rPr>
              <a:t>(新約第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4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15.「你們要防備假先知。他們到你們
   </a:t>
            </a:r>
            <a:r>
              <a:rPr sz="5400" b="1" dirty="0" err="1">
                <a:latin typeface="DFKai-SB"/>
              </a:rPr>
              <a:t>這裏來，外面披着羊皮，裏面卻是殘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暴的狼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16.憑着他們的果子，就可以認出他們
   </a:t>
            </a:r>
            <a:r>
              <a:rPr sz="5400" b="1" dirty="0" err="1">
                <a:latin typeface="DFKai-SB"/>
              </a:rPr>
              <a:t>來。荊棘上豈能摘葡萄呢？蒺藜裏豈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能摘無花果呢</a:t>
            </a:r>
            <a:r>
              <a:rPr sz="5400" b="1" dirty="0">
                <a:latin typeface="DFKai-SB"/>
              </a:rPr>
              <a:t>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17.這樣，凡好樹都結好果子，惟獨壞
   </a:t>
            </a:r>
            <a:r>
              <a:rPr sz="5400" b="1" dirty="0" err="1">
                <a:latin typeface="DFKai-SB"/>
              </a:rPr>
              <a:t>樹結壞果子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18.好樹不能結壞果子；壞樹不能結好
   </a:t>
            </a:r>
            <a:r>
              <a:rPr sz="5400" b="1" dirty="0" err="1">
                <a:latin typeface="DFKai-SB"/>
              </a:rPr>
              <a:t>果子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19.凡不結好果子的樹就砍下來，丟在火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裏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20.</a:t>
            </a:r>
            <a:r>
              <a:rPr lang="zh-TW" altLang="en-US" sz="5400" b="1" dirty="0">
                <a:latin typeface="DFKai-SB"/>
              </a:rPr>
              <a:t>所以，憑着他們的果子，就可以認
   出他們來。」</a:t>
            </a:r>
          </a:p>
          <a:p>
            <a:r>
              <a:rPr sz="5400" b="1" dirty="0">
                <a:latin typeface="DFKai-SB"/>
              </a:rPr>
              <a:t>21.「凡稱呼我『主阿，主阿』的人不
   </a:t>
            </a:r>
            <a:r>
              <a:rPr sz="5400" b="1" dirty="0" err="1">
                <a:latin typeface="DFKai-SB"/>
              </a:rPr>
              <a:t>能都進天國；惟獨遵行我天父旨意的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人才能進去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22.</a:t>
            </a:r>
            <a:r>
              <a:rPr lang="zh-TW" altLang="en-US" sz="5400" b="1" dirty="0">
                <a:latin typeface="DFKai-SB"/>
              </a:rPr>
              <a:t>當那日必有許多人對我說：</a:t>
            </a:r>
            <a:r>
              <a:rPr lang="en-US" altLang="zh-TW" sz="5400" b="1" dirty="0">
                <a:latin typeface="DFKai-SB"/>
              </a:rPr>
              <a:t>『</a:t>
            </a:r>
            <a:r>
              <a:rPr lang="zh-TW" altLang="en-US" sz="5400" b="1" dirty="0">
                <a:latin typeface="DFKai-SB"/>
              </a:rPr>
              <a:t>主阿，</a:t>
            </a:r>
            <a:br>
              <a:rPr lang="zh-TW" alt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主阿，我們不是奉你的名傳道，奉你</a:t>
            </a:r>
            <a:br>
              <a:rPr lang="zh-TW" alt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的名趕鬼，奉你的名行許多異能</a:t>
            </a:r>
            <a:br>
              <a:rPr lang="zh-TW" alt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嗎？</a:t>
            </a:r>
            <a:r>
              <a:rPr lang="en-US" altLang="zh-TW" sz="5400" b="1" dirty="0">
                <a:latin typeface="DFKai-SB"/>
              </a:rPr>
              <a:t>』</a:t>
            </a:r>
          </a:p>
          <a:p>
            <a:r>
              <a:rPr sz="5400" b="1" dirty="0">
                <a:latin typeface="DFKai-SB"/>
              </a:rPr>
              <a:t>23.我就明明的告訴他們說：『</a:t>
            </a:r>
            <a:r>
              <a:rPr sz="5400" b="1" dirty="0" err="1">
                <a:latin typeface="DFKai-SB"/>
              </a:rPr>
              <a:t>我從來</a:t>
            </a:r>
            <a:r>
              <a:rPr sz="5400" b="1" dirty="0">
                <a:latin typeface="DFKai-SB"/>
              </a:rPr>
              <a:t>
   </a:t>
            </a:r>
            <a:r>
              <a:rPr sz="5400" b="1" dirty="0" err="1">
                <a:latin typeface="DFKai-SB"/>
              </a:rPr>
              <a:t>不認識你們，你們這些作惡的人，離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開我去吧</a:t>
            </a:r>
            <a:r>
              <a:rPr sz="5400" b="1" dirty="0">
                <a:latin typeface="DFKai-SB"/>
              </a:rPr>
              <a:t>！』」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24.</a:t>
            </a:r>
            <a:r>
              <a:rPr lang="zh-TW" altLang="en-US" sz="5400" b="1" dirty="0">
                <a:latin typeface="DFKai-SB"/>
              </a:rPr>
              <a:t>「所以，凡聽見我這話就去行的，好</a:t>
            </a:r>
            <a:br>
              <a:rPr lang="zh-TW" alt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比一個聰明人，把房子蓋在磐石上；</a:t>
            </a:r>
          </a:p>
          <a:p>
            <a:r>
              <a:rPr sz="5400" b="1" dirty="0">
                <a:latin typeface="DFKai-SB"/>
              </a:rPr>
              <a:t>25.雨淋，水沖，風吹，撞着那房子，房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子總不倒塌，因為根基立在磐石上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26.凡聽見我這話不去行的，好比一個
   </a:t>
            </a:r>
            <a:r>
              <a:rPr sz="5400" b="1" dirty="0" err="1">
                <a:latin typeface="DFKai-SB"/>
              </a:rPr>
              <a:t>無知的人，把房子蓋在沙土上</a:t>
            </a:r>
            <a:r>
              <a:rPr sz="5400" b="1" dirty="0">
                <a:latin typeface="DFKai-SB"/>
              </a:rPr>
              <a:t>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7:15~29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27.</a:t>
            </a:r>
            <a:r>
              <a:rPr lang="zh-TW" altLang="en-US" sz="5400" b="1" dirty="0">
                <a:latin typeface="DFKai-SB"/>
              </a:rPr>
              <a:t>雨淋，水沖，風吹，撞着那房子，
   房子就倒塌了，並且倒塌得很大。」</a:t>
            </a:r>
          </a:p>
          <a:p>
            <a:r>
              <a:rPr sz="5400" b="1" dirty="0">
                <a:latin typeface="DFKai-SB"/>
              </a:rPr>
              <a:t>28.耶穌講完了這些話，眾人都希奇他
   </a:t>
            </a:r>
            <a:r>
              <a:rPr sz="5400" b="1" dirty="0" err="1">
                <a:latin typeface="DFKai-SB"/>
              </a:rPr>
              <a:t>的教訓</a:t>
            </a:r>
            <a:r>
              <a:rPr sz="5400" b="1" dirty="0">
                <a:latin typeface="DFKai-SB"/>
              </a:rPr>
              <a:t>；</a:t>
            </a:r>
          </a:p>
          <a:p>
            <a:r>
              <a:rPr sz="5400" b="1" dirty="0">
                <a:latin typeface="DFKai-SB"/>
              </a:rPr>
              <a:t>29.因為他教訓他們，正像有權柄的人，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不像他們的文士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遵行天父旨意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防備假先知</a:t>
            </a:r>
            <a:r>
              <a:rPr dirty="0"/>
              <a:t>:</a:t>
            </a:r>
          </a:p>
          <a:p>
            <a:pPr algn="l"/>
            <a:r>
              <a:rPr dirty="0"/>
              <a:t>1.外面披著羊皮，裏面卻是殘暴的狼</a:t>
            </a:r>
          </a:p>
          <a:p>
            <a:pPr algn="l"/>
            <a:r>
              <a:rPr dirty="0"/>
              <a:t>2.凡好樹都結好果子，惟獨壞樹結壞果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子</a:t>
            </a:r>
            <a:endParaRPr dirty="0"/>
          </a:p>
          <a:p>
            <a:pPr algn="l"/>
            <a:r>
              <a:rPr dirty="0"/>
              <a:t>3.凡不結好果子的樹就砍下來，丟在火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裏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遵行天父旨意</a:t>
            </a:r>
            <a:r>
              <a:rPr dirty="0"/>
              <a:t>：</a:t>
            </a:r>
          </a:p>
          <a:p>
            <a:pPr algn="l"/>
            <a:r>
              <a:rPr dirty="0"/>
              <a:t>1.凡稱呼天父「主啊，主啊」的人不能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都進天國</a:t>
            </a:r>
            <a:endParaRPr dirty="0"/>
          </a:p>
          <a:p>
            <a:pPr algn="l"/>
            <a:r>
              <a:rPr dirty="0"/>
              <a:t>2.惟獨遵行我天父旨意的人才能進去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遵行天父旨意的實例</a:t>
            </a:r>
            <a:r>
              <a:rPr dirty="0"/>
              <a:t>：</a:t>
            </a:r>
          </a:p>
          <a:p>
            <a:pPr algn="l"/>
            <a:r>
              <a:rPr dirty="0"/>
              <a:t>1.當那日必有許多人對耶穌說：「</a:t>
            </a:r>
            <a:r>
              <a:rPr dirty="0" err="1"/>
              <a:t>主</a:t>
            </a:r>
            <a:br>
              <a:rPr lang="en-US" dirty="0"/>
            </a:br>
            <a:r>
              <a:rPr dirty="0" err="1"/>
              <a:t>啊，主啊，我們不是奉你的名傳道，奉你的名趕鬼，奉你的名行許多異能</a:t>
            </a:r>
            <a:br>
              <a:rPr lang="en-US" dirty="0"/>
            </a:br>
            <a:r>
              <a:rPr dirty="0" err="1"/>
              <a:t>嗎</a:t>
            </a:r>
            <a:r>
              <a:rPr dirty="0"/>
              <a:t>？」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遵行天父旨意的實例</a:t>
            </a:r>
            <a:r>
              <a:rPr dirty="0"/>
              <a:t>：</a:t>
            </a:r>
          </a:p>
          <a:p>
            <a:pPr algn="l"/>
            <a:r>
              <a:rPr dirty="0"/>
              <a:t>2.耶穌就明明地告訴他們說：「</a:t>
            </a:r>
            <a:r>
              <a:rPr dirty="0" err="1"/>
              <a:t>我從來</a:t>
            </a:r>
            <a:br>
              <a:rPr lang="en-US" dirty="0"/>
            </a:br>
            <a:r>
              <a:rPr dirty="0" err="1"/>
              <a:t>不認識你們，你們這些作惡的人，離開</a:t>
            </a:r>
            <a:br>
              <a:rPr lang="en-US" dirty="0"/>
            </a:br>
            <a:r>
              <a:rPr dirty="0" err="1"/>
              <a:t>我去吧</a:t>
            </a:r>
            <a:r>
              <a:rPr dirty="0"/>
              <a:t>！」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遵行天父旨意的實例</a:t>
            </a:r>
            <a:r>
              <a:rPr dirty="0"/>
              <a:t>：</a:t>
            </a:r>
          </a:p>
          <a:p>
            <a:pPr algn="l"/>
            <a:r>
              <a:rPr dirty="0"/>
              <a:t>3.凡聽見耶穌這話就去行的，好比一個</a:t>
            </a:r>
            <a:br>
              <a:rPr lang="en-US" dirty="0"/>
            </a:br>
            <a:r>
              <a:rPr dirty="0" err="1"/>
              <a:t>聰明人，把房子蓋在磐石上；雨淋，水</a:t>
            </a:r>
            <a:br>
              <a:rPr lang="en-US" dirty="0"/>
            </a:br>
            <a:r>
              <a:rPr dirty="0" err="1"/>
              <a:t>沖，風吹，撞著那房子，房子總不倒</a:t>
            </a:r>
            <a:br>
              <a:rPr lang="en-US" dirty="0"/>
            </a:br>
            <a:r>
              <a:rPr dirty="0" err="1"/>
              <a:t>塌，因為根基立在磐石上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遵行天父旨意的實例</a:t>
            </a:r>
            <a:r>
              <a:rPr dirty="0"/>
              <a:t>：</a:t>
            </a:r>
          </a:p>
          <a:p>
            <a:pPr algn="l"/>
            <a:r>
              <a:rPr dirty="0"/>
              <a:t>4.凡聽見耶穌這話不去行的，好比一個</a:t>
            </a:r>
            <a:br>
              <a:rPr lang="en-US" dirty="0"/>
            </a:br>
            <a:r>
              <a:rPr dirty="0" err="1"/>
              <a:t>無知的人，把房子蓋在沙土上；雨淋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水沖，風吹，撞著那房子，房子就倒塌</a:t>
            </a:r>
            <a:br>
              <a:rPr lang="en-US" dirty="0"/>
            </a:br>
            <a:r>
              <a:rPr dirty="0" err="1"/>
              <a:t>了，並且倒塌得很大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60DC0E-CC30-8CBC-CC0B-5C91E8229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ED9515D-95E0-AA79-8C43-C6FE2B146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召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我來行天路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我向前日日進步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世間無論危險艱苦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40B090-FDFE-ED42-D7D0-16EC62D9E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C669DDA-1390-6220-01A9-3905DB249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7658A4D-56C3-F15C-FC6B-1E0FB4B42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A5A1ACE-83FF-498B-A43B-427C190CD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無論遇著煩惱艱苦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u="sng" dirty="0"/>
              <a:t>抑</a:t>
            </a:r>
            <a:r>
              <a:rPr lang="en-US" altLang="zh-TW" sz="3200" dirty="0">
                <a:latin typeface="+mj-lt"/>
              </a:rPr>
              <a:t>(á)</a:t>
            </a:r>
            <a:r>
              <a:rPr lang="zh-TW" altLang="en-US" dirty="0"/>
              <a:t>是得行平坦路途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dirty="0"/>
              <a:t>無論海面</a:t>
            </a:r>
            <a:r>
              <a:rPr lang="zh-TW" altLang="en-US" u="sng" dirty="0"/>
              <a:t>抑</a:t>
            </a:r>
            <a:r>
              <a:rPr lang="en-US" altLang="zh-TW" sz="3200" dirty="0">
                <a:latin typeface="+mj-lt"/>
              </a:rPr>
              <a:t>(á)</a:t>
            </a:r>
            <a:r>
              <a:rPr lang="zh-TW" altLang="en-US" dirty="0"/>
              <a:t>是山頂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u="sng" dirty="0"/>
              <a:t>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ta̍k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時</a:t>
            </a:r>
            <a:r>
              <a:rPr lang="zh-TW" altLang="en-US" u="sng" dirty="0"/>
              <a:t>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ta̍k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位主永保護</a:t>
            </a:r>
            <a:r>
              <a:rPr lang="en-US" altLang="zh-TW" dirty="0"/>
              <a:t>,</a:t>
            </a:r>
            <a:endParaRPr lang="zh-TW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3575382-9DA4-1F4A-336F-ED30961CD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D7556B0-3F73-6D6A-1E12-A3A07916A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BE65EAA-2679-6F0A-1A12-C78DD1A8D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95B744-1BE1-2C92-5751-84EE4A65D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伸手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(khîⁿ)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我行天路主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(gâu)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招呼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世間禍福攏無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定著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(tiāⁿ-tio̍h)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主伸聖手牽我保護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29918-AE15-904E-5642-E07A6D75F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7824CD-BB6E-6465-08E5-609067822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97F68DC-D123-BCF7-F399-2E612E7E6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60C20E-ABF0-44A0-349A-71CDD2F49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求救主常常照顧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賞賜聖神扶持幫助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到尾較贏死失權勢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一世人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(chi̍t-sì-lâng)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40E994A-DEBC-15AB-9F84-396D14E49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3C072FA-999D-8ACA-BB48-45965A799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聖餐</a:t>
            </a:r>
          </a:p>
        </p:txBody>
      </p:sp>
    </p:spTree>
    <p:extLst>
      <p:ext uri="{BB962C8B-B14F-4D97-AF65-F5344CB8AC3E}">
        <p14:creationId xmlns:p14="http://schemas.microsoft.com/office/powerpoint/2010/main" val="1073264047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215:</a:t>
            </a:r>
            <a:r>
              <a:rPr lang="zh-TW" altLang="en-US" dirty="0"/>
              <a:t>耶穌身軀替咱釘死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157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耶穌身軀替咱釘死</a:t>
            </a:r>
            <a:endParaRPr lang="en-US" altLang="zh-TW" dirty="0"/>
          </a:p>
          <a:p>
            <a:r>
              <a:rPr lang="zh-TW" altLang="en-US" dirty="0"/>
              <a:t>擘餅傳授奧妙道理</a:t>
            </a:r>
            <a:endParaRPr lang="en-US" altLang="zh-TW" dirty="0"/>
          </a:p>
          <a:p>
            <a:r>
              <a:rPr lang="zh-TW" altLang="en-US" dirty="0"/>
              <a:t>寶血流出會救學生</a:t>
            </a:r>
            <a:endParaRPr lang="en-US" altLang="zh-TW" dirty="0"/>
          </a:p>
          <a:p>
            <a:r>
              <a:rPr lang="zh-TW" altLang="en-US" dirty="0"/>
              <a:t>葡萄紅汁代代表明</a:t>
            </a:r>
            <a:endParaRPr lang="en-US" altLang="zh-TW" dirty="0"/>
          </a:p>
          <a:p>
            <a:r>
              <a:rPr lang="zh-TW" altLang="en-US" dirty="0"/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87641941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1981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TW" altLang="en-US" sz="6600">
                <a:solidFill>
                  <a:srgbClr val="00FFFF"/>
                </a:solidFill>
              </a:rPr>
              <a:t>聖餐</a:t>
            </a:r>
          </a:p>
        </p:txBody>
      </p:sp>
      <p:sp>
        <p:nvSpPr>
          <p:cNvPr id="1177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sz="3200"/>
          </a:p>
          <a:p>
            <a:r>
              <a:rPr lang="zh-TW" altLang="en-US" sz="6600"/>
              <a:t>與主同桌</a:t>
            </a:r>
            <a:endParaRPr lang="en-US" altLang="zh-TW" sz="6600"/>
          </a:p>
          <a:p>
            <a:r>
              <a:rPr lang="zh-TW" altLang="en-US" sz="6600"/>
              <a:t>紀念主愛</a:t>
            </a:r>
            <a:endParaRPr lang="en-US" altLang="zh-TW" sz="6600"/>
          </a:p>
          <a:p>
            <a:endParaRPr lang="en-US" altLang="zh-TW" sz="3600"/>
          </a:p>
          <a:p>
            <a:r>
              <a:rPr lang="zh-TW" altLang="en-US" sz="3600"/>
              <a:t> </a:t>
            </a:r>
            <a:r>
              <a:rPr lang="en-US" altLang="zh-TW" sz="3600"/>
              <a:t>(</a:t>
            </a:r>
            <a:r>
              <a:rPr lang="zh-TW" altLang="en-US" sz="3600"/>
              <a:t>只幼兒洗，或尚未堅信洗禮者，請僅觀禮</a:t>
            </a:r>
            <a:r>
              <a:rPr lang="en-US" altLang="zh-TW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4648572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9/18-19 (</a:t>
            </a:r>
            <a:r>
              <a:rPr dirty="0" err="1"/>
              <a:t>五-六</a:t>
            </a:r>
            <a:r>
              <a:rPr dirty="0"/>
              <a:t>)</a:t>
            </a:r>
            <a:r>
              <a:rPr dirty="0" err="1"/>
              <a:t>台灣校園團契講</a:t>
            </a:r>
            <a:br>
              <a:rPr lang="en-US" dirty="0"/>
            </a:br>
            <a:r>
              <a:rPr dirty="0"/>
              <a:t>座。週五晚上7:30--</a:t>
            </a:r>
            <a:r>
              <a:rPr dirty="0" err="1"/>
              <a:t>校園之友會。週</a:t>
            </a:r>
            <a:br>
              <a:rPr lang="en-US" dirty="0"/>
            </a:br>
            <a:r>
              <a:rPr dirty="0"/>
              <a:t>六下午2:30--</a:t>
            </a:r>
            <a:r>
              <a:rPr dirty="0" err="1"/>
              <a:t>閲讀力量大:如何讀上帝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讀别人,讀自己,歡迎兄姐們踴躍參加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兒童主日學事工需要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徵招上午助教,以及下午導護同工</a:t>
            </a:r>
            <a:r>
              <a:rPr dirty="0"/>
              <a:t>,(</a:t>
            </a:r>
            <a:br>
              <a:rPr lang="en-US" dirty="0"/>
            </a:br>
            <a:r>
              <a:rPr dirty="0" err="1"/>
              <a:t>上午</a:t>
            </a:r>
            <a:r>
              <a:rPr dirty="0"/>
              <a:t> 11:30-12:30)</a:t>
            </a:r>
            <a:r>
              <a:rPr dirty="0" err="1"/>
              <a:t>有意願的弟兄姐妹</a:t>
            </a:r>
            <a:br>
              <a:rPr lang="en-US" dirty="0"/>
            </a:br>
            <a:r>
              <a:rPr dirty="0" err="1"/>
              <a:t>請聯繫咏真師母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新城中文學校徵求新學年度青年義</a:t>
            </a:r>
            <a:br>
              <a:rPr lang="en-US" dirty="0"/>
            </a:br>
            <a:r>
              <a:rPr dirty="0" err="1"/>
              <a:t>工。有負擔或希望了解詳情的弟兄姐妹</a:t>
            </a:r>
            <a:br>
              <a:rPr lang="en-US" dirty="0"/>
            </a:br>
            <a:r>
              <a:rPr dirty="0"/>
              <a:t>請與逸如姐妹連絡：347-337-1559或</a:t>
            </a:r>
            <a:br>
              <a:rPr lang="en-US" dirty="0"/>
            </a:br>
            <a:r>
              <a:rPr dirty="0" err="1"/>
              <a:t>微信</a:t>
            </a:r>
            <a:r>
              <a:rPr dirty="0"/>
              <a:t>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今天11:30在交誼廳,陳牧師帶領課程： 「</a:t>
            </a:r>
            <a:r>
              <a:rPr dirty="0" err="1"/>
              <a:t>啟示錄第八課</a:t>
            </a:r>
            <a:r>
              <a:rPr dirty="0"/>
              <a:t>---</a:t>
            </a:r>
            <a:r>
              <a:rPr dirty="0" err="1"/>
              <a:t>七異象</a:t>
            </a:r>
            <a:r>
              <a:rPr dirty="0"/>
              <a:t>」。</a:t>
            </a:r>
            <a:r>
              <a:rPr dirty="0" err="1"/>
              <a:t>歡迎大家參加。線上</a:t>
            </a:r>
            <a:r>
              <a:rPr dirty="0"/>
              <a:t> 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br>
              <a:rPr lang="en-US" dirty="0"/>
            </a:b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邀請您參加9/9晚上8點禱告會,所有事</a:t>
            </a:r>
            <a:br>
              <a:rPr lang="en-US" dirty="0"/>
            </a:br>
            <a:r>
              <a:rPr dirty="0" err="1"/>
              <a:t>工都需要禱告求上帝扶持祝福。zoom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週五線上查經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9/11晚上8點,陳牧師帶領查考撒母耳記</a:t>
            </a:r>
            <a:br>
              <a:rPr lang="en-US" dirty="0"/>
            </a:br>
            <a:r>
              <a:rPr dirty="0" err="1"/>
              <a:t>上,請大家踴躍參加。zoom連結如同主</a:t>
            </a:r>
            <a:br>
              <a:rPr lang="en-US" dirty="0"/>
            </a:br>
            <a:r>
              <a:rPr dirty="0" err="1"/>
              <a:t>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Elmhurst分區聚會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9/12 (</a:t>
            </a:r>
            <a:r>
              <a:rPr dirty="0" err="1"/>
              <a:t>六</a:t>
            </a:r>
            <a:r>
              <a:rPr dirty="0"/>
              <a:t>)晚上7:00pm在交誼廳,歡迎兄</a:t>
            </a:r>
            <a:br>
              <a:rPr lang="en-US" dirty="0"/>
            </a:br>
            <a:r>
              <a:rPr dirty="0" err="1"/>
              <a:t>姐們踴躍參加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教育組繼續推動每日讀經,兄姐如在</a:t>
            </a:r>
            <a:br>
              <a:rPr lang="en-US" dirty="0"/>
            </a:br>
            <a:r>
              <a:rPr dirty="0" err="1"/>
              <a:t>一年内讀完聖經,請通知穎弘執事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感恩節洗禮轉會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將於11/22舉行,欲受洗和申請轉會的兄</a:t>
            </a:r>
            <a:br>
              <a:rPr lang="en-US" dirty="0"/>
            </a:br>
            <a:r>
              <a:rPr dirty="0" err="1"/>
              <a:t>姐請向陳牧師報名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7.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11月洗禮轉會,中文學校,兒童事工,</a:t>
            </a:r>
            <a:br>
              <a:rPr lang="en-US" dirty="0"/>
            </a:br>
            <a:r>
              <a:rPr dirty="0" err="1"/>
              <a:t>兄弟姐妹的健康,家人信主,年輕會友</a:t>
            </a:r>
            <a:br>
              <a:rPr lang="en-US" dirty="0"/>
            </a:br>
            <a:r>
              <a:rPr dirty="0" err="1"/>
              <a:t>立業成家,紐約治安,國際關係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6740</TotalTime>
  <Words>2238</Words>
  <Application>Microsoft Macintosh PowerPoint</Application>
  <PresentationFormat>Widescreen</PresentationFormat>
  <Paragraphs>301</Paragraphs>
  <Slides>84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PowerPoint Presentation</vt:lpstr>
      <vt:lpstr>PowerPoint Presentation</vt:lpstr>
      <vt:lpstr>上帝永遠同在</vt:lpstr>
      <vt:lpstr>上帝永遠同在</vt:lpstr>
      <vt:lpstr>上帝永遠同在</vt:lpstr>
      <vt:lpstr>上帝永遠同在</vt:lpstr>
      <vt:lpstr>上帝永遠同在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296:耶穌召我來行天路 (1/4)</vt:lpstr>
      <vt:lpstr>296:耶穌召我來行天路 (1/4)</vt:lpstr>
      <vt:lpstr>296:耶穌召我來行天路 (2/4)</vt:lpstr>
      <vt:lpstr>296:耶穌召我來行天路 (2/4)</vt:lpstr>
      <vt:lpstr>296:耶穌召我來行天路 (3/4)</vt:lpstr>
      <vt:lpstr>296:耶穌召我來行天路 (3/4)</vt:lpstr>
      <vt:lpstr>296:耶穌召我來行天路 (4/4)</vt:lpstr>
      <vt:lpstr>296:耶穌召我來行天路 (4/4)</vt:lpstr>
      <vt:lpstr>PowerPoint Presentation</vt:lpstr>
      <vt:lpstr>奉獻</vt:lpstr>
      <vt:lpstr>奉獻詩: 我的生命獻給祢</vt:lpstr>
      <vt:lpstr>PowerPoint Presentation</vt:lpstr>
      <vt:lpstr>215:耶穌身軀替咱釘死 (1/3)</vt:lpstr>
      <vt:lpstr>聖餐</vt:lpstr>
      <vt:lpstr>PowerPoint Presentation</vt:lpstr>
      <vt:lpstr>PowerPoint Presentation</vt:lpstr>
      <vt:lpstr>報告： 全教會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554</cp:revision>
  <dcterms:created xsi:type="dcterms:W3CDTF">2020-10-09T17:40:37Z</dcterms:created>
  <dcterms:modified xsi:type="dcterms:W3CDTF">2026-09-05T03:59:12Z</dcterms:modified>
</cp:coreProperties>
</file>