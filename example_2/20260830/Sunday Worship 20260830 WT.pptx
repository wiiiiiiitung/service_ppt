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  <p:sldMasterId id="2147484056" r:id="rId9"/>
  </p:sldMasterIdLst>
  <p:notesMasterIdLst>
    <p:notesMasterId r:id="rId88"/>
  </p:notesMasterIdLst>
  <p:sldIdLst>
    <p:sldId id="1838" r:id="rId10"/>
    <p:sldId id="257" r:id="rId11"/>
    <p:sldId id="1807" r:id="rId12"/>
    <p:sldId id="2862" r:id="rId13"/>
    <p:sldId id="1904" r:id="rId14"/>
    <p:sldId id="1903" r:id="rId15"/>
    <p:sldId id="2863" r:id="rId16"/>
    <p:sldId id="2864" r:id="rId17"/>
    <p:sldId id="2865" r:id="rId18"/>
    <p:sldId id="2866" r:id="rId19"/>
    <p:sldId id="2867" r:id="rId20"/>
    <p:sldId id="2868" r:id="rId21"/>
    <p:sldId id="2869" r:id="rId22"/>
    <p:sldId id="2870" r:id="rId23"/>
    <p:sldId id="2871" r:id="rId24"/>
    <p:sldId id="2872" r:id="rId25"/>
    <p:sldId id="2873" r:id="rId26"/>
    <p:sldId id="2874" r:id="rId27"/>
    <p:sldId id="2875" r:id="rId28"/>
    <p:sldId id="2876" r:id="rId29"/>
    <p:sldId id="2877" r:id="rId30"/>
    <p:sldId id="2878" r:id="rId31"/>
    <p:sldId id="2879" r:id="rId32"/>
    <p:sldId id="2880" r:id="rId33"/>
    <p:sldId id="2881" r:id="rId34"/>
    <p:sldId id="2882" r:id="rId35"/>
    <p:sldId id="2883" r:id="rId36"/>
    <p:sldId id="2884" r:id="rId37"/>
    <p:sldId id="2885" r:id="rId38"/>
    <p:sldId id="2886" r:id="rId39"/>
    <p:sldId id="2887" r:id="rId40"/>
    <p:sldId id="2888" r:id="rId41"/>
    <p:sldId id="2889" r:id="rId42"/>
    <p:sldId id="2891" r:id="rId43"/>
    <p:sldId id="2930" r:id="rId44"/>
    <p:sldId id="2931" r:id="rId45"/>
    <p:sldId id="2932" r:id="rId46"/>
    <p:sldId id="2933" r:id="rId47"/>
    <p:sldId id="2934" r:id="rId48"/>
    <p:sldId id="2899" r:id="rId49"/>
    <p:sldId id="2292" r:id="rId50"/>
    <p:sldId id="2649" r:id="rId51"/>
    <p:sldId id="2650" r:id="rId52"/>
    <p:sldId id="2651" r:id="rId53"/>
    <p:sldId id="2652" r:id="rId54"/>
    <p:sldId id="2654" r:id="rId55"/>
    <p:sldId id="2653" r:id="rId56"/>
    <p:sldId id="2655" r:id="rId57"/>
    <p:sldId id="2657" r:id="rId58"/>
    <p:sldId id="2658" r:id="rId59"/>
    <p:sldId id="2659" r:id="rId60"/>
    <p:sldId id="2660" r:id="rId61"/>
    <p:sldId id="2661" r:id="rId62"/>
    <p:sldId id="2900" r:id="rId63"/>
    <p:sldId id="2901" r:id="rId64"/>
    <p:sldId id="2902" r:id="rId65"/>
    <p:sldId id="2903" r:id="rId66"/>
    <p:sldId id="2904" r:id="rId67"/>
    <p:sldId id="2905" r:id="rId68"/>
    <p:sldId id="2906" r:id="rId69"/>
    <p:sldId id="2907" r:id="rId70"/>
    <p:sldId id="2908" r:id="rId71"/>
    <p:sldId id="2909" r:id="rId72"/>
    <p:sldId id="2910" r:id="rId73"/>
    <p:sldId id="2911" r:id="rId74"/>
    <p:sldId id="2912" r:id="rId75"/>
    <p:sldId id="2913" r:id="rId76"/>
    <p:sldId id="2914" r:id="rId77"/>
    <p:sldId id="2915" r:id="rId78"/>
    <p:sldId id="2916" r:id="rId79"/>
    <p:sldId id="2917" r:id="rId80"/>
    <p:sldId id="2918" r:id="rId81"/>
    <p:sldId id="2919" r:id="rId82"/>
    <p:sldId id="2920" r:id="rId83"/>
    <p:sldId id="2921" r:id="rId84"/>
    <p:sldId id="2922" r:id="rId85"/>
    <p:sldId id="2923" r:id="rId86"/>
    <p:sldId id="2924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1760B1-B6EF-D343-8858-65B80905D036}">
          <p14:sldIdLst>
            <p14:sldId id="1838"/>
            <p14:sldId id="257"/>
            <p14:sldId id="1807"/>
            <p14:sldId id="2862"/>
            <p14:sldId id="1904"/>
            <p14:sldId id="1903"/>
            <p14:sldId id="2863"/>
            <p14:sldId id="2864"/>
            <p14:sldId id="2865"/>
            <p14:sldId id="2866"/>
            <p14:sldId id="2867"/>
            <p14:sldId id="2868"/>
            <p14:sldId id="2869"/>
            <p14:sldId id="2870"/>
            <p14:sldId id="2871"/>
            <p14:sldId id="2872"/>
            <p14:sldId id="2873"/>
            <p14:sldId id="2874"/>
            <p14:sldId id="2875"/>
            <p14:sldId id="2876"/>
            <p14:sldId id="2877"/>
            <p14:sldId id="2878"/>
            <p14:sldId id="2879"/>
            <p14:sldId id="2880"/>
            <p14:sldId id="2881"/>
            <p14:sldId id="2882"/>
            <p14:sldId id="2883"/>
            <p14:sldId id="2884"/>
            <p14:sldId id="2885"/>
            <p14:sldId id="2886"/>
            <p14:sldId id="2887"/>
            <p14:sldId id="2888"/>
            <p14:sldId id="2889"/>
            <p14:sldId id="2891"/>
            <p14:sldId id="2930"/>
            <p14:sldId id="2931"/>
            <p14:sldId id="2932"/>
            <p14:sldId id="2933"/>
            <p14:sldId id="2934"/>
            <p14:sldId id="2899"/>
          </p14:sldIdLst>
        </p14:section>
        <p14:section name="Default Section" id="{A075021C-0E05-4F8B-8C0D-4A5734209F8D}">
          <p14:sldIdLst>
            <p14:sldId id="2292"/>
            <p14:sldId id="2649"/>
            <p14:sldId id="2650"/>
            <p14:sldId id="2651"/>
            <p14:sldId id="2652"/>
            <p14:sldId id="2654"/>
            <p14:sldId id="2653"/>
            <p14:sldId id="2655"/>
            <p14:sldId id="2657"/>
            <p14:sldId id="2658"/>
            <p14:sldId id="2659"/>
            <p14:sldId id="2660"/>
            <p14:sldId id="2661"/>
            <p14:sldId id="2900"/>
            <p14:sldId id="2901"/>
            <p14:sldId id="2902"/>
            <p14:sldId id="2903"/>
            <p14:sldId id="2904"/>
            <p14:sldId id="2905"/>
            <p14:sldId id="2906"/>
            <p14:sldId id="2907"/>
            <p14:sldId id="2908"/>
            <p14:sldId id="2909"/>
            <p14:sldId id="2910"/>
            <p14:sldId id="2911"/>
            <p14:sldId id="2912"/>
            <p14:sldId id="2913"/>
            <p14:sldId id="2914"/>
            <p14:sldId id="2915"/>
            <p14:sldId id="2916"/>
            <p14:sldId id="2917"/>
            <p14:sldId id="2918"/>
            <p14:sldId id="2919"/>
            <p14:sldId id="2920"/>
            <p14:sldId id="2921"/>
            <p14:sldId id="2922"/>
            <p14:sldId id="2923"/>
            <p14:sldId id="29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0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84" Type="http://schemas.openxmlformats.org/officeDocument/2006/relationships/slide" Target="slides/slide75.xml"/><Relationship Id="rId89" Type="http://schemas.openxmlformats.org/officeDocument/2006/relationships/commentAuthors" Target="commentAuthors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slide" Target="slides/slide65.xml"/><Relationship Id="rId79" Type="http://schemas.openxmlformats.org/officeDocument/2006/relationships/slide" Target="slides/slide70.xml"/><Relationship Id="rId5" Type="http://schemas.openxmlformats.org/officeDocument/2006/relationships/slideMaster" Target="slideMasters/slideMaster4.xml"/><Relationship Id="rId90" Type="http://schemas.openxmlformats.org/officeDocument/2006/relationships/presProps" Target="presProps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80" Type="http://schemas.openxmlformats.org/officeDocument/2006/relationships/slide" Target="slides/slide71.xml"/><Relationship Id="rId85" Type="http://schemas.openxmlformats.org/officeDocument/2006/relationships/slide" Target="slides/slide76.xml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83" Type="http://schemas.openxmlformats.org/officeDocument/2006/relationships/slide" Target="slides/slide74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slide" Target="slides/slide64.xml"/><Relationship Id="rId78" Type="http://schemas.openxmlformats.org/officeDocument/2006/relationships/slide" Target="slides/slide69.xml"/><Relationship Id="rId81" Type="http://schemas.openxmlformats.org/officeDocument/2006/relationships/slide" Target="slides/slide72.xml"/><Relationship Id="rId86" Type="http://schemas.openxmlformats.org/officeDocument/2006/relationships/slide" Target="slides/slide77.xml"/><Relationship Id="rId4" Type="http://schemas.openxmlformats.org/officeDocument/2006/relationships/slideMaster" Target="slideMasters/slideMaster3.xml"/><Relationship Id="rId9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2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slide" Target="slides/slide78.xml"/><Relationship Id="rId61" Type="http://schemas.openxmlformats.org/officeDocument/2006/relationships/slide" Target="slides/slide52.xml"/><Relationship Id="rId82" Type="http://schemas.openxmlformats.org/officeDocument/2006/relationships/slide" Target="slides/slide73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slide" Target="slides/slide6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60425" eaLnBrk="0" hangingPunct="0">
              <a:defRPr sz="2400">
                <a:solidFill>
                  <a:schemeClr val="tx1"/>
                </a:solidFill>
                <a:latin typeface="Tempus Sans ITC" pitchFamily="82" charset="0"/>
              </a:defRPr>
            </a:lvl1pPr>
            <a:lvl2pPr marL="742950" indent="-285750" algn="ctr" defTabSz="860425" eaLnBrk="0" hangingPunct="0">
              <a:defRPr sz="2400">
                <a:solidFill>
                  <a:schemeClr val="tx1"/>
                </a:solidFill>
                <a:latin typeface="Tempus Sans ITC" pitchFamily="82" charset="0"/>
              </a:defRPr>
            </a:lvl2pPr>
            <a:lvl3pPr marL="1143000" indent="-228600" algn="ctr" defTabSz="860425" eaLnBrk="0" hangingPunct="0">
              <a:defRPr sz="2400">
                <a:solidFill>
                  <a:schemeClr val="tx1"/>
                </a:solidFill>
                <a:latin typeface="Tempus Sans ITC" pitchFamily="82" charset="0"/>
              </a:defRPr>
            </a:lvl3pPr>
            <a:lvl4pPr marL="1600200" indent="-228600" algn="ctr" defTabSz="860425" eaLnBrk="0" hangingPunct="0">
              <a:defRPr sz="2400">
                <a:solidFill>
                  <a:schemeClr val="tx1"/>
                </a:solidFill>
                <a:latin typeface="Tempus Sans ITC" pitchFamily="82" charset="0"/>
              </a:defRPr>
            </a:lvl4pPr>
            <a:lvl5pPr marL="2057400" indent="-228600" algn="ctr" defTabSz="860425" eaLnBrk="0" hangingPunct="0">
              <a:defRPr sz="2400">
                <a:solidFill>
                  <a:schemeClr val="tx1"/>
                </a:solidFill>
                <a:latin typeface="Tempus Sans ITC" pitchFamily="82" charset="0"/>
              </a:defRPr>
            </a:lvl5pPr>
            <a:lvl6pPr marL="2514600" indent="-228600" algn="ctr" defTabSz="860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empus Sans ITC" pitchFamily="82" charset="0"/>
              </a:defRPr>
            </a:lvl6pPr>
            <a:lvl7pPr marL="2971800" indent="-228600" algn="ctr" defTabSz="860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empus Sans ITC" pitchFamily="82" charset="0"/>
              </a:defRPr>
            </a:lvl7pPr>
            <a:lvl8pPr marL="3429000" indent="-228600" algn="ctr" defTabSz="860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empus Sans ITC" pitchFamily="82" charset="0"/>
              </a:defRPr>
            </a:lvl8pPr>
            <a:lvl9pPr marL="3886200" indent="-228600" algn="ctr" defTabSz="860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empus Sans ITC" pitchFamily="82" charset="0"/>
              </a:defRPr>
            </a:lvl9pPr>
          </a:lstStyle>
          <a:p>
            <a:pPr marL="0" marR="0" lvl="0" indent="0" algn="r" defTabSz="8604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C1012-C0CA-4A8B-A2E7-1C1409111B41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8604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8500"/>
            <a:ext cx="6192838" cy="3484563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951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B2D2-E09C-4648-A338-55667FBF3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1B0DD-7C89-4750-B8A6-794171A78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1E3E-4790-4B60-A19D-2DA60203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160DE-00D0-48EC-B04E-F33539B1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510BF-EE26-4BB4-ABC4-AD93D492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4011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ED11-F615-42FE-9E4A-6FC21B67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2802D-6774-47BC-826D-4A528E81B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610B5-1CC8-4084-963D-243265A7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62E69-741A-4606-8A7F-2BAB2EDD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E7C6E-7A92-459F-8B05-65DCD5E3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203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32CB-230B-47A9-BDEF-8E48BE2E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8CEA6-B160-4089-BC33-9AEDF42A1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0899A-8D99-4B54-A33B-14E877A3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5C0D-EE4D-42F3-BF9B-462B7669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B9E9B-A622-4137-BA17-E2C7C6FD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9886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D19A-8B42-400C-9C4D-DC9C3DD3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8334C-0726-4B16-90A2-439F3673D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3F558-847D-4D5E-8CE1-2802FF679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B3F9-5E94-4D2F-BFCD-B01652605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F09B5-6971-4278-A763-71578BC2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4865D-59F2-49B1-848F-9507D20B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0691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236D-13AD-42D9-8E9B-297863C1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72A2D-BB38-4F32-9F58-871CC4B8F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AA52C-5F20-4A2F-8D16-DEA683647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B983A-A547-40B2-81A2-87E4FABBE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7DC80-1551-49A0-9086-DE780F86F5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88282-4EB1-4A65-983C-25BE460C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32CD-D459-4935-A7A2-6E5235D0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019AA-DE84-40F6-891A-A0402B98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76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1ADB-C956-410B-B720-D0822D9A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AB839F-21FB-493E-990B-182F07E0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ADDF6-21C4-4025-861A-1ACE538A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C9B1D-C85E-4DAA-81B8-283ECB88C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937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DC27E-DC8C-418D-9B15-A81ED932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83378A-16F2-457F-A446-830C30AE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0639A-71BB-46D0-B437-E4CC2E42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8220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1BBB2-AACC-489C-A029-34720011F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9A95E-CEDA-4B13-87FB-60C029FBC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FD203-B516-42CC-9D5E-C4231BEFC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EA24-B8E5-41A9-9F89-A89669875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A9BE1-1F69-4D2A-A2F2-6506E335D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FD3FD-0C10-4BE0-BF55-CBC1A114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80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0350-CBE1-4BEC-90AB-01E49B6B4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F7B450-A525-4D1C-A744-4E5601625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2AFAE-F3BA-4E43-A5C7-9CC48A557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05CDC-10AE-4E16-8B21-44F97430C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F6D61-4C84-4B8F-B6DF-974AB39D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555E6-93A2-484E-93BC-02E376B7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6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9E40-5215-4137-9CCE-47D8F0D9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4FEDE-69F0-46A4-87BC-0376FE890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79994-A825-4EBE-9C53-0FFC46B5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F6EA-220B-49AE-8E0D-799F31D30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F9B3A-7995-480F-BA1A-8826CD8B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053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01EB4C-602E-443A-AC16-7097021A3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C0352-AC2B-4A72-A0BF-3943AF4EA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FA8DF-9BF7-451D-8491-CE45B48B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15418-459E-4ABA-9D1E-7CEC71D09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BE1CC-DBD2-4B3C-9E00-27D44678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3447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講道-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A74C-6192-4521-9388-84BAB3684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76" y="275775"/>
            <a:ext cx="11512248" cy="1039133"/>
          </a:xfrm>
        </p:spPr>
        <p:txBody>
          <a:bodyPr>
            <a:noAutofit/>
          </a:bodyPr>
          <a:lstStyle>
            <a:lvl1pPr>
              <a:defRPr sz="6000" baseline="0">
                <a:solidFill>
                  <a:schemeClr val="accent6">
                    <a:lumMod val="20000"/>
                    <a:lumOff val="80000"/>
                  </a:schemeClr>
                </a:solidFill>
                <a:latin typeface="Georgia" panose="02040502050405020303" pitchFamily="18" charset="0"/>
                <a:ea typeface="標楷體" panose="03000509000000000000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5877A-0568-40E9-A22F-7C25A0BCA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544702"/>
            <a:ext cx="11512248" cy="4828899"/>
          </a:xfrm>
          <a:noFill/>
        </p:spPr>
        <p:txBody>
          <a:bodyPr>
            <a:normAutofit/>
          </a:bodyPr>
          <a:lstStyle>
            <a:lvl1pPr marL="0" indent="0" hangingPunct="0">
              <a:spcBef>
                <a:spcPts val="600"/>
              </a:spcBef>
              <a:buNone/>
              <a:defRPr sz="6000">
                <a:solidFill>
                  <a:schemeClr val="bg1">
                    <a:lumMod val="9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451C2-7111-426F-8A1B-866798EDDB37}"/>
              </a:ext>
            </a:extLst>
          </p:cNvPr>
          <p:cNvCxnSpPr>
            <a:cxnSpLocks/>
          </p:cNvCxnSpPr>
          <p:nvPr userDrawn="1"/>
        </p:nvCxnSpPr>
        <p:spPr>
          <a:xfrm>
            <a:off x="339876" y="1429801"/>
            <a:ext cx="11512248" cy="0"/>
          </a:xfrm>
          <a:prstGeom prst="line">
            <a:avLst/>
          </a:prstGeom>
          <a:ln w="28575">
            <a:solidFill>
              <a:srgbClr val="7755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B6294E0-AE95-47DC-AD90-18B214C4E789}"/>
              </a:ext>
            </a:extLst>
          </p:cNvPr>
          <p:cNvGrpSpPr/>
          <p:nvPr userDrawn="1"/>
        </p:nvGrpSpPr>
        <p:grpSpPr>
          <a:xfrm>
            <a:off x="-111185" y="6411050"/>
            <a:ext cx="12303185" cy="499872"/>
            <a:chOff x="-111185" y="6411050"/>
            <a:chExt cx="12303185" cy="499872"/>
          </a:xfrm>
        </p:grpSpPr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16F39F9F-7BA8-4470-B38D-337EDD2DA5F9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0" y="6501649"/>
              <a:ext cx="12192000" cy="3563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1pPr>
              <a:lvl2pPr marL="742950" indent="-28575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2pPr>
              <a:lvl3pPr marL="11430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3pPr>
              <a:lvl4pPr marL="16002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4pPr>
              <a:lvl5pPr marL="20574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TW" altLang="en-GB" sz="1400" dirty="0">
                <a:latin typeface="DFHeiBold-B5" pitchFamily="49" charset="-120"/>
                <a:ea typeface="DFHeiMedium-B5" pitchFamily="49" charset="-120"/>
              </a:endParaRPr>
            </a:p>
          </p:txBody>
        </p:sp>
        <p:pic>
          <p:nvPicPr>
            <p:cNvPr id="28" name="Picture 27" descr="A close up of a logo&#10;&#10;Description automatically generated">
              <a:extLst>
                <a:ext uri="{FF2B5EF4-FFF2-40B4-BE49-F238E27FC236}">
                  <a16:creationId xmlns:a16="http://schemas.microsoft.com/office/drawing/2014/main" id="{94052B55-68E0-4E49-8556-FAA8F943A8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5867"/>
            <a:stretch/>
          </p:blipFill>
          <p:spPr>
            <a:xfrm>
              <a:off x="-111185" y="6411050"/>
              <a:ext cx="4514850" cy="499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9627990"/>
      </p:ext>
    </p:extLst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信經主禱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tained glass window&#10;&#10;Description automatically generated with low confidence">
            <a:extLst>
              <a:ext uri="{FF2B5EF4-FFF2-40B4-BE49-F238E27FC236}">
                <a16:creationId xmlns:a16="http://schemas.microsoft.com/office/drawing/2014/main" id="{E85E7ACE-E9B3-407F-911B-5B100CCA2B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57A74C-6192-4521-9388-84BAB3684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76" y="275775"/>
            <a:ext cx="11512248" cy="1039133"/>
          </a:xfr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kern="1200" baseline="0" dirty="0">
                <a:solidFill>
                  <a:schemeClr val="accent6">
                    <a:lumMod val="20000"/>
                    <a:lumOff val="80000"/>
                  </a:schemeClr>
                </a:solidFill>
                <a:latin typeface="Georgia" panose="02040502050405020303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5877A-0568-40E9-A22F-7C25A0BCA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544702"/>
            <a:ext cx="11512248" cy="4828899"/>
          </a:xfrm>
          <a:noFill/>
        </p:spPr>
        <p:txBody>
          <a:bodyPr>
            <a:normAutofit/>
          </a:bodyPr>
          <a:lstStyle>
            <a:lvl1pPr marL="0" indent="0" hangingPunct="0">
              <a:spcBef>
                <a:spcPts val="600"/>
              </a:spcBef>
              <a:buNone/>
              <a:defRPr sz="60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451C2-7111-426F-8A1B-866798EDDB37}"/>
              </a:ext>
            </a:extLst>
          </p:cNvPr>
          <p:cNvCxnSpPr>
            <a:cxnSpLocks/>
          </p:cNvCxnSpPr>
          <p:nvPr userDrawn="1"/>
        </p:nvCxnSpPr>
        <p:spPr>
          <a:xfrm>
            <a:off x="339876" y="1429801"/>
            <a:ext cx="11512248" cy="0"/>
          </a:xfrm>
          <a:prstGeom prst="line">
            <a:avLst/>
          </a:prstGeom>
          <a:ln w="28575">
            <a:solidFill>
              <a:srgbClr val="7755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97B538-EDA5-4941-ACBD-928C3648467D}"/>
              </a:ext>
            </a:extLst>
          </p:cNvPr>
          <p:cNvGrpSpPr/>
          <p:nvPr userDrawn="1"/>
        </p:nvGrpSpPr>
        <p:grpSpPr>
          <a:xfrm>
            <a:off x="-111185" y="6411050"/>
            <a:ext cx="12303185" cy="499872"/>
            <a:chOff x="-111185" y="6411050"/>
            <a:chExt cx="12303185" cy="499872"/>
          </a:xfrm>
        </p:grpSpPr>
        <p:sp>
          <p:nvSpPr>
            <p:cNvPr id="12" name="Rectangle 28">
              <a:extLst>
                <a:ext uri="{FF2B5EF4-FFF2-40B4-BE49-F238E27FC236}">
                  <a16:creationId xmlns:a16="http://schemas.microsoft.com/office/drawing/2014/main" id="{B254B5E8-9EAC-4A46-8CFD-6A7C41FC32A3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0" y="6501649"/>
              <a:ext cx="12192000" cy="3563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1pPr>
              <a:lvl2pPr marL="742950" indent="-28575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2pPr>
              <a:lvl3pPr marL="11430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3pPr>
              <a:lvl4pPr marL="16002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4pPr>
              <a:lvl5pPr marL="20574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TW" altLang="en-GB" sz="1400" dirty="0">
                <a:latin typeface="DFHeiBold-B5" pitchFamily="49" charset="-120"/>
                <a:ea typeface="DFHeiMedium-B5" pitchFamily="49" charset="-120"/>
              </a:endParaRPr>
            </a:p>
          </p:txBody>
        </p:sp>
        <p:pic>
          <p:nvPicPr>
            <p:cNvPr id="13" name="Picture 12" descr="A close up of a logo&#10;&#10;Description automatically generated">
              <a:extLst>
                <a:ext uri="{FF2B5EF4-FFF2-40B4-BE49-F238E27FC236}">
                  <a16:creationId xmlns:a16="http://schemas.microsoft.com/office/drawing/2014/main" id="{B88239BB-FD9B-43A6-90DC-6E8C85466F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5867"/>
            <a:stretch/>
          </p:blipFill>
          <p:spPr>
            <a:xfrm>
              <a:off x="-111185" y="6411050"/>
              <a:ext cx="4514850" cy="499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7590170"/>
      </p:ext>
    </p:extLst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信經主禱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tained glass window&#10;&#10;Description automatically generated with low confidence">
            <a:extLst>
              <a:ext uri="{FF2B5EF4-FFF2-40B4-BE49-F238E27FC236}">
                <a16:creationId xmlns:a16="http://schemas.microsoft.com/office/drawing/2014/main" id="{E8F81B36-B705-422A-AE3B-BCB14A62D0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5877A-0568-40E9-A22F-7C25A0BCA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544698"/>
            <a:ext cx="11512248" cy="4856419"/>
          </a:xfrm>
          <a:noFill/>
        </p:spPr>
        <p:txBody>
          <a:bodyPr>
            <a:normAutofit/>
          </a:bodyPr>
          <a:lstStyle>
            <a:lvl1pPr marL="0" indent="0" hangingPunct="0">
              <a:spcBef>
                <a:spcPts val="600"/>
              </a:spcBef>
              <a:buNone/>
              <a:defRPr lang="en-US" sz="6000" kern="12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marL="0" lvl="0" indent="0" algn="l" defTabSz="914400" rtl="0" eaLnBrk="1" latinLnBrk="0" hangingPunct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384A1C43-014C-44E7-9425-E87FF6DC9D54}"/>
              </a:ext>
            </a:extLst>
          </p:cNvPr>
          <p:cNvSpPr>
            <a:spLocks noChangeArrowheads="1"/>
          </p:cNvSpPr>
          <p:nvPr userDrawn="1"/>
        </p:nvSpPr>
        <p:spPr bwMode="blackWhite">
          <a:xfrm>
            <a:off x="0" y="6356359"/>
            <a:ext cx="12192000" cy="501649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1pPr>
            <a:lvl2pPr marL="742950" indent="-28575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2pPr>
            <a:lvl3pPr marL="11430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3pPr>
            <a:lvl4pPr marL="16002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4pPr>
            <a:lvl5pPr marL="20574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endParaRPr lang="zh-TW" altLang="en-GB" sz="1600" dirty="0">
              <a:solidFill>
                <a:schemeClr val="bg2">
                  <a:lumMod val="90000"/>
                </a:schemeClr>
              </a:solidFill>
              <a:latin typeface="Lucida Calligraphy" panose="03010101010101010101" pitchFamily="66" charset="0"/>
              <a:ea typeface="DFHeiMedium-B5" pitchFamily="49" charset="-12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CD27DB2-3762-4524-BA9C-3994BD667506}"/>
              </a:ext>
            </a:extLst>
          </p:cNvPr>
          <p:cNvGrpSpPr/>
          <p:nvPr userDrawn="1"/>
        </p:nvGrpSpPr>
        <p:grpSpPr>
          <a:xfrm>
            <a:off x="-111185" y="6411050"/>
            <a:ext cx="12303185" cy="499872"/>
            <a:chOff x="-111185" y="6411050"/>
            <a:chExt cx="12303185" cy="499872"/>
          </a:xfrm>
        </p:grpSpPr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C0E42DC5-DA82-44D8-877C-5254173A32B3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0" y="6501649"/>
              <a:ext cx="12192000" cy="3563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1pPr>
              <a:lvl2pPr marL="742950" indent="-28575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2pPr>
              <a:lvl3pPr marL="11430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3pPr>
              <a:lvl4pPr marL="16002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4pPr>
              <a:lvl5pPr marL="20574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TW" altLang="en-GB" sz="1400" dirty="0">
                <a:latin typeface="DFHeiBold-B5" pitchFamily="49" charset="-120"/>
                <a:ea typeface="DFHeiMedium-B5" pitchFamily="49" charset="-120"/>
              </a:endParaRPr>
            </a:p>
          </p:txBody>
        </p:sp>
        <p:pic>
          <p:nvPicPr>
            <p:cNvPr id="11" name="Picture 10" descr="A close up of a logo&#10;&#10;Description automatically generated">
              <a:extLst>
                <a:ext uri="{FF2B5EF4-FFF2-40B4-BE49-F238E27FC236}">
                  <a16:creationId xmlns:a16="http://schemas.microsoft.com/office/drawing/2014/main" id="{D459CB9C-1D58-46C3-B079-D4A8B29146E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5867"/>
            <a:stretch/>
          </p:blipFill>
          <p:spPr>
            <a:xfrm>
              <a:off x="-111185" y="6411050"/>
              <a:ext cx="4514850" cy="499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0227909"/>
      </p:ext>
    </p:extLst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詩歌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609" y="1753894"/>
            <a:ext cx="11630783" cy="4793066"/>
          </a:xfrm>
        </p:spPr>
        <p:txBody>
          <a:bodyPr>
            <a:normAutofit/>
          </a:bodyPr>
          <a:lstStyle>
            <a:lvl1pPr marL="120648" indent="0" hangingPunct="0">
              <a:buNone/>
              <a:defRPr lang="en-US" sz="6000" kern="12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hangingPunct="0">
              <a:defRPr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hangingPunct="0">
              <a:defRPr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hangingPunct="0">
              <a:defRPr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hangingPunct="0">
              <a:defRPr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endParaRPr lang="zh-TW" altLang="en-US" dirty="0"/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id="{48926E3A-0D94-49AD-9DE0-9FADB4A8B2E2}"/>
              </a:ext>
            </a:extLst>
          </p:cNvPr>
          <p:cNvSpPr>
            <a:spLocks noChangeArrowheads="1"/>
          </p:cNvSpPr>
          <p:nvPr userDrawn="1"/>
        </p:nvSpPr>
        <p:spPr bwMode="blackWhite">
          <a:xfrm>
            <a:off x="0" y="1116232"/>
            <a:ext cx="12192000" cy="43031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1pPr>
            <a:lvl2pPr marL="742950" indent="-28575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2pPr>
            <a:lvl3pPr marL="11430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3pPr>
            <a:lvl4pPr marL="16002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4pPr>
            <a:lvl5pPr marL="20574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zh-TW" altLang="en-GB" sz="1400" dirty="0">
              <a:latin typeface="DFHeiBold-B5" pitchFamily="49" charset="-120"/>
              <a:ea typeface="DFHeiMedium-B5" pitchFamily="49" charset="-12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4E4C608-4591-4594-843B-5259CCC9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34" y="145989"/>
            <a:ext cx="11651858" cy="852616"/>
          </a:xfrm>
        </p:spPr>
        <p:txBody>
          <a:bodyPr>
            <a:noAutofit/>
          </a:bodyPr>
          <a:lstStyle>
            <a:lvl1pPr marL="2397125" indent="0" algn="r">
              <a:defRPr sz="6000" baseline="0">
                <a:solidFill>
                  <a:schemeClr val="accent6">
                    <a:lumMod val="20000"/>
                    <a:lumOff val="80000"/>
                  </a:schemeClr>
                </a:solidFill>
                <a:latin typeface="Georgia" panose="02040502050405020303" pitchFamily="18" charset="0"/>
                <a:ea typeface="華康歐陽詢體W5" panose="03000509000000000000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7F0400F0-250C-48EB-B8EE-CCA800E4B4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0609" y="1174215"/>
            <a:ext cx="11630783" cy="372335"/>
          </a:xfrm>
        </p:spPr>
        <p:txBody>
          <a:bodyPr>
            <a:normAutofit/>
          </a:bodyPr>
          <a:lstStyle>
            <a:lvl1pPr marL="2397125" indent="0" algn="r">
              <a:lnSpc>
                <a:spcPct val="100000"/>
              </a:lnSpc>
              <a:buNone/>
              <a:defRPr lang="en-US" altLang="zh-TW" sz="2800" baseline="0" dirty="0" smtClean="0">
                <a:solidFill>
                  <a:srgbClr val="AC999F"/>
                </a:solidFill>
                <a:latin typeface="Georgia" panose="02040502050405020303" pitchFamily="18" charset="0"/>
                <a:ea typeface="華康仿宋體W6" panose="02020609000000000000" pitchFamily="49" charset="-120"/>
                <a:cs typeface="+mn-cs"/>
              </a:defRPr>
            </a:lvl1pPr>
            <a:lvl2pPr marL="342891" indent="0">
              <a:buNone/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pic>
        <p:nvPicPr>
          <p:cNvPr id="6" name="Picture 5" descr="A picture containing indoor, set&#10;&#10;Description automatically generated">
            <a:extLst>
              <a:ext uri="{FF2B5EF4-FFF2-40B4-BE49-F238E27FC236}">
                <a16:creationId xmlns:a16="http://schemas.microsoft.com/office/drawing/2014/main" id="{446196DE-38F3-407B-ABFA-14A2BC8795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53234" y="5036777"/>
            <a:ext cx="5038766" cy="182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2782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49B4B8-4F8A-46FB-A84C-AD72F444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B8719-B4CA-4AB0-8B78-BA1737AC9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F2AAD-F54E-4B0D-8629-CFC035188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7370-E64D-41F6-BE41-B93BEC21F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F0750-0D6F-460F-B194-946E66DB9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366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  <p:sldLayoutId id="2147484068" r:id="rId12"/>
    <p:sldLayoutId id="2147484069" r:id="rId13"/>
    <p:sldLayoutId id="2147484070" r:id="rId14"/>
    <p:sldLayoutId id="2147484071" r:id="rId15"/>
  </p:sldLayoutIdLst>
  <p:transition spd="med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ED5228C5-66F6-30A8-8F1D-F97FB56E5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上帝自然至尊無對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82C985BC-DCBF-A097-8833-929DD44D0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上帝自然至尊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bû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對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zh-TW" altLang="en-US" u="sng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人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大家應該敬畏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聖會無論貧賤富貴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舉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頭盼望天頂座位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7DC2E3C-C8DA-84E7-EA67-7321F28BB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上帝自然至尊無對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4F9F6DF-AB57-5BC6-6472-9E1DC9FC51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耶穌權能極大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(bô)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救人靈魂永活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我心欣慕恩典慈悲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深深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思念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(siàu-liām)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趁早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C8CEAFE-BE65-EA26-EFE0-8392ADF63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上帝自然至尊無對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14BB900-63B9-B426-2EAE-1E4DE0303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盡心盡力虔誠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服事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(ho̍k-sāi)</a:t>
            </a:r>
            <a:r>
              <a:rPr lang="en-US" altLang="zh-TW" sz="3200" b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時時刻刻真實敬拜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遇著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(gū-tio̍h)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對敵設計傷害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我靠上帝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穩當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(ún-tàng)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礙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(gāi)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0B52C13-250F-E308-8039-7EBC7217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9A157CD-2197-AA8D-0D65-34EC7CAFC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4525963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我曽吞忍等候耶和華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俯落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Arial" panose="020B0604020202020204" pitchFamily="34" charset="0"/>
                <a:ea typeface="標楷體" panose="03000509000000000000" pitchFamily="49" charset="-120"/>
              </a:rPr>
              <a:t>向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àⁿ-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ǹg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聽我的求叫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0F6ACB5-EE0B-6535-C22C-62F5873B1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8FB75AC-316D-15D1-48BB-7CC37F79A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43000"/>
            <a:ext cx="12192000" cy="5486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祂從可驚的陷坑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土泥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thô-bê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牽我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起來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nl-NL" altLang="zh-TW" u="sng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我的脚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石磐頂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我的脚步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chāi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ngó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sz="3200" b="0" dirty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AC6A9F7-EE92-40FE-BB30-C6AFBCA6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26E8986-6B40-EC1D-5667-16022590E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4525963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祂使我的嘴唱新的歌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阮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的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的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 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 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多多人必看見來驚畏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倚靠耶和華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9B5A14A-E6F0-E5AA-A726-2E99A25A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63A910B-4982-76B3-5E6C-B2329D8F0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43000"/>
            <a:ext cx="12192000" cy="52578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獨獨倚靠耶和華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插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chhap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那個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驕傲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kiau-ngō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lnSpc>
                <a:spcPct val="90000"/>
              </a:lnSpc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以及偏向虛假的人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此號人有福氣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lnSpc>
                <a:spcPct val="90000"/>
              </a:lnSpc>
            </a:pPr>
            <a:endParaRPr lang="zh-TW" altLang="en-US" sz="3200" b="0" dirty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D85E30F-6003-4D1F-004A-2C6273D7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AE36C4F-3E0D-211E-8970-714F2C2C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耶和華我的上帝啊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祢所行的奇事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nl-NL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以及祢對阮所存的念頭真多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nl-NL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BF3395C-C245-37E7-C960-C2896096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8A69BA9-A8E9-19D4-FA5D-3560EAE21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不能對祢排列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nā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要提起來講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個數額算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不了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bōe-liáu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sz="4000" dirty="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C4EC1B5-7F99-8546-C955-F32345DE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A39E9F1-E635-A12C-9141-054F82E5E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00200"/>
            <a:ext cx="12192000" cy="525780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祭祀及禮物祢無歡喜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燒祭及贖罪祭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祢無愛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(tih)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sz="40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34BB91A-58AB-4975-E5C1-47ACF696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9EB20E7-24DF-773C-D61F-F4C051BA7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71600"/>
            <a:ext cx="12192000" cy="525780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彼時我講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你看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我來了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我的事已經記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tī  chheh)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裡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58A5BEF-AA20-9A06-B23F-2669F28E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F47C835-0743-FC63-4AF3-A1161BE8F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我的上帝啊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祢的旨意我歡喜趁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nl-NL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祢的律法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85178" y="2786743"/>
            <a:ext cx="749435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 dirty="0" err="1">
                <a:solidFill>
                  <a:srgbClr val="66FFFF"/>
                </a:solidFill>
                <a:latin typeface="標楷體"/>
              </a:rPr>
              <a:t>獻詩</a:t>
            </a:r>
            <a:r>
              <a:rPr sz="6000" b="1" dirty="0">
                <a:solidFill>
                  <a:srgbClr val="66FFFF"/>
                </a:solidFill>
                <a:latin typeface="標楷體"/>
              </a:rPr>
              <a:t>: </a:t>
            </a:r>
            <a:r>
              <a:rPr sz="6000" b="1" dirty="0" err="1">
                <a:solidFill>
                  <a:srgbClr val="66FFFF"/>
                </a:solidFill>
                <a:latin typeface="標楷體"/>
              </a:rPr>
              <a:t>如鹿切慕溪水</a:t>
            </a:r>
            <a:r>
              <a:rPr sz="6000" b="1" dirty="0">
                <a:solidFill>
                  <a:srgbClr val="66FFFF"/>
                </a:solidFill>
                <a:latin typeface="標楷體"/>
              </a:rPr>
              <a:t> </a:t>
            </a:r>
            <a:br>
              <a:rPr lang="en-US" sz="6000" b="1" dirty="0">
                <a:solidFill>
                  <a:srgbClr val="66FFFF"/>
                </a:solidFill>
                <a:latin typeface="標楷體"/>
              </a:rPr>
            </a:br>
            <a:r>
              <a:rPr sz="6000" b="1" dirty="0" err="1">
                <a:solidFill>
                  <a:srgbClr val="66FFFF"/>
                </a:solidFill>
                <a:latin typeface="標楷體"/>
              </a:rPr>
              <a:t>Elmhurst分區</a:t>
            </a:r>
            <a:endParaRPr sz="6000" b="1" dirty="0">
              <a:solidFill>
                <a:srgbClr val="66FFFF"/>
              </a:solidFill>
              <a:latin typeface="標楷體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如鹿切慕溪水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好像鹿地渴慕溪水</a:t>
            </a:r>
            <a:endParaRPr dirty="0"/>
          </a:p>
          <a:p>
            <a:r>
              <a:rPr dirty="0" err="1"/>
              <a:t>我的心切切欣慕祢</a:t>
            </a:r>
            <a:endParaRPr dirty="0"/>
          </a:p>
          <a:p>
            <a:r>
              <a:rPr dirty="0" err="1"/>
              <a:t>獨獨祢是我心所愛</a:t>
            </a:r>
            <a:endParaRPr dirty="0"/>
          </a:p>
          <a:p>
            <a:r>
              <a:rPr dirty="0" err="1"/>
              <a:t>我渴慕向祢敬拜</a:t>
            </a:r>
            <a:endParaRPr dirty="0"/>
          </a:p>
          <a:p>
            <a:r>
              <a:rPr dirty="0" err="1"/>
              <a:t>祢是我氣力與盾牌</a:t>
            </a:r>
            <a:br>
              <a:rPr lang="en-US" dirty="0"/>
            </a:br>
            <a:r>
              <a:rPr lang="zh-TW" altLang="en-US" dirty="0"/>
              <a:t>祢是我靈獨一大主宰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如鹿切慕溪水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獨獨祢是我心所愛</a:t>
            </a:r>
            <a:endParaRPr dirty="0"/>
          </a:p>
          <a:p>
            <a:r>
              <a:rPr dirty="0" err="1"/>
              <a:t>我渴慕向祢敬拜</a:t>
            </a:r>
            <a:endParaRPr dirty="0"/>
          </a:p>
          <a:p>
            <a:r>
              <a:rPr dirty="0" err="1"/>
              <a:t>祢是我的朋友至親</a:t>
            </a:r>
            <a:endParaRPr dirty="0"/>
          </a:p>
          <a:p>
            <a:r>
              <a:rPr dirty="0" err="1"/>
              <a:t>雖然祢是至高君王</a:t>
            </a:r>
            <a:endParaRPr dirty="0"/>
          </a:p>
          <a:p>
            <a:r>
              <a:rPr dirty="0" err="1"/>
              <a:t>獨獨祢是我心意愛</a:t>
            </a:r>
            <a:br>
              <a:rPr lang="en-US" dirty="0"/>
            </a:br>
            <a:r>
              <a:rPr lang="zh-TW" altLang="en-US" dirty="0"/>
              <a:t>我愛祢贏過一切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如鹿切慕溪水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祢是我氣力與盾牌</a:t>
            </a:r>
            <a:endParaRPr dirty="0"/>
          </a:p>
          <a:p>
            <a:r>
              <a:rPr dirty="0" err="1"/>
              <a:t>祢是我靈獨一大主宰</a:t>
            </a:r>
            <a:endParaRPr dirty="0"/>
          </a:p>
          <a:p>
            <a:r>
              <a:rPr dirty="0" err="1"/>
              <a:t>獨獨祢是我心所愛</a:t>
            </a:r>
            <a:endParaRPr dirty="0"/>
          </a:p>
          <a:p>
            <a:r>
              <a:rPr dirty="0" err="1"/>
              <a:t>我渴慕向祢敬拜</a:t>
            </a:r>
            <a:endParaRPr dirty="0"/>
          </a:p>
          <a:p>
            <a:r>
              <a:rPr dirty="0" err="1"/>
              <a:t>我愛祢較贏過金銀</a:t>
            </a:r>
            <a:br>
              <a:rPr lang="en-US" dirty="0"/>
            </a:br>
            <a:r>
              <a:rPr lang="zh-TW" altLang="en-US" dirty="0"/>
              <a:t>只有祢使我心滿足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如鹿切慕溪</a:t>
            </a:r>
            <a:r>
              <a:rPr lang="zh-TW" altLang="en-US" dirty="0"/>
              <a:t>水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獨獨祢是喜樂泉源</a:t>
            </a:r>
            <a:endParaRPr dirty="0"/>
          </a:p>
          <a:p>
            <a:r>
              <a:rPr dirty="0" err="1"/>
              <a:t>是我所意愛無比</a:t>
            </a:r>
            <a:endParaRPr dirty="0"/>
          </a:p>
          <a:p>
            <a:r>
              <a:rPr dirty="0"/>
              <a:t>*</a:t>
            </a:r>
            <a:r>
              <a:rPr dirty="0" err="1"/>
              <a:t>祢是我氣力與盾牌</a:t>
            </a:r>
            <a:endParaRPr dirty="0"/>
          </a:p>
          <a:p>
            <a:r>
              <a:rPr dirty="0" err="1"/>
              <a:t>祢是我靈獨一大主宰</a:t>
            </a:r>
            <a:endParaRPr dirty="0"/>
          </a:p>
          <a:p>
            <a:r>
              <a:rPr dirty="0" err="1"/>
              <a:t>獨獨祢是我心所愛</a:t>
            </a:r>
            <a:br>
              <a:rPr lang="en-US" dirty="0"/>
            </a:br>
            <a:r>
              <a:rPr lang="zh-TW" altLang="en-US" dirty="0"/>
              <a:t>我渴慕向祢敬拜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682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dirty="0" err="1">
                <a:solidFill>
                  <a:srgbClr val="66FFFF"/>
                </a:solidFill>
                <a:latin typeface="DFKai-SB"/>
              </a:rPr>
              <a:t>經文</a:t>
            </a:r>
            <a:endParaRPr sz="6600" b="1" dirty="0">
              <a:solidFill>
                <a:srgbClr val="66FFFF"/>
              </a:solidFill>
              <a:latin typeface="DFKai-SB"/>
            </a:endParaRPr>
          </a:p>
          <a:p>
            <a:pPr algn="ctr"/>
            <a:r>
              <a:rPr lang="zh-TW" altLang="en-US" sz="7200" b="1" dirty="0">
                <a:latin typeface="DFKai-SB"/>
              </a:rPr>
              <a:t>詩篇 </a:t>
            </a:r>
            <a:r>
              <a:rPr lang="en-US" altLang="zh-TW" sz="7200" b="1" dirty="0">
                <a:latin typeface="DFKai-SB"/>
              </a:rPr>
              <a:t>146:1-10</a:t>
            </a:r>
            <a:endParaRPr sz="7200" b="1" dirty="0">
              <a:latin typeface="DFKai-SB"/>
            </a:endParaRPr>
          </a:p>
          <a:p>
            <a:pPr algn="ctr"/>
            <a:r>
              <a:rPr sz="5400" b="1" dirty="0">
                <a:latin typeface="標楷體"/>
              </a:rPr>
              <a:t>(</a:t>
            </a:r>
            <a:r>
              <a:rPr lang="en-US" sz="5400" b="1" dirty="0">
                <a:latin typeface="標楷體"/>
              </a:rPr>
              <a:t>舊</a:t>
            </a:r>
            <a:r>
              <a:rPr sz="5400" b="1" dirty="0">
                <a:latin typeface="標楷體"/>
              </a:rPr>
              <a:t>約第</a:t>
            </a:r>
            <a:r>
              <a:rPr lang="en-US" altLang="zh-TW" sz="5400" b="1" dirty="0">
                <a:solidFill>
                  <a:srgbClr val="FFFF00"/>
                </a:solidFill>
                <a:latin typeface="標楷體"/>
              </a:rPr>
              <a:t>725</a:t>
            </a:r>
            <a:r>
              <a:rPr sz="5400" b="1" dirty="0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1.</a:t>
            </a:r>
            <a:r>
              <a:rPr lang="zh-TW" altLang="en-US" sz="5400" b="1" dirty="0">
                <a:latin typeface="DFKai-SB"/>
              </a:rPr>
              <a:t>你們要讚美耶和華！我的心哪，你要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讚美耶和華！</a:t>
            </a:r>
          </a:p>
          <a:p>
            <a:r>
              <a:rPr lang="en-US" altLang="zh-TW" sz="5400" b="1" dirty="0">
                <a:latin typeface="DFKai-SB"/>
              </a:rPr>
              <a:t>2.</a:t>
            </a:r>
            <a:r>
              <a:rPr lang="zh-TW" altLang="en-US" sz="5400" b="1" dirty="0">
                <a:latin typeface="DFKai-SB"/>
              </a:rPr>
              <a:t>我一生要讚美耶和華！我還活的時候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要歌頌我的　神！</a:t>
            </a:r>
          </a:p>
          <a:p>
            <a:r>
              <a:rPr lang="en-US" altLang="zh-TW" sz="5400" b="1" dirty="0">
                <a:latin typeface="DFKai-SB"/>
              </a:rPr>
              <a:t>3.</a:t>
            </a:r>
            <a:r>
              <a:rPr lang="zh-TW" altLang="en-US" sz="5400" b="1" dirty="0">
                <a:latin typeface="DFKai-SB"/>
              </a:rPr>
              <a:t>你們不要倚靠君王，不要倚靠世人；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他一點不能幫助。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D5002-8DD0-B4DB-1353-E5A59DADF47B}"/>
              </a:ext>
            </a:extLst>
          </p:cNvPr>
          <p:cNvSpPr txBox="1"/>
          <p:nvPr/>
        </p:nvSpPr>
        <p:spPr>
          <a:xfrm>
            <a:off x="4208303" y="0"/>
            <a:ext cx="377539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詩篇 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146</a:t>
            </a:r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：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1-10</a:t>
            </a:r>
            <a:endParaRPr sz="4000" b="1" u="sng" dirty="0">
              <a:solidFill>
                <a:srgbClr val="66FFFF"/>
              </a:solidFill>
              <a:latin typeface="標楷體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D556C-0B0E-FAB7-D406-0CD16245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707F1-BE0C-106A-E562-6A816B486762}"/>
              </a:ext>
            </a:extLst>
          </p:cNvPr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4.</a:t>
            </a:r>
            <a:r>
              <a:rPr lang="zh-TW" altLang="en-US" sz="5400" b="1" dirty="0">
                <a:latin typeface="DFKai-SB"/>
              </a:rPr>
              <a:t>他的氣一斷，就歸回塵土；他所打算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的，當日就消滅了。</a:t>
            </a:r>
          </a:p>
          <a:p>
            <a:r>
              <a:rPr lang="en-US" altLang="zh-TW" sz="5400" b="1" dirty="0">
                <a:latin typeface="DFKai-SB"/>
              </a:rPr>
              <a:t>5.</a:t>
            </a:r>
            <a:r>
              <a:rPr lang="zh-TW" altLang="en-US" sz="5400" b="1" dirty="0">
                <a:latin typeface="DFKai-SB"/>
              </a:rPr>
              <a:t>以雅各的神為幫助、仰望耶和華─他　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神的，這人便為有福！</a:t>
            </a:r>
          </a:p>
          <a:p>
            <a:r>
              <a:rPr lang="en-US" altLang="zh-TW" sz="5400" b="1" dirty="0">
                <a:latin typeface="DFKai-SB"/>
              </a:rPr>
              <a:t>6.</a:t>
            </a:r>
            <a:r>
              <a:rPr lang="zh-TW" altLang="en-US" sz="5400" b="1" dirty="0">
                <a:latin typeface="DFKai-SB"/>
              </a:rPr>
              <a:t>耶和華造天、地、海，和其中的萬物；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他守誠實，直到永遠。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94A739-7487-794B-608D-D44292CB7241}"/>
              </a:ext>
            </a:extLst>
          </p:cNvPr>
          <p:cNvSpPr txBox="1"/>
          <p:nvPr/>
        </p:nvSpPr>
        <p:spPr>
          <a:xfrm>
            <a:off x="4208303" y="0"/>
            <a:ext cx="377539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詩篇 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146</a:t>
            </a:r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：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1-10</a:t>
            </a:r>
            <a:endParaRPr sz="4000" b="1" u="sng" dirty="0">
              <a:solidFill>
                <a:srgbClr val="66FFFF"/>
              </a:solidFill>
              <a:latin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887103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CA52-1CD8-C4CD-4018-6E82E1EC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7BFC1F-D2D3-DBA5-4A0F-79A90ED5CB58}"/>
              </a:ext>
            </a:extLst>
          </p:cNvPr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7.</a:t>
            </a:r>
            <a:r>
              <a:rPr lang="zh-TW" altLang="en-US" sz="5400" b="1" dirty="0">
                <a:latin typeface="DFKai-SB"/>
              </a:rPr>
              <a:t>他為受屈的伸冤，賜食物與飢餓的。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耶和華釋放被囚的；</a:t>
            </a:r>
          </a:p>
          <a:p>
            <a:r>
              <a:rPr lang="en-US" altLang="zh-TW" sz="5400" b="1" dirty="0">
                <a:latin typeface="DFKai-SB"/>
              </a:rPr>
              <a:t>8.</a:t>
            </a:r>
            <a:r>
              <a:rPr lang="zh-TW" altLang="en-US" sz="5400" b="1" dirty="0">
                <a:latin typeface="DFKai-SB"/>
              </a:rPr>
              <a:t>耶和華開了瞎子的眼睛；耶和華扶起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被壓下的人。耶和華喜愛義人。</a:t>
            </a:r>
          </a:p>
          <a:p>
            <a:r>
              <a:rPr lang="en-US" altLang="zh-TW" sz="5400" b="1" dirty="0">
                <a:latin typeface="DFKai-SB"/>
              </a:rPr>
              <a:t>9.</a:t>
            </a:r>
            <a:r>
              <a:rPr lang="zh-TW" altLang="en-US" sz="5400" b="1" dirty="0">
                <a:latin typeface="DFKai-SB"/>
              </a:rPr>
              <a:t>耶和華保護寄居的，扶持孤兒和寡婦，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卻使惡人的道路彎曲。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7EB813-3C13-54EC-EE31-56C9A0275FEE}"/>
              </a:ext>
            </a:extLst>
          </p:cNvPr>
          <p:cNvSpPr txBox="1"/>
          <p:nvPr/>
        </p:nvSpPr>
        <p:spPr>
          <a:xfrm>
            <a:off x="4208303" y="0"/>
            <a:ext cx="377539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詩篇 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146</a:t>
            </a:r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：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1-10</a:t>
            </a:r>
            <a:endParaRPr sz="4000" b="1" u="sng" dirty="0">
              <a:solidFill>
                <a:srgbClr val="66FFFF"/>
              </a:solidFill>
              <a:latin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28667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3EB59-BADA-9A25-6B78-11FA43E0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BF5724-4120-DCC5-E52C-79926462D81C}"/>
              </a:ext>
            </a:extLst>
          </p:cNvPr>
          <p:cNvSpPr txBox="1"/>
          <p:nvPr/>
        </p:nvSpPr>
        <p:spPr>
          <a:xfrm>
            <a:off x="-22035" y="815926"/>
            <a:ext cx="125371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10.</a:t>
            </a:r>
            <a:r>
              <a:rPr lang="zh-TW" altLang="en-US" sz="5400" b="1" dirty="0">
                <a:latin typeface="DFKai-SB"/>
              </a:rPr>
              <a:t>耶和華要作王，直到永遠！錫安哪，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你的　神要作王，直到萬代！你們要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>
                <a:latin typeface="DFKai-SB"/>
              </a:rPr>
              <a:t>   讚美</a:t>
            </a:r>
            <a:r>
              <a:rPr lang="zh-TW" altLang="en-US" sz="5400" b="1" dirty="0">
                <a:latin typeface="DFKai-SB"/>
              </a:rPr>
              <a:t>耶和華！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BDFD0-DF76-0A48-50EE-B2CF3FC0EB8D}"/>
              </a:ext>
            </a:extLst>
          </p:cNvPr>
          <p:cNvSpPr txBox="1"/>
          <p:nvPr/>
        </p:nvSpPr>
        <p:spPr>
          <a:xfrm>
            <a:off x="4208303" y="0"/>
            <a:ext cx="377539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詩篇 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146</a:t>
            </a:r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：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1-10</a:t>
            </a:r>
            <a:endParaRPr sz="4000" b="1" u="sng" dirty="0">
              <a:solidFill>
                <a:srgbClr val="66FFFF"/>
              </a:solidFill>
              <a:latin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2187403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7200" dirty="0"/>
          </a:p>
          <a:p>
            <a:r>
              <a:rPr sz="7200" dirty="0" err="1"/>
              <a:t>讚美神是我們真正的救助者</a:t>
            </a:r>
            <a:r>
              <a:rPr sz="5000" b="1" dirty="0">
                <a:latin typeface="DFKai-SB"/>
              </a:rPr>
              <a:t>                                </a:t>
            </a:r>
            <a:br>
              <a:rPr lang="en-US" sz="5000" b="1" dirty="0">
                <a:latin typeface="DFKai-SB"/>
              </a:rPr>
            </a:br>
            <a:r>
              <a:rPr lang="en-US" sz="5000" b="1" dirty="0">
                <a:latin typeface="DFKai-SB"/>
              </a:rPr>
              <a:t>        </a:t>
            </a:r>
            <a:r>
              <a:rPr sz="4400" b="1" dirty="0" err="1">
                <a:latin typeface="標楷體"/>
              </a:rPr>
              <a:t>林恆生牧師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tone&#10;&#10;Description automatically generated">
            <a:extLst>
              <a:ext uri="{FF2B5EF4-FFF2-40B4-BE49-F238E27FC236}">
                <a16:creationId xmlns:a16="http://schemas.microsoft.com/office/drawing/2014/main" id="{FF31A84A-0B88-4C28-B238-2B371F03EE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26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51D72-20D0-4CE9-A382-1FE316C6E4D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4308776" y="-1025224"/>
            <a:ext cx="3574446" cy="12192002"/>
          </a:xfrm>
          <a:prstGeom prst="rect">
            <a:avLst/>
          </a:prstGeom>
        </p:spPr>
      </p:pic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" y="908278"/>
            <a:ext cx="121920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5000"/>
              </a:spcBef>
              <a:buChar char="•"/>
              <a:defRPr sz="58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9CAAB2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信息</a:t>
            </a:r>
            <a:r>
              <a:rPr kumimoji="0" lang="en-US" altLang="zh-TW" sz="9600" b="0" i="0" u="none" strike="noStrike" kern="1200" cap="none" spc="0" normalizeH="0" baseline="0" noProof="0" dirty="0">
                <a:ln>
                  <a:noFill/>
                </a:ln>
                <a:solidFill>
                  <a:srgbClr val="DAA52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|</a:t>
            </a:r>
            <a:r>
              <a:rPr kumimoji="0" lang="zh-TW" altLang="en-US" sz="6000" b="0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讚美神是我們真正的救助者 </a:t>
            </a:r>
            <a:endParaRPr kumimoji="0" lang="en-US" altLang="zh-TW" sz="6000" b="0" i="0" u="sng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華康中黑體" pitchFamily="49" charset="-120"/>
              </a:rPr>
              <a:t>			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華康中黑體" pitchFamily="49" charset="-120"/>
              </a:rPr>
              <a:t>詩篇 </a:t>
            </a:r>
            <a:r>
              <a:rPr kumimoji="0" lang="en-US" altLang="zh-TW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華康中黑體" pitchFamily="49" charset="-120"/>
              </a:rPr>
              <a:t>146:1-10</a:t>
            </a:r>
          </a:p>
        </p:txBody>
      </p:sp>
      <p:pic>
        <p:nvPicPr>
          <p:cNvPr id="3" name="Picture 2" descr="A picture containing necklace, man, air, flying&#10;&#10;Description automatically generated">
            <a:extLst>
              <a:ext uri="{FF2B5EF4-FFF2-40B4-BE49-F238E27FC236}">
                <a16:creationId xmlns:a16="http://schemas.microsoft.com/office/drawing/2014/main" id="{CD0AED49-9E07-46F5-AF68-0408DD5FD94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7154" y="4667971"/>
            <a:ext cx="1481876" cy="1569661"/>
          </a:xfrm>
          <a:prstGeom prst="rect">
            <a:avLst/>
          </a:prstGeom>
        </p:spPr>
      </p:pic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957943" y="4667970"/>
            <a:ext cx="11234057" cy="18466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5000"/>
              </a:spcBef>
              <a:buChar char="•"/>
              <a:defRPr sz="58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51460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07F09">
                    <a:lumMod val="20000"/>
                    <a:lumOff val="80000"/>
                  </a:srgbClr>
                </a:solidFill>
                <a:effectLst/>
                <a:uLnTx/>
                <a:uFillTx/>
                <a:latin typeface="DFPFangSongW4-B5" panose="02020400000000000000" pitchFamily="18" charset="-120"/>
                <a:ea typeface="DFPFangSongW4-B5" panose="02020400000000000000" pitchFamily="18" charset="-120"/>
                <a:cs typeface="+mn-cs"/>
              </a:rPr>
              <a:t>林恆生</a:t>
            </a: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07F09">
                    <a:lumMod val="20000"/>
                    <a:lumOff val="80000"/>
                  </a:srgbClr>
                </a:solidFill>
                <a:effectLst/>
                <a:uLnTx/>
                <a:uFillTx/>
                <a:latin typeface="DFPFangSongW4-B5" panose="02020400000000000000" pitchFamily="18" charset="-120"/>
                <a:ea typeface="DFPFangSongW4-B5" panose="02020400000000000000" pitchFamily="18" charset="-120"/>
                <a:cs typeface="+mn-cs"/>
              </a:rPr>
              <a:t>牧師</a:t>
            </a:r>
            <a:endParaRPr kumimoji="0" lang="en-US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F07F09">
                  <a:lumMod val="20000"/>
                  <a:lumOff val="80000"/>
                </a:srgbClr>
              </a:solidFill>
              <a:effectLst/>
              <a:uLnTx/>
              <a:uFillTx/>
              <a:latin typeface="DFPFangSongW4-B5" panose="02020400000000000000" pitchFamily="18" charset="-120"/>
              <a:ea typeface="DFPFangSongW4-B5" panose="02020400000000000000" pitchFamily="18" charset="-120"/>
              <a:cs typeface="+mn-cs"/>
            </a:endParaRPr>
          </a:p>
          <a:p>
            <a:pPr marL="251460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DFPFangSongW4-B5" panose="02020400000000000000" pitchFamily="18" charset="-120"/>
                <a:ea typeface="DFPFangSongW4-B5" panose="02020400000000000000" pitchFamily="18" charset="-120"/>
                <a:cs typeface="+mn-cs"/>
              </a:rPr>
              <a:t>新城教會華語部牧師</a:t>
            </a:r>
          </a:p>
        </p:txBody>
      </p:sp>
    </p:spTree>
    <p:extLst>
      <p:ext uri="{BB962C8B-B14F-4D97-AF65-F5344CB8AC3E}">
        <p14:creationId xmlns:p14="http://schemas.microsoft.com/office/powerpoint/2010/main" val="306161346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10B3A-4DAD-CF45-D372-4D1F3300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C1D71-71AB-6D59-4C47-E33709BE1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5" y="1544702"/>
            <a:ext cx="11591929" cy="531329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「</a:t>
            </a:r>
            <a:r>
              <a:rPr lang="zh-TW" altLang="en-US" sz="6500" dirty="0"/>
              <a:t>我們的心向來</a:t>
            </a:r>
            <a:r>
              <a:rPr lang="zh-TW" altLang="en-US" sz="6500" b="1" dirty="0">
                <a:solidFill>
                  <a:srgbClr val="FFFF66"/>
                </a:solidFill>
              </a:rPr>
              <a:t>等候</a:t>
            </a:r>
            <a:r>
              <a:rPr lang="zh-TW" altLang="en-US" sz="6500" dirty="0"/>
              <a:t>耶和華；祂是我們的幫助，我們的盾牌。我們的心必</a:t>
            </a:r>
            <a:r>
              <a:rPr lang="zh-TW" altLang="en-US" sz="6500" b="1" dirty="0">
                <a:solidFill>
                  <a:srgbClr val="FFFF66"/>
                </a:solidFill>
              </a:rPr>
              <a:t>靠祂歡喜</a:t>
            </a:r>
            <a:r>
              <a:rPr lang="zh-TW" altLang="en-US" sz="6500" dirty="0"/>
              <a:t>，因為我們向來倚靠祂的聖名。」</a:t>
            </a:r>
            <a:endParaRPr lang="en-US" altLang="zh-TW" sz="6500" dirty="0"/>
          </a:p>
          <a:p>
            <a:pPr algn="just">
              <a:lnSpc>
                <a:spcPct val="100000"/>
              </a:lnSpc>
            </a:pPr>
            <a:r>
              <a:rPr lang="en-US" altLang="zh-TW" dirty="0"/>
              <a:t>(</a:t>
            </a:r>
            <a:r>
              <a:rPr lang="zh-TW" altLang="en-US" dirty="0"/>
              <a:t>詩 </a:t>
            </a:r>
            <a:r>
              <a:rPr lang="en-US" altLang="zh-TW" dirty="0"/>
              <a:t>33:20-21)</a:t>
            </a:r>
          </a:p>
        </p:txBody>
      </p:sp>
    </p:spTree>
    <p:extLst>
      <p:ext uri="{BB962C8B-B14F-4D97-AF65-F5344CB8AC3E}">
        <p14:creationId xmlns:p14="http://schemas.microsoft.com/office/powerpoint/2010/main" val="2704220563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ADBC-32BD-80E4-3DC4-A11A62A65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B5067-D866-F2C0-173B-7AB979B58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詩篇第</a:t>
            </a:r>
            <a:r>
              <a:rPr lang="en-US" altLang="zh-TW" dirty="0"/>
              <a:t>146-150</a:t>
            </a:r>
            <a:r>
              <a:rPr lang="zh-TW" altLang="en-US" dirty="0"/>
              <a:t>篇都有相同的開場和結尾</a:t>
            </a:r>
            <a:r>
              <a:rPr lang="en-US" altLang="zh-TW" dirty="0"/>
              <a:t>: </a:t>
            </a:r>
            <a:r>
              <a:rPr lang="zh-TW" altLang="en-US" b="1" dirty="0">
                <a:solidFill>
                  <a:srgbClr val="FFFF00"/>
                </a:solidFill>
              </a:rPr>
              <a:t>讚美耶和華！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917323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3145-C6EA-A4DC-EB5E-B10184A5D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TW" altLang="en-US" dirty="0"/>
              <a:t>讚美神是我們真正的救助者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2EE5E-957A-AE1C-3771-9B9D9883B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544702"/>
            <a:ext cx="11852124" cy="482889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zh-TW" dirty="0"/>
              <a:t>1)</a:t>
            </a:r>
            <a:r>
              <a:rPr lang="zh-TW" altLang="en-US" dirty="0"/>
              <a:t>有限的人不是真正的救助者</a:t>
            </a:r>
            <a:endParaRPr lang="en-US" altLang="zh-TW" sz="4000" dirty="0"/>
          </a:p>
          <a:p>
            <a:pPr algn="just">
              <a:lnSpc>
                <a:spcPct val="100000"/>
              </a:lnSpc>
            </a:pPr>
            <a:r>
              <a:rPr lang="en-US" altLang="zh-TW" dirty="0"/>
              <a:t>2)</a:t>
            </a:r>
            <a:r>
              <a:rPr lang="zh-TW" altLang="en-US" dirty="0"/>
              <a:t>神才是真正的救助者</a:t>
            </a:r>
            <a:endParaRPr lang="en-US" altLang="zh-TW" dirty="0"/>
          </a:p>
          <a:p>
            <a:pPr algn="just">
              <a:lnSpc>
                <a:spcPct val="100000"/>
              </a:lnSpc>
            </a:pPr>
            <a:r>
              <a:rPr lang="en-US" altLang="zh-TW" dirty="0"/>
              <a:t>3)</a:t>
            </a:r>
            <a:r>
              <a:rPr lang="zh-TW" altLang="en-US" dirty="0"/>
              <a:t>神這位真正的救助者要永遠做王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797084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6C86-3615-B26C-87F7-60E7B9EE2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5776"/>
            <a:ext cx="12192000" cy="904095"/>
          </a:xfrm>
        </p:spPr>
        <p:txBody>
          <a:bodyPr/>
          <a:lstStyle/>
          <a:p>
            <a:pPr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有限的人不是真正的救助者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vv.1-4)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A1A3C-D827-02A1-A530-650F64020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4701"/>
            <a:ext cx="12192000" cy="6212951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「你們不要倚靠君王，不要倚靠世人；他一點不能</a:t>
            </a:r>
            <a:r>
              <a:rPr lang="zh-TW" altLang="en-US" b="1" dirty="0">
                <a:solidFill>
                  <a:srgbClr val="FFFF00"/>
                </a:solidFill>
              </a:rPr>
              <a:t>幫助</a:t>
            </a:r>
            <a:r>
              <a:rPr lang="zh-TW" altLang="en-US" dirty="0"/>
              <a:t>。</a:t>
            </a:r>
          </a:p>
          <a:p>
            <a:pPr marL="457200" lvl="1" indent="0" algn="just">
              <a:lnSpc>
                <a:spcPct val="100000"/>
              </a:lnSpc>
              <a:buNone/>
            </a:pPr>
            <a:r>
              <a:rPr lang="zh-TW" altLang="en-US" sz="6000" dirty="0"/>
              <a:t>他的氣一斷，就歸回塵土；他所打算的，當日就消滅了。</a:t>
            </a:r>
            <a:r>
              <a:rPr lang="zh-TW" altLang="en-US" dirty="0"/>
              <a:t>」</a:t>
            </a:r>
            <a:r>
              <a:rPr lang="en-US" altLang="zh-TW" sz="4800" dirty="0"/>
              <a:t>(vv.3-4)</a:t>
            </a:r>
          </a:p>
          <a:p>
            <a:pPr marL="1257300" lvl="1" indent="-5715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zh-TW" altLang="en-US" sz="6000" dirty="0"/>
              <a:t>幫助</a:t>
            </a:r>
            <a:r>
              <a:rPr lang="en-US" altLang="zh-TW" sz="6000" dirty="0"/>
              <a:t>:</a:t>
            </a:r>
            <a:r>
              <a:rPr lang="zh-TW" altLang="en-US" sz="6000" dirty="0"/>
              <a:t> </a:t>
            </a:r>
            <a:r>
              <a:rPr lang="zh-TW" altLang="en-US" sz="6000" b="1" dirty="0">
                <a:solidFill>
                  <a:srgbClr val="FFFF00"/>
                </a:solidFill>
              </a:rPr>
              <a:t>拯救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87232259"/>
      </p:ext>
    </p:extLst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0C35-388F-F9D1-C4AB-B06E0B0B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TW" altLang="en-US" dirty="0"/>
              <a:t>人無力自救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C52E-2B27-AACE-D051-9BD7BE1F2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7250" indent="-8572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zh-TW" altLang="en-US" dirty="0"/>
              <a:t>亞蘭王的將軍乃縵</a:t>
            </a:r>
            <a:endParaRPr lang="en-US" altLang="zh-TW" dirty="0"/>
          </a:p>
          <a:p>
            <a:pPr marL="857250" indent="-8572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zh-TW" altLang="en-US" dirty="0"/>
              <a:t>封殺馬丁路德的查理五世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380976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A5A3-C6B2-E73D-8215-C7FC53D8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神才是真正的救助者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vv.5-9)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8091-E16B-F6FA-64B0-F8D647688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544702"/>
            <a:ext cx="11512248" cy="5313298"/>
          </a:xfrm>
        </p:spPr>
        <p:txBody>
          <a:bodyPr>
            <a:normAutofit/>
          </a:bodyPr>
          <a:lstStyle/>
          <a:p>
            <a:pPr algn="just"/>
            <a:r>
              <a:rPr lang="zh-TW" altLang="en-US" dirty="0"/>
              <a:t>「以雅各的神作為他的</a:t>
            </a:r>
            <a:r>
              <a:rPr lang="zh-TW" altLang="en-US" b="1" dirty="0">
                <a:solidFill>
                  <a:srgbClr val="FFFF00"/>
                </a:solidFill>
              </a:rPr>
              <a:t>救助</a:t>
            </a:r>
            <a:r>
              <a:rPr lang="zh-TW" altLang="en-US" dirty="0"/>
              <a:t>的，這人是有福的！這人的</a:t>
            </a:r>
            <a:r>
              <a:rPr lang="zh-TW" altLang="en-US" b="1" dirty="0">
                <a:solidFill>
                  <a:srgbClr val="FFFF00"/>
                </a:solidFill>
              </a:rPr>
              <a:t>盼望</a:t>
            </a:r>
            <a:r>
              <a:rPr lang="zh-TW" altLang="en-US" dirty="0"/>
              <a:t>在於耶和華─他的神；</a:t>
            </a:r>
          </a:p>
          <a:p>
            <a:r>
              <a:rPr lang="zh-TW" altLang="en-US" dirty="0"/>
              <a:t>祂</a:t>
            </a:r>
            <a:r>
              <a:rPr lang="zh-TW" altLang="en-US" b="1" dirty="0">
                <a:solidFill>
                  <a:srgbClr val="FFFF00"/>
                </a:solidFill>
              </a:rPr>
              <a:t>造</a:t>
            </a:r>
            <a:r>
              <a:rPr lang="zh-TW" altLang="en-US" dirty="0"/>
              <a:t>天、地、海，和其中的萬物</a:t>
            </a:r>
          </a:p>
          <a:p>
            <a:pPr algn="just"/>
            <a:r>
              <a:rPr lang="zh-TW" altLang="en-US" dirty="0"/>
              <a:t>祂</a:t>
            </a:r>
            <a:r>
              <a:rPr lang="zh-TW" altLang="en-US" b="1" dirty="0">
                <a:solidFill>
                  <a:srgbClr val="FFFF00"/>
                </a:solidFill>
              </a:rPr>
              <a:t>以信實對待</a:t>
            </a:r>
            <a:r>
              <a:rPr lang="zh-TW" altLang="en-US" dirty="0"/>
              <a:t>祂的百姓，直到永遠」</a:t>
            </a:r>
            <a:r>
              <a:rPr lang="en-US" altLang="zh-TW" dirty="0"/>
              <a:t>(vv.5-6</a:t>
            </a:r>
            <a:r>
              <a:rPr lang="zh-TW" altLang="en-US" dirty="0"/>
              <a:t> 原文直譯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497921"/>
      </p:ext>
    </p:extLst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1BCE-EBB9-A692-24A3-AF3EAD440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3F4E-4833-CF77-D459-6FEAEC9A4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詩人沒有想要強調人當如何靠神解決問題、滿足需要</a:t>
            </a:r>
            <a:endParaRPr lang="en-US" altLang="zh-TW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zh-TW" altLang="en-US" dirty="0"/>
              <a:t>詩人強調：</a:t>
            </a:r>
            <a:r>
              <a:rPr lang="zh-TW" altLang="en-US" b="1" dirty="0">
                <a:solidFill>
                  <a:srgbClr val="FFFF00"/>
                </a:solidFill>
              </a:rPr>
              <a:t>這位神是誰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143853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DAAE-A599-67D6-051D-601C7B03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神的信實看顧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977DC-B3F6-4938-6504-FC699C7DB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申冤、供應、醫治、扶持、保護、照顧、挫敗惡人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30626705"/>
      </p:ext>
    </p:extLst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9763-C95D-CA72-BCC0-B13D92938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76" y="275776"/>
            <a:ext cx="11852124" cy="815606"/>
          </a:xfrm>
        </p:spPr>
        <p:txBody>
          <a:bodyPr/>
          <a:lstStyle/>
          <a:p>
            <a:pPr algn="just"/>
            <a:r>
              <a:rPr lang="zh-TW" altLang="en-US" dirty="0"/>
              <a:t>今天本該是我們女兒的第一個生日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BE768D-C434-7059-0761-76DB4B404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3498" y="2182761"/>
            <a:ext cx="5076792" cy="380759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8EED4E-C8CA-7DE8-99CB-04C25E3F0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75" y="2182761"/>
            <a:ext cx="3441893" cy="380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87024"/>
      </p:ext>
    </p:extLst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556F-373A-053A-8961-00B464C1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5775"/>
            <a:ext cx="12192000" cy="102208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神這位救助者要永遠做王 </a:t>
            </a: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(v.10)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53114-C0D6-76BD-43AA-AD820BCC8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TW" altLang="en-US" dirty="0"/>
              <a:t>「</a:t>
            </a:r>
            <a:r>
              <a:rPr lang="zh-TW" altLang="en-US" b="1" dirty="0">
                <a:solidFill>
                  <a:srgbClr val="FFFF00"/>
                </a:solidFill>
              </a:rPr>
              <a:t>耶和華</a:t>
            </a:r>
            <a:r>
              <a:rPr lang="zh-TW" altLang="en-US" dirty="0"/>
              <a:t>要作王，直到永遠！錫安哪，你的　神要作王，直到</a:t>
            </a:r>
            <a:r>
              <a:rPr lang="zh-TW" altLang="en-US" b="1" dirty="0">
                <a:solidFill>
                  <a:srgbClr val="FFFF00"/>
                </a:solidFill>
              </a:rPr>
              <a:t>萬代</a:t>
            </a:r>
            <a:r>
              <a:rPr lang="zh-TW" altLang="en-US" dirty="0"/>
              <a:t>！你們要讚美耶和華！」</a:t>
            </a:r>
            <a:r>
              <a:rPr lang="en-US" altLang="zh-TW" dirty="0"/>
              <a:t>(v.10)</a:t>
            </a:r>
          </a:p>
          <a:p>
            <a:pPr marL="1543050" lvl="1" indent="-857250" algn="just">
              <a:buFont typeface="Wingdings" panose="05000000000000000000" pitchFamily="2" charset="2"/>
              <a:buChar char="§"/>
            </a:pPr>
            <a:r>
              <a:rPr lang="zh-TW" altLang="en-US" sz="6000" dirty="0"/>
              <a:t>與他們</a:t>
            </a:r>
            <a:r>
              <a:rPr lang="zh-TW" altLang="en-US" sz="6000" b="1" dirty="0">
                <a:solidFill>
                  <a:srgbClr val="FFFF00"/>
                </a:solidFill>
              </a:rPr>
              <a:t>立約的主</a:t>
            </a:r>
            <a:r>
              <a:rPr lang="zh-TW" altLang="en-US" sz="6000" dirty="0"/>
              <a:t>將永遠做王 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924906981"/>
      </p:ext>
    </p:extLst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230E-D396-C995-8C53-9D191457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神子成了有軟弱肉體的人子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AEE70-6295-0DCC-983C-9239BE5A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4702"/>
            <a:ext cx="12192000" cy="5313298"/>
          </a:xfrm>
        </p:spPr>
        <p:txBody>
          <a:bodyPr>
            <a:normAutofit/>
          </a:bodyPr>
          <a:lstStyle/>
          <a:p>
            <a:r>
              <a:rPr lang="zh-TW" altLang="en-US" dirty="0"/>
              <a:t>「因</a:t>
            </a:r>
            <a:r>
              <a:rPr lang="zh-TW" altLang="en-US" b="1" dirty="0">
                <a:solidFill>
                  <a:srgbClr val="FFFF00"/>
                </a:solidFill>
              </a:rPr>
              <a:t>有一嬰孩為我們而生</a:t>
            </a:r>
            <a:r>
              <a:rPr lang="zh-TW" altLang="en-US" dirty="0"/>
              <a:t>；有</a:t>
            </a:r>
            <a:r>
              <a:rPr lang="zh-TW" altLang="en-US" b="1" dirty="0">
                <a:solidFill>
                  <a:srgbClr val="FFFF00"/>
                </a:solidFill>
              </a:rPr>
              <a:t>一子</a:t>
            </a:r>
            <a:r>
              <a:rPr lang="zh-TW" altLang="en-US" dirty="0"/>
              <a:t>賜給我們。政權必擔在他的肩頭上；他名稱為</a:t>
            </a:r>
            <a:r>
              <a:rPr lang="en-US" altLang="zh-TW" dirty="0"/>
              <a:t>『</a:t>
            </a:r>
            <a:r>
              <a:rPr lang="zh-TW" altLang="en-US" dirty="0"/>
              <a:t>奇妙策士、</a:t>
            </a:r>
            <a:r>
              <a:rPr lang="zh-TW" altLang="en-US" b="1" dirty="0">
                <a:solidFill>
                  <a:srgbClr val="FFFF00"/>
                </a:solidFill>
              </a:rPr>
              <a:t>全能的神</a:t>
            </a:r>
            <a:r>
              <a:rPr lang="zh-TW" altLang="en-US" dirty="0"/>
              <a:t>、永在的父、</a:t>
            </a:r>
            <a:r>
              <a:rPr lang="zh-TW" altLang="en-US" b="1" dirty="0">
                <a:solidFill>
                  <a:srgbClr val="FFFF00"/>
                </a:solidFill>
              </a:rPr>
              <a:t>和平的君</a:t>
            </a:r>
            <a:r>
              <a:rPr lang="en-US" altLang="zh-TW" dirty="0"/>
              <a:t>』</a:t>
            </a:r>
            <a:r>
              <a:rPr lang="zh-TW" altLang="en-US" dirty="0"/>
              <a:t>。他的政權與平安必加增無窮。他必在大衛的寶座上</a:t>
            </a:r>
            <a:r>
              <a:rPr lang="zh-TW" altLang="en-US" b="1" dirty="0">
                <a:solidFill>
                  <a:srgbClr val="FFFF00"/>
                </a:solidFill>
              </a:rPr>
              <a:t>治理他的國</a:t>
            </a:r>
            <a:r>
              <a:rPr lang="en-US" altLang="zh-TW" b="1" dirty="0">
                <a:solidFill>
                  <a:srgbClr val="FFFF00"/>
                </a:solidFill>
              </a:rPr>
              <a:t>...</a:t>
            </a:r>
            <a:r>
              <a:rPr lang="zh-TW" altLang="en-US" dirty="0"/>
              <a:t>」</a:t>
            </a:r>
            <a:r>
              <a:rPr lang="en-US" altLang="zh-TW" sz="4000" dirty="0"/>
              <a:t>(</a:t>
            </a:r>
            <a:r>
              <a:rPr lang="zh-TW" altLang="en-US" sz="4400" dirty="0"/>
              <a:t>賽</a:t>
            </a:r>
            <a:r>
              <a:rPr lang="en-US" altLang="zh-TW" sz="4400" dirty="0"/>
              <a:t>9:6-7</a:t>
            </a:r>
            <a:r>
              <a:rPr lang="en-US" altLang="zh-TW" sz="4000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310452"/>
      </p:ext>
    </p:extLst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735D-9622-98F8-B197-7C877F5A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耶穌基督的宣告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427BA-D082-8F42-2963-B24EFEC19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「主的靈在我身上，因為他用膏膏我，叫我傳福音給貧窮的人；差遣我報告：</a:t>
            </a:r>
            <a:r>
              <a:rPr lang="zh-TW" altLang="en-US" b="1" dirty="0">
                <a:solidFill>
                  <a:srgbClr val="FFFF00"/>
                </a:solidFill>
              </a:rPr>
              <a:t>被擄的得釋放，瞎眼的得看見，叫那受壓制的得自由。</a:t>
            </a:r>
            <a:r>
              <a:rPr lang="zh-TW" altLang="en-US" dirty="0"/>
              <a:t>」</a:t>
            </a:r>
            <a:r>
              <a:rPr lang="en-US" altLang="zh-TW" dirty="0"/>
              <a:t>(</a:t>
            </a:r>
            <a:r>
              <a:rPr lang="zh-TW" altLang="en-US" dirty="0"/>
              <a:t>路</a:t>
            </a:r>
            <a:r>
              <a:rPr lang="en-US" altLang="zh-TW" dirty="0"/>
              <a:t>4:21)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576307"/>
      </p:ext>
    </p:extLst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145D789-3E41-B209-E693-FD7811C2C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F3C5F0E-55A1-03AA-ABF4-1C3EC8196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主時常近倚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的確要出現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施恩保護我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我若迫切懇求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各項祂必成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救主若在船內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風浪我免驚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3CA8F74-4A12-B733-5E2E-C4E5DA0E8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7342BE6-8257-C1BF-BBBF-178F9DD1A6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路途難然暗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主導路指示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我只有當趁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各項祂排比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世上親像浮雲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靠這攏無穩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主應允不改換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各項攏有準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4108AA8-B5CD-0B99-1624-C0FFB256B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5DA661A-3646-3F37-A1D7-AC2BF47B10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祂永遠愛我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我攏免失志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祂無放拺我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與我無相離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凡事我所經過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助我堅固信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祂有決斷意思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必救我到盡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027177B-B343-2B3E-1AD6-A8C7A043D3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1C4E48A-5FB8-7E3D-4FAB-1D3E9851E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祂永遠定著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必救我脫離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免被撒但害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由信稱做義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5C09331-55D4-C257-1FB6-323E4A53C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8C38477-2979-32CC-1698-B22427DF4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祂盡心在指示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使我信靠祂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主穩當必引導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保護到一世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兒童主日學事工需要</a:t>
            </a:r>
            <a:r>
              <a:rPr dirty="0"/>
              <a:t>：</a:t>
            </a:r>
            <a:br>
              <a:rPr lang="en-US" dirty="0"/>
            </a:br>
            <a:r>
              <a:rPr dirty="0" err="1"/>
              <a:t>徵招上午助教,以及下午導護同工</a:t>
            </a:r>
            <a:r>
              <a:rPr dirty="0"/>
              <a:t>,(</a:t>
            </a:r>
            <a:r>
              <a:rPr dirty="0" err="1"/>
              <a:t>上午</a:t>
            </a:r>
            <a:r>
              <a:rPr dirty="0"/>
              <a:t> 11:30-12:30)</a:t>
            </a:r>
            <a:r>
              <a:rPr dirty="0" err="1"/>
              <a:t>有意願的弟兄姐妹請聯繫咏真師母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新城中文學校徵求新學年度青年義</a:t>
            </a:r>
            <a:br>
              <a:rPr lang="en-US" dirty="0"/>
            </a:br>
            <a:r>
              <a:rPr dirty="0" err="1"/>
              <a:t>工。有負擔或希望了解詳情的弟兄姐妹</a:t>
            </a:r>
            <a:br>
              <a:rPr lang="en-US" dirty="0"/>
            </a:br>
            <a:r>
              <a:rPr dirty="0"/>
              <a:t>請與逸如姐妹連絡：347-337-1559或</a:t>
            </a:r>
            <a:br>
              <a:rPr lang="en-US" dirty="0"/>
            </a:br>
            <a:r>
              <a:rPr dirty="0" err="1"/>
              <a:t>微信</a:t>
            </a:r>
            <a:r>
              <a:rPr dirty="0"/>
              <a:t> </a:t>
            </a:r>
            <a:r>
              <a:rPr dirty="0" err="1"/>
              <a:t>minuitmiao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主日學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今天11:30在交誼廳,陳主恩長老帶領： 「</a:t>
            </a:r>
            <a:r>
              <a:rPr dirty="0" err="1"/>
              <a:t>歸正系統神學-簡介與應用</a:t>
            </a:r>
            <a:r>
              <a:rPr lang="en-US" dirty="0"/>
              <a:t>」</a:t>
            </a:r>
            <a:r>
              <a:rPr dirty="0"/>
              <a:t>。</a:t>
            </a:r>
            <a:r>
              <a:rPr dirty="0" err="1"/>
              <a:t>歡迎大家參加。線上</a:t>
            </a:r>
            <a:r>
              <a:rPr dirty="0"/>
              <a:t>: https://</a:t>
            </a:r>
            <a:r>
              <a:rPr dirty="0" err="1"/>
              <a:t>zoom.us</a:t>
            </a:r>
            <a:r>
              <a:rPr dirty="0"/>
              <a:t>/j/99429704298, 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994 2970 4298, </a:t>
            </a:r>
            <a:r>
              <a:rPr dirty="0" err="1"/>
              <a:t>密碼</a:t>
            </a:r>
            <a:r>
              <a:rPr dirty="0"/>
              <a:t> 626954; </a:t>
            </a:r>
            <a:r>
              <a:rPr dirty="0" err="1"/>
              <a:t>電話</a:t>
            </a:r>
            <a:r>
              <a:rPr dirty="0"/>
              <a:t> 646-558-8656。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週三線上聯合禱告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邀請您參加</a:t>
            </a:r>
            <a:r>
              <a:rPr dirty="0"/>
              <a:t> 9/2晚 8點台華語聯合禱告</a:t>
            </a:r>
            <a:br>
              <a:rPr lang="en-US" dirty="0"/>
            </a:br>
            <a:r>
              <a:rPr dirty="0" err="1"/>
              <a:t>會</a:t>
            </a:r>
            <a:r>
              <a:rPr dirty="0"/>
              <a:t>,(</a:t>
            </a:r>
            <a:r>
              <a:rPr dirty="0" err="1"/>
              <a:t>線上</a:t>
            </a:r>
            <a:r>
              <a:rPr sz="5000" dirty="0" err="1"/>
              <a:t>https</a:t>
            </a:r>
            <a:r>
              <a:rPr sz="5000" dirty="0"/>
              <a:t>://</a:t>
            </a:r>
            <a:r>
              <a:rPr sz="5000" dirty="0" err="1"/>
              <a:t>zoom.us</a:t>
            </a:r>
            <a:r>
              <a:rPr sz="5000" dirty="0"/>
              <a:t>/j/529965674;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529965674;電話646-558-8656),</a:t>
            </a:r>
            <a:br>
              <a:rPr lang="en-US" dirty="0"/>
            </a:br>
            <a:r>
              <a:rPr dirty="0" err="1"/>
              <a:t>教會所有事工都需要以禱告來到上帝面前,求上帝扶持祝福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牧者腳蹤</a:t>
            </a:r>
            <a:r>
              <a:rPr dirty="0"/>
              <a:t> ---</a:t>
            </a:r>
            <a:br>
              <a:rPr lang="en-US" dirty="0"/>
            </a:br>
            <a:r>
              <a:rPr dirty="0" err="1"/>
              <a:t>陳牧師</a:t>
            </a:r>
            <a:r>
              <a:rPr dirty="0"/>
              <a:t> 8/20-9/4休假外出,求主保守出</a:t>
            </a:r>
            <a:br>
              <a:rPr lang="en-US" dirty="0"/>
            </a:br>
            <a:r>
              <a:rPr dirty="0" err="1"/>
              <a:t>入平安,有好的休息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教育組繼續推動每日讀經。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我們敬愛的蔡青陽長老於8/21在台灣</a:t>
            </a:r>
            <a:br>
              <a:rPr lang="en-US" dirty="0"/>
            </a:br>
            <a:r>
              <a:rPr dirty="0" err="1"/>
              <a:t>安息主懷,求主安慰家族親友及兄姐的</a:t>
            </a:r>
            <a:br>
              <a:rPr lang="en-US" dirty="0"/>
            </a:br>
            <a:r>
              <a:rPr dirty="0" err="1"/>
              <a:t>心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6. </a:t>
            </a:r>
            <a:r>
              <a:rPr dirty="0" err="1"/>
              <a:t>請為教會守望代禱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中文學校,兒童事工,兄弟姐妹的健康</a:t>
            </a:r>
            <a:r>
              <a:rPr dirty="0"/>
              <a:t>, </a:t>
            </a:r>
            <a:br>
              <a:rPr lang="en-US" dirty="0"/>
            </a:br>
            <a:r>
              <a:rPr dirty="0" err="1"/>
              <a:t>家人信主,年輕會友立業成家紐約治安</a:t>
            </a:r>
            <a:r>
              <a:rPr dirty="0"/>
              <a:t>,</a:t>
            </a:r>
            <a:br>
              <a:rPr lang="en-US" dirty="0"/>
            </a:br>
            <a:r>
              <a:rPr dirty="0" err="1"/>
              <a:t>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7. </a:t>
            </a:r>
            <a:r>
              <a:rPr dirty="0" err="1"/>
              <a:t>婚禮喜訊</a:t>
            </a:r>
            <a:r>
              <a:rPr dirty="0"/>
              <a:t>：</a:t>
            </a:r>
            <a:br>
              <a:rPr lang="en-US" dirty="0"/>
            </a:br>
            <a:r>
              <a:rPr dirty="0" err="1"/>
              <a:t>王子萱姐妹和Thomas</a:t>
            </a:r>
            <a:r>
              <a:rPr dirty="0"/>
              <a:t> </a:t>
            </a:r>
            <a:r>
              <a:rPr dirty="0" err="1"/>
              <a:t>Weng弟兄</a:t>
            </a:r>
            <a:r>
              <a:rPr dirty="0"/>
              <a:t>(</a:t>
            </a:r>
            <a:r>
              <a:rPr dirty="0" err="1"/>
              <a:t>翁國恩</a:t>
            </a:r>
            <a:br>
              <a:rPr lang="en-US" dirty="0"/>
            </a:br>
            <a:r>
              <a:rPr dirty="0" err="1"/>
              <a:t>兄,珊娜姐兒子</a:t>
            </a:r>
            <a:r>
              <a:rPr dirty="0"/>
              <a:t>)於8/29在Boston結婚,</a:t>
            </a:r>
            <a:br>
              <a:rPr lang="en-US" dirty="0"/>
            </a:br>
            <a:r>
              <a:rPr dirty="0" err="1"/>
              <a:t>恭喜雙方親友,願神賜福主内新家庭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6741</TotalTime>
  <Words>2231</Words>
  <Application>Microsoft Macintosh PowerPoint</Application>
  <PresentationFormat>Widescreen</PresentationFormat>
  <Paragraphs>291</Paragraphs>
  <Slides>78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78</vt:i4>
      </vt:variant>
    </vt:vector>
  </HeadingPairs>
  <TitlesOfParts>
    <vt:vector size="98" baseType="lpstr">
      <vt:lpstr>DFHeiBold-B5</vt:lpstr>
      <vt:lpstr>DFKai-SB</vt:lpstr>
      <vt:lpstr>DFKai-SB</vt:lpstr>
      <vt:lpstr>DFPFangSongW4-B5</vt:lpstr>
      <vt:lpstr>新細明體</vt:lpstr>
      <vt:lpstr>Arial</vt:lpstr>
      <vt:lpstr>Calibri</vt:lpstr>
      <vt:lpstr>Calibri Light</vt:lpstr>
      <vt:lpstr>Georgia</vt:lpstr>
      <vt:lpstr>Lucida Calligraphy</vt:lpstr>
      <vt:lpstr>Times New Roman</vt:lpstr>
      <vt:lpstr>Wingdings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Office Theme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59:上帝自然至尊無對 (1/3)</vt:lpstr>
      <vt:lpstr>59:上帝自然至尊無對 (2/3)</vt:lpstr>
      <vt:lpstr>59:上帝自然至尊無對 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啟應文10: 詩篇40</vt:lpstr>
      <vt:lpstr>啟應文10: 詩篇40</vt:lpstr>
      <vt:lpstr>啟應文10: 詩篇40</vt:lpstr>
      <vt:lpstr>啟應文10: 詩篇40</vt:lpstr>
      <vt:lpstr>啟應文10: 詩篇40</vt:lpstr>
      <vt:lpstr>啟應文10: 詩篇40</vt:lpstr>
      <vt:lpstr>啟應文10: 詩篇40</vt:lpstr>
      <vt:lpstr>啟應文10: 詩篇40</vt:lpstr>
      <vt:lpstr>啟應文10: 詩篇40</vt:lpstr>
      <vt:lpstr>PowerPoint Presentation</vt:lpstr>
      <vt:lpstr>PowerPoint Presentation</vt:lpstr>
      <vt:lpstr>如鹿切慕溪水</vt:lpstr>
      <vt:lpstr>如鹿切慕溪水</vt:lpstr>
      <vt:lpstr>如鹿切慕溪水</vt:lpstr>
      <vt:lpstr>如鹿切慕溪水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讚美神是我們真正的救助者</vt:lpstr>
      <vt:lpstr>1) 有限的人不是真正的救助者 (vv.1-4)</vt:lpstr>
      <vt:lpstr>人無力自救</vt:lpstr>
      <vt:lpstr>2) 神才是真正的救助者 (vv.5-9)</vt:lpstr>
      <vt:lpstr>PowerPoint Presentation</vt:lpstr>
      <vt:lpstr>神的信實看顧</vt:lpstr>
      <vt:lpstr>今天本該是我們女兒的第一個生日</vt:lpstr>
      <vt:lpstr>3) 神這位救助者要永遠做王 (v.10)</vt:lpstr>
      <vt:lpstr>神子成了有軟弱肉體的人子</vt:lpstr>
      <vt:lpstr>耶穌基督的宣告</vt:lpstr>
      <vt:lpstr>PowerPoint Presentation</vt:lpstr>
      <vt:lpstr>140:我心免訝疑(1/4)</vt:lpstr>
      <vt:lpstr>140:我心免訝疑(2/4)</vt:lpstr>
      <vt:lpstr>140:我心免訝疑(3/4)</vt:lpstr>
      <vt:lpstr>140:我心免訝疑(4/4)</vt:lpstr>
      <vt:lpstr>140:我心免訝疑(4/4)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報告： 全教會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2026-08-28T22:29:26Z</dcterms:modified>
</cp:coreProperties>
</file>