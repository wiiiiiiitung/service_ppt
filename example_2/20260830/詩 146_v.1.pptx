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803" r:id="rId1"/>
  </p:sldMasterIdLst>
  <p:notesMasterIdLst>
    <p:notesMasterId r:id="rId20"/>
  </p:notesMasterIdLst>
  <p:handoutMasterIdLst>
    <p:handoutMasterId r:id="rId21"/>
  </p:handoutMasterIdLst>
  <p:sldIdLst>
    <p:sldId id="2647" r:id="rId2"/>
    <p:sldId id="2662" r:id="rId3"/>
    <p:sldId id="2663" r:id="rId4"/>
    <p:sldId id="2664" r:id="rId5"/>
    <p:sldId id="2665" r:id="rId6"/>
    <p:sldId id="2292" r:id="rId7"/>
    <p:sldId id="2649" r:id="rId8"/>
    <p:sldId id="2650" r:id="rId9"/>
    <p:sldId id="2651" r:id="rId10"/>
    <p:sldId id="2652" r:id="rId11"/>
    <p:sldId id="2654" r:id="rId12"/>
    <p:sldId id="2653" r:id="rId13"/>
    <p:sldId id="2655" r:id="rId14"/>
    <p:sldId id="2657" r:id="rId15"/>
    <p:sldId id="2658" r:id="rId16"/>
    <p:sldId id="2659" r:id="rId17"/>
    <p:sldId id="2660" r:id="rId18"/>
    <p:sldId id="2661" r:id="rId1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75021C-0E05-4F8B-8C0D-4A5734209F8D}">
          <p14:sldIdLst>
            <p14:sldId id="2647"/>
            <p14:sldId id="2662"/>
            <p14:sldId id="2663"/>
            <p14:sldId id="2664"/>
            <p14:sldId id="2665"/>
            <p14:sldId id="2292"/>
            <p14:sldId id="2649"/>
            <p14:sldId id="2650"/>
            <p14:sldId id="2651"/>
            <p14:sldId id="2652"/>
            <p14:sldId id="2654"/>
            <p14:sldId id="2653"/>
            <p14:sldId id="2655"/>
            <p14:sldId id="2657"/>
            <p14:sldId id="2658"/>
            <p14:sldId id="2659"/>
            <p14:sldId id="2660"/>
            <p14:sldId id="26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616" userDrawn="1">
          <p15:clr>
            <a:srgbClr val="A4A3A4"/>
          </p15:clr>
        </p15:guide>
        <p15:guide id="4" pos="4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Tristan Lin" initials="TL" lastIdx="2" clrIdx="2">
    <p:extLst>
      <p:ext uri="{19B8F6BF-5375-455C-9EA6-DF929625EA0E}">
        <p15:presenceInfo xmlns:p15="http://schemas.microsoft.com/office/powerpoint/2012/main" userId="e0a067714c1238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FF66"/>
    <a:srgbClr val="0000FF"/>
    <a:srgbClr val="3491BD"/>
    <a:srgbClr val="9CAAB2"/>
    <a:srgbClr val="2D1727"/>
    <a:srgbClr val="97A1A7"/>
    <a:srgbClr val="BB8D1B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04" autoAdjust="0"/>
    <p:restoredTop sz="91128" autoAdjust="0"/>
  </p:normalViewPr>
  <p:slideViewPr>
    <p:cSldViewPr snapToGrid="0">
      <p:cViewPr varScale="1">
        <p:scale>
          <a:sx n="57" d="100"/>
          <a:sy n="57" d="100"/>
        </p:scale>
        <p:origin x="840" y="52"/>
      </p:cViewPr>
      <p:guideLst>
        <p:guide orient="horz" pos="2616"/>
        <p:guide pos="4680"/>
      </p:guideLst>
    </p:cSldViewPr>
  </p:slideViewPr>
  <p:outlineViewPr>
    <p:cViewPr>
      <p:scale>
        <a:sx n="33" d="100"/>
        <a:sy n="33" d="100"/>
      </p:scale>
      <p:origin x="0" y="-1486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1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4" tIns="46587" rIns="93174" bIns="46587" numCol="1" anchor="t" anchorCtr="0" compatLnSpc="1">
            <a:prstTxWarp prst="textNoShape">
              <a:avLst/>
            </a:prstTxWarp>
          </a:bodyPr>
          <a:lstStyle>
            <a:lvl1pPr algn="l" defTabSz="931863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4" tIns="46587" rIns="93174" bIns="46587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4" tIns="46587" rIns="93174" bIns="46587" numCol="1" anchor="b" anchorCtr="0" compatLnSpc="1">
            <a:prstTxWarp prst="textNoShape">
              <a:avLst/>
            </a:prstTxWarp>
          </a:bodyPr>
          <a:lstStyle>
            <a:lvl1pPr algn="l" defTabSz="931863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4" tIns="46587" rIns="93174" bIns="46587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A5F76449-4D28-49C2-82F3-B87215911CF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4065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018" tIns="43009" rIns="86018" bIns="43009" numCol="1" anchor="t" anchorCtr="0" compatLnSpc="1">
            <a:prstTxWarp prst="textNoShape">
              <a:avLst/>
            </a:prstTxWarp>
          </a:bodyPr>
          <a:lstStyle>
            <a:lvl1pPr algn="l" defTabSz="860425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018" tIns="43009" rIns="86018" bIns="43009" numCol="1" anchor="t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192838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4838"/>
            <a:ext cx="5610225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018" tIns="43009" rIns="86018" bIns="430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018" tIns="43009" rIns="86018" bIns="43009" numCol="1" anchor="b" anchorCtr="0" compatLnSpc="1">
            <a:prstTxWarp prst="textNoShape">
              <a:avLst/>
            </a:prstTxWarp>
          </a:bodyPr>
          <a:lstStyle>
            <a:lvl1pPr algn="l" defTabSz="860425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018" tIns="43009" rIns="86018" bIns="43009" numCol="1" anchor="b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32A5BFC6-E11F-46D6-8A2B-B78D84F0F41F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44246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1pPr>
            <a:lvl2pPr marL="742950" indent="-28575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2pPr>
            <a:lvl3pPr marL="11430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3pPr>
            <a:lvl4pPr marL="16002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4pPr>
            <a:lvl5pPr marL="2057400" indent="-228600" algn="ctr" defTabSz="860425" eaLnBrk="0" hangingPunct="0">
              <a:defRPr sz="2400">
                <a:solidFill>
                  <a:schemeClr val="tx1"/>
                </a:solidFill>
                <a:latin typeface="Tempus Sans ITC" pitchFamily="82" charset="0"/>
              </a:defRPr>
            </a:lvl5pPr>
            <a:lvl6pPr marL="25146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6pPr>
            <a:lvl7pPr marL="29718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7pPr>
            <a:lvl8pPr marL="34290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8pPr>
            <a:lvl9pPr marL="3886200" indent="-228600" algn="ctr" defTabSz="860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empus Sans ITC" pitchFamily="82" charset="0"/>
              </a:defRPr>
            </a:lvl9pPr>
          </a:lstStyle>
          <a:p>
            <a:pPr algn="r" eaLnBrk="1" hangingPunct="1">
              <a:defRPr/>
            </a:pPr>
            <a:fld id="{4CBC1012-C0CA-4A8B-A2E7-1C1409111B41}" type="slidenum">
              <a:rPr lang="zh-CN" altLang="en-US" sz="1100" smtClean="0">
                <a:latin typeface="Times New Roman" pitchFamily="18" charset="0"/>
              </a:rPr>
              <a:pPr algn="r" eaLnBrk="1" hangingPunct="1">
                <a:defRPr/>
              </a:pPr>
              <a:t>6</a:t>
            </a:fld>
            <a:endParaRPr lang="en-US" altLang="zh-CN" sz="1100" dirty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8500"/>
            <a:ext cx="6192838" cy="3484563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5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B2D2-E09C-4648-A338-55667FBF3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1B0DD-7C89-4750-B8A6-794171A78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1E3E-4790-4B60-A19D-2DA60203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160DE-00D0-48EC-B04E-F33539B1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10BF-EE26-4BB4-ABC4-AD93D492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8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ED11-F615-42FE-9E4A-6FC21B67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802D-6774-47BC-826D-4A528E81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610B5-1CC8-4084-963D-243265A7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62E69-741A-4606-8A7F-2BAB2EDD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E7C6E-7A92-459F-8B05-65DCD5E3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32CB-230B-47A9-BDEF-8E48BE2E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CEA6-B160-4089-BC33-9AEDF42A1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899A-8D99-4B54-A33B-14E877A3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5C0D-EE4D-42F3-BF9B-462B7669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B9E9B-A622-4137-BA17-E2C7C6FD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D19A-8B42-400C-9C4D-DC9C3DD3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334C-0726-4B16-90A2-439F3673D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3F558-847D-4D5E-8CE1-2802FF679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B3F9-5E94-4D2F-BFCD-B0165260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F09B5-6971-4278-A763-71578BC2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4865D-59F2-49B1-848F-9507D20B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62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236D-13AD-42D9-8E9B-297863C1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2A2D-BB38-4F32-9F58-871CC4B8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A52C-5F20-4A2F-8D16-DEA683647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B983A-A547-40B2-81A2-87E4FABBE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7DC80-1551-49A0-9086-DE780F86F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88282-4EB1-4A65-983C-25BE460C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32CD-D459-4935-A7A2-6E5235D0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019AA-DE84-40F6-891A-A0402B98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6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1ADB-C956-410B-B720-D0822D9A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B839F-21FB-493E-990B-182F07E0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ADDF6-21C4-4025-861A-1ACE538A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C9B1D-C85E-4DAA-81B8-283ECB88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00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DC27E-DC8C-418D-9B15-A81ED932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3378A-16F2-457F-A446-830C30AE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0639A-71BB-46D0-B437-E4CC2E42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BBB2-AACC-489C-A029-34720011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A95E-CEDA-4B13-87FB-60C029FB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FD203-B516-42CC-9D5E-C4231BEF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EA24-B8E5-41A9-9F89-A8966987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A9BE1-1F69-4D2A-A2F2-6506E335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FD3FD-0C10-4BE0-BF55-CBC1A114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3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0350-CBE1-4BEC-90AB-01E49B6B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F7B450-A525-4D1C-A744-4E5601625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2AFAE-F3BA-4E43-A5C7-9CC48A557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05CDC-10AE-4E16-8B21-44F97430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F6D61-4C84-4B8F-B6DF-974AB39D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555E6-93A2-484E-93BC-02E376B7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4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9E40-5215-4137-9CCE-47D8F0D9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4FEDE-69F0-46A4-87BC-0376FE89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79994-A825-4EBE-9C53-0FFC46B5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F6EA-220B-49AE-8E0D-799F31D3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F9B3A-7995-480F-BA1A-8826CD8B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1EB4C-602E-443A-AC16-7097021A3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C0352-AC2B-4A72-A0BF-3943AF4EA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A8DF-9BF7-451D-8491-CE45B48B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15418-459E-4ABA-9D1E-7CEC71D0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BE1CC-DBD2-4B3C-9E00-27D44678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31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講道-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A74C-6192-4521-9388-84BAB368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5"/>
            <a:ext cx="11512248" cy="1039133"/>
          </a:xfrm>
        </p:spPr>
        <p:txBody>
          <a:bodyPr>
            <a:noAutofit/>
          </a:bodyPr>
          <a:lstStyle>
            <a:lvl1pPr>
              <a:defRPr sz="6000" baseline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標楷體" panose="03000509000000000000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482889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sz="6000">
                <a:solidFill>
                  <a:schemeClr val="bg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451C2-7111-426F-8A1B-866798EDDB37}"/>
              </a:ext>
            </a:extLst>
          </p:cNvPr>
          <p:cNvCxnSpPr>
            <a:cxnSpLocks/>
          </p:cNvCxnSpPr>
          <p:nvPr userDrawn="1"/>
        </p:nvCxnSpPr>
        <p:spPr>
          <a:xfrm>
            <a:off x="339876" y="1429801"/>
            <a:ext cx="11512248" cy="0"/>
          </a:xfrm>
          <a:prstGeom prst="line">
            <a:avLst/>
          </a:prstGeom>
          <a:ln w="28575">
            <a:solidFill>
              <a:srgbClr val="775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B6294E0-AE95-47DC-AD90-18B214C4E789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16F39F9F-7BA8-4470-B38D-337EDD2DA5F9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94052B55-68E0-4E49-8556-FAA8F943A8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335920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信經主禱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ained glass window&#10;&#10;Description automatically generated with low confidence">
            <a:extLst>
              <a:ext uri="{FF2B5EF4-FFF2-40B4-BE49-F238E27FC236}">
                <a16:creationId xmlns:a16="http://schemas.microsoft.com/office/drawing/2014/main" id="{E85E7ACE-E9B3-407F-911B-5B100CCA2B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57A74C-6192-4521-9388-84BAB368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5"/>
            <a:ext cx="11512248" cy="1039133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baseline="0" dirty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482889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sz="60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451C2-7111-426F-8A1B-866798EDDB37}"/>
              </a:ext>
            </a:extLst>
          </p:cNvPr>
          <p:cNvCxnSpPr>
            <a:cxnSpLocks/>
          </p:cNvCxnSpPr>
          <p:nvPr userDrawn="1"/>
        </p:nvCxnSpPr>
        <p:spPr>
          <a:xfrm>
            <a:off x="339876" y="1429801"/>
            <a:ext cx="11512248" cy="0"/>
          </a:xfrm>
          <a:prstGeom prst="line">
            <a:avLst/>
          </a:prstGeom>
          <a:ln w="28575">
            <a:solidFill>
              <a:srgbClr val="775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97B538-EDA5-4941-ACBD-928C3648467D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12" name="Rectangle 28">
              <a:extLst>
                <a:ext uri="{FF2B5EF4-FFF2-40B4-BE49-F238E27FC236}">
                  <a16:creationId xmlns:a16="http://schemas.microsoft.com/office/drawing/2014/main" id="{B254B5E8-9EAC-4A46-8CFD-6A7C41FC32A3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13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B88239BB-FD9B-43A6-90DC-6E8C85466F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5448486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信經主禱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tained glass window&#10;&#10;Description automatically generated with low confidence">
            <a:extLst>
              <a:ext uri="{FF2B5EF4-FFF2-40B4-BE49-F238E27FC236}">
                <a16:creationId xmlns:a16="http://schemas.microsoft.com/office/drawing/2014/main" id="{E8F81B36-B705-422A-AE3B-BCB14A62D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877A-0568-40E9-A22F-7C25A0BC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698"/>
            <a:ext cx="11512248" cy="4856419"/>
          </a:xfrm>
          <a:noFill/>
        </p:spPr>
        <p:txBody>
          <a:bodyPr>
            <a:normAutofit/>
          </a:bodyPr>
          <a:lstStyle>
            <a:lvl1pPr marL="0" indent="0" hangingPunct="0">
              <a:spcBef>
                <a:spcPts val="600"/>
              </a:spcBef>
              <a:buNone/>
              <a:defRPr lang="en-US" sz="6000" kern="12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spcBef>
                <a:spcPts val="600"/>
              </a:spcBef>
              <a:defRPr sz="4400"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marL="0" lvl="0" indent="0" algn="l" defTabSz="914400" rtl="0" eaLnBrk="1" latinLnBrk="0" hangingPunc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384A1C43-014C-44E7-9425-E87FF6DC9D54}"/>
              </a:ext>
            </a:extLst>
          </p:cNvPr>
          <p:cNvSpPr>
            <a:spLocks noChangeArrowheads="1"/>
          </p:cNvSpPr>
          <p:nvPr userDrawn="1"/>
        </p:nvSpPr>
        <p:spPr bwMode="blackWhite">
          <a:xfrm>
            <a:off x="0" y="6356359"/>
            <a:ext cx="12192000" cy="501649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1pPr>
            <a:lvl2pPr marL="742950" indent="-28575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2pPr>
            <a:lvl3pPr marL="11430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3pPr>
            <a:lvl4pPr marL="16002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4pPr>
            <a:lvl5pPr marL="20574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zh-TW" altLang="en-GB" sz="1600" dirty="0">
              <a:solidFill>
                <a:schemeClr val="bg2">
                  <a:lumMod val="90000"/>
                </a:schemeClr>
              </a:solidFill>
              <a:latin typeface="Lucida Calligraphy" panose="03010101010101010101" pitchFamily="66" charset="0"/>
              <a:ea typeface="DFHeiMedium-B5" pitchFamily="49" charset="-12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D27DB2-3762-4524-BA9C-3994BD667506}"/>
              </a:ext>
            </a:extLst>
          </p:cNvPr>
          <p:cNvGrpSpPr/>
          <p:nvPr userDrawn="1"/>
        </p:nvGrpSpPr>
        <p:grpSpPr>
          <a:xfrm>
            <a:off x="-111185" y="6411050"/>
            <a:ext cx="12303185" cy="499872"/>
            <a:chOff x="-111185" y="6411050"/>
            <a:chExt cx="12303185" cy="499872"/>
          </a:xfrm>
        </p:grpSpPr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C0E42DC5-DA82-44D8-877C-5254173A32B3}"/>
                </a:ext>
              </a:extLst>
            </p:cNvPr>
            <p:cNvSpPr>
              <a:spLocks noChangeArrowheads="1"/>
            </p:cNvSpPr>
            <p:nvPr userDrawn="1"/>
          </p:nvSpPr>
          <p:spPr bwMode="blackWhite">
            <a:xfrm>
              <a:off x="0" y="6501649"/>
              <a:ext cx="12192000" cy="3563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1pPr>
              <a:lvl2pPr marL="742950" indent="-28575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2pPr>
              <a:lvl3pPr marL="11430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3pPr>
              <a:lvl4pPr marL="16002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4pPr>
              <a:lvl5pPr marL="2057400" indent="-228600" eaLnBrk="0" hangingPunct="0"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855075" algn="r"/>
                </a:tabLst>
                <a:defRPr sz="2400">
                  <a:solidFill>
                    <a:schemeClr val="tx1"/>
                  </a:solidFill>
                  <a:latin typeface="Tempus Sans ITC" pitchFamily="82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TW" altLang="en-GB" sz="1400" dirty="0">
                <a:latin typeface="DFHeiBold-B5" pitchFamily="49" charset="-120"/>
                <a:ea typeface="DFHeiMedium-B5" pitchFamily="49" charset="-120"/>
              </a:endParaRPr>
            </a:p>
          </p:txBody>
        </p:sp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D459CB9C-1D58-46C3-B079-D4A8B29146E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5867"/>
            <a:stretch/>
          </p:blipFill>
          <p:spPr>
            <a:xfrm>
              <a:off x="-111185" y="6411050"/>
              <a:ext cx="4514850" cy="499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8159524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詩歌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609" y="1753894"/>
            <a:ext cx="11630783" cy="4793066"/>
          </a:xfrm>
        </p:spPr>
        <p:txBody>
          <a:bodyPr>
            <a:normAutofit/>
          </a:bodyPr>
          <a:lstStyle>
            <a:lvl1pPr marL="120648" indent="0" hangingPunct="0">
              <a:buNone/>
              <a:defRPr lang="en-US" sz="6000" kern="12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hangingPunct="0">
              <a:defRPr>
                <a:solidFill>
                  <a:srgbClr val="FFFCE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endParaRPr lang="zh-TW" altLang="en-US" dirty="0"/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48926E3A-0D94-49AD-9DE0-9FADB4A8B2E2}"/>
              </a:ext>
            </a:extLst>
          </p:cNvPr>
          <p:cNvSpPr>
            <a:spLocks noChangeArrowheads="1"/>
          </p:cNvSpPr>
          <p:nvPr userDrawn="1"/>
        </p:nvSpPr>
        <p:spPr bwMode="blackWhite">
          <a:xfrm>
            <a:off x="0" y="1116232"/>
            <a:ext cx="12192000" cy="43031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1pPr>
            <a:lvl2pPr marL="742950" indent="-28575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2pPr>
            <a:lvl3pPr marL="11430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3pPr>
            <a:lvl4pPr marL="16002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4pPr>
            <a:lvl5pPr marL="2057400" indent="-228600" eaLnBrk="0" hangingPunct="0"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855075" algn="r"/>
              </a:tabLst>
              <a:defRPr sz="2400">
                <a:solidFill>
                  <a:schemeClr val="tx1"/>
                </a:solidFill>
                <a:latin typeface="Tempus Sans ITC" pitchFamily="82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zh-TW" altLang="en-GB" sz="1400" dirty="0">
              <a:latin typeface="DFHeiBold-B5" pitchFamily="49" charset="-120"/>
              <a:ea typeface="DFHeiMedium-B5" pitchFamily="49" charset="-12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4E4C608-4591-4594-843B-5259CCC9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34" y="145989"/>
            <a:ext cx="11651858" cy="852616"/>
          </a:xfrm>
        </p:spPr>
        <p:txBody>
          <a:bodyPr>
            <a:noAutofit/>
          </a:bodyPr>
          <a:lstStyle>
            <a:lvl1pPr marL="2397125" indent="0" algn="r">
              <a:defRPr sz="6000" baseline="0">
                <a:solidFill>
                  <a:schemeClr val="accent6">
                    <a:lumMod val="20000"/>
                    <a:lumOff val="80000"/>
                  </a:schemeClr>
                </a:solidFill>
                <a:latin typeface="Georgia" panose="02040502050405020303" pitchFamily="18" charset="0"/>
                <a:ea typeface="華康歐陽詢體W5" panose="03000509000000000000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F0400F0-250C-48EB-B8EE-CCA800E4B4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0609" y="1174215"/>
            <a:ext cx="11630783" cy="372335"/>
          </a:xfrm>
        </p:spPr>
        <p:txBody>
          <a:bodyPr>
            <a:normAutofit/>
          </a:bodyPr>
          <a:lstStyle>
            <a:lvl1pPr marL="2397125" indent="0" algn="r">
              <a:lnSpc>
                <a:spcPct val="100000"/>
              </a:lnSpc>
              <a:buNone/>
              <a:defRPr lang="en-US" altLang="zh-TW" sz="2800" baseline="0" dirty="0" smtClean="0">
                <a:solidFill>
                  <a:srgbClr val="AC999F"/>
                </a:solidFill>
                <a:latin typeface="Georgia" panose="02040502050405020303" pitchFamily="18" charset="0"/>
                <a:ea typeface="華康仿宋體W6" panose="02020609000000000000" pitchFamily="49" charset="-120"/>
                <a:cs typeface="+mn-cs"/>
              </a:defRPr>
            </a:lvl1pPr>
            <a:lvl2pPr marL="342891" indent="0"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pic>
        <p:nvPicPr>
          <p:cNvPr id="6" name="Picture 5" descr="A picture containing indoor, set&#10;&#10;Description automatically generated">
            <a:extLst>
              <a:ext uri="{FF2B5EF4-FFF2-40B4-BE49-F238E27FC236}">
                <a16:creationId xmlns:a16="http://schemas.microsoft.com/office/drawing/2014/main" id="{446196DE-38F3-407B-ABFA-14A2BC8795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3234" y="5036777"/>
            <a:ext cx="5038766" cy="182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1834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9B4B8-4F8A-46FB-A84C-AD72F444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8719-B4CA-4AB0-8B78-BA1737AC9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F2AAD-F54E-4B0D-8629-CFC035188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7370-E64D-41F6-BE41-B93BEC21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0750-0D6F-460F-B194-946E66DB9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14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  <p:sldLayoutId id="2147485805" r:id="rId2"/>
    <p:sldLayoutId id="2147485806" r:id="rId3"/>
    <p:sldLayoutId id="2147485807" r:id="rId4"/>
    <p:sldLayoutId id="2147485808" r:id="rId5"/>
    <p:sldLayoutId id="2147485809" r:id="rId6"/>
    <p:sldLayoutId id="2147485810" r:id="rId7"/>
    <p:sldLayoutId id="2147485811" r:id="rId8"/>
    <p:sldLayoutId id="2147485812" r:id="rId9"/>
    <p:sldLayoutId id="2147485813" r:id="rId10"/>
    <p:sldLayoutId id="2147485814" r:id="rId11"/>
    <p:sldLayoutId id="2147485817" r:id="rId12"/>
    <p:sldLayoutId id="2147485821" r:id="rId13"/>
    <p:sldLayoutId id="2147485822" r:id="rId14"/>
    <p:sldLayoutId id="2147485823" r:id="rId15"/>
  </p:sldLayoutIdLst>
  <p:transition spd="med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296A-1982-4234-83C7-AAFFBE9FC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98E4-ADC7-B566-8930-34C39660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>
                    <a:lumMod val="95000"/>
                  </a:schemeClr>
                </a:solidFill>
                <a:latin typeface="標楷體" panose="03000509000000000000" pitchFamily="65" charset="-120"/>
                <a:cs typeface="+mn-cs"/>
              </a:rPr>
              <a:t>詩</a:t>
            </a:r>
            <a:r>
              <a:rPr lang="en-US" altLang="zh-TW" dirty="0">
                <a:solidFill>
                  <a:schemeClr val="bg1">
                    <a:lumMod val="95000"/>
                  </a:schemeClr>
                </a:solidFill>
                <a:latin typeface="標楷體" panose="03000509000000000000" pitchFamily="65" charset="-120"/>
                <a:cs typeface="+mn-cs"/>
              </a:rPr>
              <a:t>146:1-10</a:t>
            </a:r>
            <a:endParaRPr lang="en-US" dirty="0">
              <a:solidFill>
                <a:schemeClr val="bg1">
                  <a:lumMod val="95000"/>
                </a:schemeClr>
              </a:solidFill>
              <a:latin typeface="標楷體" panose="03000509000000000000" pitchFamily="65" charset="-120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C100-1210-35D2-DF01-677FA2BB9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437571"/>
            <a:ext cx="11512248" cy="5543092"/>
          </a:xfrm>
        </p:spPr>
        <p:txBody>
          <a:bodyPr>
            <a:noAutofit/>
          </a:bodyPr>
          <a:lstStyle/>
          <a:p>
            <a:pPr algn="just">
              <a:lnSpc>
                <a:spcPts val="6500"/>
              </a:lnSpc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你們要讚美耶和華！我的心哪，你要讚美耶和華！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我一生要讚美耶和華！我還活的時候要歌頌我的　神！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707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80F66-C1DB-6B37-0CE4-EB36C5AD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C15B-886F-8E31-E0B8-F8951EBC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437571"/>
            <a:ext cx="11512248" cy="5543092"/>
          </a:xfrm>
        </p:spPr>
        <p:txBody>
          <a:bodyPr>
            <a:noAutofit/>
          </a:bodyPr>
          <a:lstStyle/>
          <a:p>
            <a:pPr algn="just">
              <a:lnSpc>
                <a:spcPts val="6500"/>
              </a:lnSpc>
            </a:pP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你們不要倚靠君王，不要倚靠世人；他一點不能幫助。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他的氣一斷，就歸回塵土；他所打算的，當日就消滅了。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A71FAC-4268-F89D-FB48-8C53CD89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1063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D4C88-ECD3-C917-E34A-F6C7A39E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65E2-5917-ADD5-C0F3-EECE2C0E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437571"/>
            <a:ext cx="11512248" cy="5543092"/>
          </a:xfrm>
        </p:spPr>
        <p:txBody>
          <a:bodyPr>
            <a:noAutofit/>
          </a:bodyPr>
          <a:lstStyle/>
          <a:p>
            <a:pPr algn="just">
              <a:lnSpc>
                <a:spcPts val="6500"/>
              </a:lnSpc>
            </a:pP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以雅各的　神為幫助、仰望耶和華─他　神的，這人便為有福！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耶和華造天、地、海，和其中的萬物；他守誠實，直到永遠。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EB70BD-EAA7-1D57-FB3E-48F08DC6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557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EEEE-FC74-9C8C-1572-0F10B7AB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8464F-A25D-1323-3EC5-0CC81CBB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437571"/>
            <a:ext cx="11512248" cy="5543092"/>
          </a:xfrm>
        </p:spPr>
        <p:txBody>
          <a:bodyPr>
            <a:noAutofit/>
          </a:bodyPr>
          <a:lstStyle/>
          <a:p>
            <a:pPr algn="just">
              <a:lnSpc>
                <a:spcPts val="6500"/>
              </a:lnSpc>
            </a:pP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他為受屈的伸冤，賜食物與飢餓的。耶和華釋放被囚的；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耶和華開了瞎子的眼睛；耶和華扶起被壓下的人。耶和華喜愛義人。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D08397-4E02-83EC-E0C0-10934752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3658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98A-B235-D581-1503-9C2D498B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646B-FCAF-947F-BDB3-EA0716E21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437571"/>
            <a:ext cx="11512248" cy="5543092"/>
          </a:xfrm>
        </p:spPr>
        <p:txBody>
          <a:bodyPr>
            <a:noAutofit/>
          </a:bodyPr>
          <a:lstStyle/>
          <a:p>
            <a:pPr algn="just">
              <a:lnSpc>
                <a:spcPts val="6500"/>
              </a:lnSpc>
            </a:pP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耶和華保護寄居的，扶持孤兒和寡婦，卻使惡人的道路彎曲。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耶和華要作王，直到永遠！錫安哪，你的　神要作王，直到萬代！你們要讚美耶和華！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1FFBD3-27FD-778F-0CBC-44919B3A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6828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tone&#10;&#10;Description automatically generated">
            <a:extLst>
              <a:ext uri="{FF2B5EF4-FFF2-40B4-BE49-F238E27FC236}">
                <a16:creationId xmlns:a16="http://schemas.microsoft.com/office/drawing/2014/main" id="{FF31A84A-0B88-4C28-B238-2B371F03EE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26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51D72-20D0-4CE9-A382-1FE316C6E4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4308776" y="-1025224"/>
            <a:ext cx="3574446" cy="12192002"/>
          </a:xfrm>
          <a:prstGeom prst="rect">
            <a:avLst/>
          </a:prstGeom>
        </p:spPr>
      </p:pic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" y="908278"/>
            <a:ext cx="121920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5000"/>
              </a:spcBef>
              <a:buChar char="•"/>
              <a:defRPr sz="58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6600" dirty="0">
                <a:solidFill>
                  <a:srgbClr val="9CAAB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信息</a:t>
            </a:r>
            <a:r>
              <a:rPr lang="en-US" altLang="zh-TW" sz="9600" dirty="0">
                <a:solidFill>
                  <a:srgbClr val="DAA52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zh-TW" altLang="en-US" sz="6000" u="sng" spc="-1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讚美神是我們真正的救助者 </a:t>
            </a:r>
            <a:endParaRPr lang="en-US" altLang="zh-TW" sz="6000" u="sng" spc="-1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6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			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6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詩篇 </a:t>
            </a:r>
            <a:r>
              <a:rPr lang="en-US" altLang="zh-TW" sz="6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華康中黑體" pitchFamily="49" charset="-120"/>
              </a:rPr>
              <a:t>146:1-10</a:t>
            </a:r>
          </a:p>
        </p:txBody>
      </p:sp>
      <p:pic>
        <p:nvPicPr>
          <p:cNvPr id="3" name="Picture 2" descr="A picture containing necklace, man, air, flying&#10;&#10;Description automatically generated">
            <a:extLst>
              <a:ext uri="{FF2B5EF4-FFF2-40B4-BE49-F238E27FC236}">
                <a16:creationId xmlns:a16="http://schemas.microsoft.com/office/drawing/2014/main" id="{CD0AED49-9E07-46F5-AF68-0408DD5FD94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7154" y="4667971"/>
            <a:ext cx="1481876" cy="1569661"/>
          </a:xfrm>
          <a:prstGeom prst="rect">
            <a:avLst/>
          </a:prstGeom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957943" y="4667970"/>
            <a:ext cx="11234057" cy="18466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5000"/>
              </a:spcBef>
              <a:buChar char="•"/>
              <a:defRPr sz="58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14600" eaLnBrk="1" hangingPunct="1">
              <a:spcBef>
                <a:spcPct val="0"/>
              </a:spcBef>
              <a:buNone/>
            </a:pPr>
            <a:r>
              <a:rPr lang="zh-TW" altLang="en-US" sz="6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DFPFangSongW4-B5" panose="02020400000000000000" pitchFamily="18" charset="-120"/>
                <a:ea typeface="DFPFangSongW4-B5" panose="02020400000000000000" pitchFamily="18" charset="-120"/>
              </a:rPr>
              <a:t>林恆生</a:t>
            </a:r>
            <a:r>
              <a:rPr lang="zh-TW" alt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DFPFangSongW4-B5" panose="02020400000000000000" pitchFamily="18" charset="-120"/>
                <a:ea typeface="DFPFangSongW4-B5" panose="02020400000000000000" pitchFamily="18" charset="-120"/>
              </a:rPr>
              <a:t>牧師</a:t>
            </a:r>
            <a:endParaRPr lang="en-US" altLang="zh-TW" sz="5400" b="1" dirty="0">
              <a:solidFill>
                <a:schemeClr val="accent1">
                  <a:lumMod val="20000"/>
                  <a:lumOff val="80000"/>
                </a:schemeClr>
              </a:solidFill>
              <a:latin typeface="DFPFangSongW4-B5" panose="02020400000000000000" pitchFamily="18" charset="-120"/>
              <a:ea typeface="DFPFangSongW4-B5" panose="02020400000000000000" pitchFamily="18" charset="-120"/>
            </a:endParaRPr>
          </a:p>
          <a:p>
            <a:pPr marL="2514600" eaLnBrk="1" hangingPunct="1">
              <a:spcBef>
                <a:spcPct val="0"/>
              </a:spcBef>
              <a:buNone/>
            </a:pPr>
            <a:r>
              <a:rPr lang="zh-TW" altLang="en-US" sz="5400" b="1" dirty="0">
                <a:solidFill>
                  <a:schemeClr val="bg1">
                    <a:lumMod val="85000"/>
                  </a:schemeClr>
                </a:solidFill>
                <a:latin typeface="DFPFangSongW4-B5" panose="02020400000000000000" pitchFamily="18" charset="-120"/>
                <a:ea typeface="DFPFangSongW4-B5" panose="02020400000000000000" pitchFamily="18" charset="-120"/>
              </a:rPr>
              <a:t>新城教會華語部牧師</a:t>
            </a:r>
          </a:p>
        </p:txBody>
      </p:sp>
    </p:spTree>
    <p:extLst>
      <p:ext uri="{BB962C8B-B14F-4D97-AF65-F5344CB8AC3E}">
        <p14:creationId xmlns:p14="http://schemas.microsoft.com/office/powerpoint/2010/main" val="30616134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0B3A-4DAD-CF45-D372-4D1F3300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1D71-71AB-6D59-4C47-E33709BE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5" y="1544702"/>
            <a:ext cx="11591929" cy="531329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</a:t>
            </a:r>
            <a:r>
              <a:rPr lang="zh-TW" altLang="en-US" sz="6500" dirty="0"/>
              <a:t>我們的心向來</a:t>
            </a:r>
            <a:r>
              <a:rPr lang="zh-TW" altLang="en-US" sz="6500" b="1" dirty="0">
                <a:solidFill>
                  <a:srgbClr val="FFFF66"/>
                </a:solidFill>
              </a:rPr>
              <a:t>等候</a:t>
            </a:r>
            <a:r>
              <a:rPr lang="zh-TW" altLang="en-US" sz="6500" dirty="0"/>
              <a:t>耶和華；祂是我們的幫助，我們的盾牌。我們的心必</a:t>
            </a:r>
            <a:r>
              <a:rPr lang="zh-TW" altLang="en-US" sz="6500" b="1" dirty="0">
                <a:solidFill>
                  <a:srgbClr val="FFFF66"/>
                </a:solidFill>
              </a:rPr>
              <a:t>靠祂歡喜</a:t>
            </a:r>
            <a:r>
              <a:rPr lang="zh-TW" altLang="en-US" sz="6500" dirty="0"/>
              <a:t>，因為我們向來倚靠祂的聖名。」</a:t>
            </a:r>
            <a:endParaRPr lang="en-US" altLang="zh-TW" sz="6500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(</a:t>
            </a:r>
            <a:r>
              <a:rPr lang="zh-TW" altLang="en-US" dirty="0"/>
              <a:t>詩 </a:t>
            </a:r>
            <a:r>
              <a:rPr lang="en-US" altLang="zh-TW" dirty="0"/>
              <a:t>33:20-21)</a:t>
            </a:r>
          </a:p>
        </p:txBody>
      </p:sp>
    </p:spTree>
    <p:extLst>
      <p:ext uri="{BB962C8B-B14F-4D97-AF65-F5344CB8AC3E}">
        <p14:creationId xmlns:p14="http://schemas.microsoft.com/office/powerpoint/2010/main" val="270422056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ADBC-32BD-80E4-3DC4-A11A62A6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5067-D866-F2C0-173B-7AB979B5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詩篇第</a:t>
            </a:r>
            <a:r>
              <a:rPr lang="en-US" altLang="zh-TW" dirty="0"/>
              <a:t>146-150</a:t>
            </a:r>
            <a:r>
              <a:rPr lang="zh-TW" altLang="en-US" dirty="0"/>
              <a:t>篇都有相同的開場和結尾</a:t>
            </a:r>
            <a:r>
              <a:rPr lang="en-US" altLang="zh-TW" dirty="0"/>
              <a:t>: </a:t>
            </a:r>
            <a:r>
              <a:rPr lang="zh-TW" altLang="en-US" b="1" dirty="0">
                <a:solidFill>
                  <a:srgbClr val="FFFF00"/>
                </a:solidFill>
              </a:rPr>
              <a:t>讚美耶和華！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1732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3145-C6EA-A4DC-EB5E-B10184A5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TW" altLang="en-US" dirty="0"/>
              <a:t>讚美神是我們真正的救助者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2EE5E-957A-AE1C-3771-9B9D9883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852124" cy="482889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TW" dirty="0"/>
              <a:t>1)</a:t>
            </a:r>
            <a:r>
              <a:rPr lang="zh-TW" altLang="en-US" dirty="0"/>
              <a:t>有限的人不是真正的救助者</a:t>
            </a:r>
            <a:endParaRPr lang="en-US" altLang="zh-TW" sz="4000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2)</a:t>
            </a:r>
            <a:r>
              <a:rPr lang="zh-TW" altLang="en-US" dirty="0"/>
              <a:t>神才是真正的救助者</a:t>
            </a:r>
            <a:endParaRPr lang="en-US" altLang="zh-TW" dirty="0"/>
          </a:p>
          <a:p>
            <a:pPr algn="just">
              <a:lnSpc>
                <a:spcPct val="100000"/>
              </a:lnSpc>
            </a:pPr>
            <a:r>
              <a:rPr lang="en-US" altLang="zh-TW" dirty="0"/>
              <a:t>3)</a:t>
            </a:r>
            <a:r>
              <a:rPr lang="zh-TW" altLang="en-US" dirty="0"/>
              <a:t>神這位真正的救助者要永遠做王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97084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6C86-3615-B26C-87F7-60E7B9EE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776"/>
            <a:ext cx="12192000" cy="904095"/>
          </a:xfrm>
        </p:spPr>
        <p:txBody>
          <a:bodyPr/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有限的人不是真正的救助者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vv.1-4)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1A3C-D827-02A1-A530-650F6402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4701"/>
            <a:ext cx="12192000" cy="6212951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「你們不要倚靠君王，不要倚靠世人；他一點不能</a:t>
            </a:r>
            <a:r>
              <a:rPr lang="zh-TW" altLang="en-US" b="1" dirty="0">
                <a:solidFill>
                  <a:srgbClr val="FFFF00"/>
                </a:solidFill>
              </a:rPr>
              <a:t>幫助</a:t>
            </a:r>
            <a:r>
              <a:rPr lang="zh-TW" altLang="en-US" dirty="0"/>
              <a:t>。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zh-TW" altLang="en-US" sz="6000" dirty="0"/>
              <a:t>他的氣一斷，就歸回塵土；他所打算的，當日就消滅了。</a:t>
            </a:r>
            <a:r>
              <a:rPr lang="zh-TW" altLang="en-US" dirty="0"/>
              <a:t>」</a:t>
            </a:r>
            <a:r>
              <a:rPr lang="en-US" altLang="zh-TW" sz="4800" dirty="0"/>
              <a:t>(vv.3-4)</a:t>
            </a:r>
          </a:p>
          <a:p>
            <a:pPr marL="1257300" lvl="1" indent="-5715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sz="6000" dirty="0"/>
              <a:t>幫助</a:t>
            </a:r>
            <a:r>
              <a:rPr lang="en-US" altLang="zh-TW" sz="6000" dirty="0"/>
              <a:t>:</a:t>
            </a:r>
            <a:r>
              <a:rPr lang="zh-TW" altLang="en-US" sz="6000" dirty="0"/>
              <a:t> </a:t>
            </a:r>
            <a:r>
              <a:rPr lang="zh-TW" altLang="en-US" sz="6000" b="1" dirty="0">
                <a:solidFill>
                  <a:srgbClr val="FFFF00"/>
                </a:solidFill>
              </a:rPr>
              <a:t>拯救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723225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0C35-388F-F9D1-C4AB-B06E0B0B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TW" altLang="en-US" dirty="0"/>
              <a:t>人無力自救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C52E-2B27-AACE-D051-9BD7BE1F2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0" indent="-8572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dirty="0"/>
              <a:t>亞蘭王的將軍乃縵</a:t>
            </a:r>
            <a:endParaRPr lang="en-US" altLang="zh-TW" dirty="0"/>
          </a:p>
          <a:p>
            <a:pPr marL="857250" indent="-8572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zh-TW" altLang="en-US" dirty="0"/>
              <a:t>封殺馬丁路德的查理五世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80976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A5A3-C6B2-E73D-8215-C7FC53D8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神才是真正的救助者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vv.5-9)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8091-E16B-F6FA-64B0-F8D64768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76" y="1544702"/>
            <a:ext cx="11512248" cy="5313298"/>
          </a:xfrm>
        </p:spPr>
        <p:txBody>
          <a:bodyPr>
            <a:normAutofit/>
          </a:bodyPr>
          <a:lstStyle/>
          <a:p>
            <a:pPr algn="just"/>
            <a:r>
              <a:rPr lang="zh-TW" altLang="en-US" dirty="0"/>
              <a:t>「以雅各的神作為他的</a:t>
            </a:r>
            <a:r>
              <a:rPr lang="zh-TW" altLang="en-US" b="1" dirty="0">
                <a:solidFill>
                  <a:srgbClr val="FFFF00"/>
                </a:solidFill>
              </a:rPr>
              <a:t>救助</a:t>
            </a:r>
            <a:r>
              <a:rPr lang="zh-TW" altLang="en-US" dirty="0"/>
              <a:t>的，這人是有福的！這人的</a:t>
            </a:r>
            <a:r>
              <a:rPr lang="zh-TW" altLang="en-US" b="1" dirty="0">
                <a:solidFill>
                  <a:srgbClr val="FFFF00"/>
                </a:solidFill>
              </a:rPr>
              <a:t>盼望</a:t>
            </a:r>
            <a:r>
              <a:rPr lang="zh-TW" altLang="en-US" dirty="0"/>
              <a:t>在於耶和華─他的神；</a:t>
            </a:r>
          </a:p>
          <a:p>
            <a:r>
              <a:rPr lang="zh-TW" altLang="en-US" dirty="0"/>
              <a:t>祂</a:t>
            </a:r>
            <a:r>
              <a:rPr lang="zh-TW" altLang="en-US" b="1" dirty="0">
                <a:solidFill>
                  <a:srgbClr val="FFFF00"/>
                </a:solidFill>
              </a:rPr>
              <a:t>造</a:t>
            </a:r>
            <a:r>
              <a:rPr lang="zh-TW" altLang="en-US" dirty="0"/>
              <a:t>天、地、海，和其中的萬物</a:t>
            </a:r>
          </a:p>
          <a:p>
            <a:pPr algn="just"/>
            <a:r>
              <a:rPr lang="zh-TW" altLang="en-US" dirty="0"/>
              <a:t>祂</a:t>
            </a:r>
            <a:r>
              <a:rPr lang="zh-TW" altLang="en-US" b="1" dirty="0">
                <a:solidFill>
                  <a:srgbClr val="FFFF00"/>
                </a:solidFill>
              </a:rPr>
              <a:t>以信實對待</a:t>
            </a:r>
            <a:r>
              <a:rPr lang="zh-TW" altLang="en-US" dirty="0"/>
              <a:t>祂的百姓，直到永遠」</a:t>
            </a:r>
            <a:r>
              <a:rPr lang="en-US" altLang="zh-TW" dirty="0"/>
              <a:t>(vv.5-6</a:t>
            </a:r>
            <a:r>
              <a:rPr lang="zh-TW" altLang="en-US" dirty="0"/>
              <a:t> 原文直譯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9792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1BCE-EBB9-A692-24A3-AF3EAD44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3F4E-4833-CF77-D459-6FEAEC9A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詩人沒有想要強調人當如何靠神解決問題、滿足需要</a:t>
            </a:r>
            <a:endParaRPr lang="en-US" altLang="zh-TW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zh-TW" altLang="en-US" dirty="0"/>
              <a:t>詩人強調：</a:t>
            </a:r>
            <a:r>
              <a:rPr lang="zh-TW" altLang="en-US" b="1" dirty="0">
                <a:solidFill>
                  <a:srgbClr val="FFFF00"/>
                </a:solidFill>
              </a:rPr>
              <a:t>這位神是誰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14385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DAAE-A599-67D6-051D-601C7B03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神的信實看顧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977DC-B3F6-4938-6504-FC699C7D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申冤、供應、醫治、扶持、保護、照顧、挫敗惡人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3062670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9763-C95D-CA72-BCC0-B13D9293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76" y="275776"/>
            <a:ext cx="11852124" cy="815606"/>
          </a:xfrm>
        </p:spPr>
        <p:txBody>
          <a:bodyPr/>
          <a:lstStyle/>
          <a:p>
            <a:pPr algn="just"/>
            <a:r>
              <a:rPr lang="zh-TW" altLang="en-US" dirty="0"/>
              <a:t>今天本該是我們女兒的第一個生日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E768D-C434-7059-0761-76DB4B404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3498" y="2182761"/>
            <a:ext cx="5076792" cy="380759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8EED4E-C8CA-7DE8-99CB-04C25E3F0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75" y="2182761"/>
            <a:ext cx="3441893" cy="380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8702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556F-373A-053A-8961-00B464C1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775"/>
            <a:ext cx="12192000" cy="102208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神這位救助者要永遠做王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(v.10)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3114-C0D6-76BD-43AA-AD820BCC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en-US" dirty="0"/>
              <a:t>「</a:t>
            </a:r>
            <a:r>
              <a:rPr lang="zh-TW" altLang="en-US" b="1" dirty="0">
                <a:solidFill>
                  <a:srgbClr val="FFFF00"/>
                </a:solidFill>
              </a:rPr>
              <a:t>耶和華</a:t>
            </a:r>
            <a:r>
              <a:rPr lang="zh-TW" altLang="en-US" dirty="0"/>
              <a:t>要作王，直到永遠！錫安哪，你的　神要作王，直到</a:t>
            </a:r>
            <a:r>
              <a:rPr lang="zh-TW" altLang="en-US" b="1" dirty="0">
                <a:solidFill>
                  <a:srgbClr val="FFFF00"/>
                </a:solidFill>
              </a:rPr>
              <a:t>萬代</a:t>
            </a:r>
            <a:r>
              <a:rPr lang="zh-TW" altLang="en-US" dirty="0"/>
              <a:t>！你們要讚美耶和華！」</a:t>
            </a:r>
            <a:r>
              <a:rPr lang="en-US" altLang="zh-TW" dirty="0"/>
              <a:t>(v.10)</a:t>
            </a:r>
          </a:p>
          <a:p>
            <a:pPr marL="1543050" lvl="1" indent="-857250" algn="just">
              <a:buFont typeface="Wingdings" panose="05000000000000000000" pitchFamily="2" charset="2"/>
              <a:buChar char="§"/>
            </a:pPr>
            <a:r>
              <a:rPr lang="zh-TW" altLang="en-US" sz="6000" dirty="0"/>
              <a:t>與他們</a:t>
            </a:r>
            <a:r>
              <a:rPr lang="zh-TW" altLang="en-US" sz="6000" b="1" dirty="0">
                <a:solidFill>
                  <a:srgbClr val="FFFF00"/>
                </a:solidFill>
              </a:rPr>
              <a:t>立約的主</a:t>
            </a:r>
            <a:r>
              <a:rPr lang="zh-TW" altLang="en-US" sz="6000" dirty="0"/>
              <a:t>將永遠做王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2490698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230E-D396-C995-8C53-9D191457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神子成了有軟弱肉體的人子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AEE70-6295-0DCC-983C-9239BE5A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4702"/>
            <a:ext cx="12192000" cy="5313298"/>
          </a:xfrm>
        </p:spPr>
        <p:txBody>
          <a:bodyPr>
            <a:normAutofit/>
          </a:bodyPr>
          <a:lstStyle/>
          <a:p>
            <a:r>
              <a:rPr lang="zh-TW" altLang="en-US" dirty="0"/>
              <a:t>「因</a:t>
            </a:r>
            <a:r>
              <a:rPr lang="zh-TW" altLang="en-US" b="1" dirty="0">
                <a:solidFill>
                  <a:srgbClr val="FFFF00"/>
                </a:solidFill>
              </a:rPr>
              <a:t>有一嬰孩為我們而生</a:t>
            </a:r>
            <a:r>
              <a:rPr lang="zh-TW" altLang="en-US" dirty="0"/>
              <a:t>；有</a:t>
            </a:r>
            <a:r>
              <a:rPr lang="zh-TW" altLang="en-US" b="1" dirty="0">
                <a:solidFill>
                  <a:srgbClr val="FFFF00"/>
                </a:solidFill>
              </a:rPr>
              <a:t>一子</a:t>
            </a:r>
            <a:r>
              <a:rPr lang="zh-TW" altLang="en-US" dirty="0"/>
              <a:t>賜給我們。政權必擔在他的肩頭上；他名稱為</a:t>
            </a:r>
            <a:r>
              <a:rPr lang="en-US" altLang="zh-TW" dirty="0"/>
              <a:t>『</a:t>
            </a:r>
            <a:r>
              <a:rPr lang="zh-TW" altLang="en-US" dirty="0"/>
              <a:t>奇妙策士、</a:t>
            </a:r>
            <a:r>
              <a:rPr lang="zh-TW" altLang="en-US" b="1" dirty="0">
                <a:solidFill>
                  <a:srgbClr val="FFFF00"/>
                </a:solidFill>
              </a:rPr>
              <a:t>全能的神</a:t>
            </a:r>
            <a:r>
              <a:rPr lang="zh-TW" altLang="en-US" dirty="0"/>
              <a:t>、永在的父、</a:t>
            </a:r>
            <a:r>
              <a:rPr lang="zh-TW" altLang="en-US" b="1" dirty="0">
                <a:solidFill>
                  <a:srgbClr val="FFFF00"/>
                </a:solidFill>
              </a:rPr>
              <a:t>和平的君</a:t>
            </a:r>
            <a:r>
              <a:rPr lang="en-US" altLang="zh-TW" dirty="0"/>
              <a:t>』</a:t>
            </a:r>
            <a:r>
              <a:rPr lang="zh-TW" altLang="en-US" dirty="0"/>
              <a:t>。他的政權與平安必加增無窮。他必在大衛的寶座上</a:t>
            </a:r>
            <a:r>
              <a:rPr lang="zh-TW" altLang="en-US" b="1" dirty="0">
                <a:solidFill>
                  <a:srgbClr val="FFFF00"/>
                </a:solidFill>
              </a:rPr>
              <a:t>治理他的國</a:t>
            </a:r>
            <a:r>
              <a:rPr lang="en-US" altLang="zh-TW" b="1" dirty="0">
                <a:solidFill>
                  <a:srgbClr val="FFFF00"/>
                </a:solidFill>
              </a:rPr>
              <a:t>...</a:t>
            </a:r>
            <a:r>
              <a:rPr lang="zh-TW" altLang="en-US" dirty="0"/>
              <a:t>」</a:t>
            </a:r>
            <a:r>
              <a:rPr lang="en-US" altLang="zh-TW" sz="4000" dirty="0"/>
              <a:t>(</a:t>
            </a:r>
            <a:r>
              <a:rPr lang="zh-TW" altLang="en-US" sz="4400" dirty="0"/>
              <a:t>賽</a:t>
            </a:r>
            <a:r>
              <a:rPr lang="en-US" altLang="zh-TW" sz="4400" dirty="0"/>
              <a:t>9:6-7</a:t>
            </a:r>
            <a:r>
              <a:rPr lang="en-US" altLang="zh-TW" sz="4000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10452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735D-9622-98F8-B197-7C877F5A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耶穌基督的宣告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427BA-D082-8F42-2963-B24EFEC19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TW" altLang="en-US" dirty="0"/>
              <a:t>「主的靈在我身上，因為他用膏膏我，叫我傳福音給貧窮的人；差遣我報告：</a:t>
            </a:r>
            <a:r>
              <a:rPr lang="zh-TW" altLang="en-US" b="1" dirty="0">
                <a:solidFill>
                  <a:srgbClr val="FFFF00"/>
                </a:solidFill>
              </a:rPr>
              <a:t>被擄的得釋放，瞎眼的得看見，叫那受壓制的得自由。</a:t>
            </a:r>
            <a:r>
              <a:rPr lang="zh-TW" altLang="en-US" dirty="0"/>
              <a:t>」</a:t>
            </a:r>
            <a:r>
              <a:rPr lang="en-US" altLang="zh-TW" dirty="0"/>
              <a:t>(</a:t>
            </a:r>
            <a:r>
              <a:rPr lang="zh-TW" altLang="en-US" dirty="0"/>
              <a:t>路</a:t>
            </a:r>
            <a:r>
              <a:rPr lang="en-US" altLang="zh-TW" dirty="0"/>
              <a:t>4:21)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7630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2891</TotalTime>
  <Words>715</Words>
  <Application>Microsoft Office PowerPoint</Application>
  <PresentationFormat>Widescreen</PresentationFormat>
  <Paragraphs>43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DFHeiBold-B5</vt:lpstr>
      <vt:lpstr>標楷體</vt:lpstr>
      <vt:lpstr>DFPFangSongW4-B5</vt:lpstr>
      <vt:lpstr>Arial</vt:lpstr>
      <vt:lpstr>Calibri</vt:lpstr>
      <vt:lpstr>Calibri Light</vt:lpstr>
      <vt:lpstr>Georgia</vt:lpstr>
      <vt:lpstr>Lucida Calligraphy</vt:lpstr>
      <vt:lpstr>Times New Roman</vt:lpstr>
      <vt:lpstr>Wingdings</vt:lpstr>
      <vt:lpstr>Office Theme</vt:lpstr>
      <vt:lpstr>詩146:1-10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讚美神是我們真正的救助者</vt:lpstr>
      <vt:lpstr>1) 有限的人不是真正的救助者 (vv.1-4)</vt:lpstr>
      <vt:lpstr>人無力自救</vt:lpstr>
      <vt:lpstr>2) 神才是真正的救助者 (vv.5-9)</vt:lpstr>
      <vt:lpstr>PowerPoint Presentation</vt:lpstr>
      <vt:lpstr>神的信實看顧</vt:lpstr>
      <vt:lpstr>今天本該是我們女兒的第一個生日</vt:lpstr>
      <vt:lpstr>3) 神這位救助者要永遠做王 (v.10)</vt:lpstr>
      <vt:lpstr>神子成了有軟弱肉體的人子</vt:lpstr>
      <vt:lpstr>耶穌基督的宣告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希伯來書4:14-5:7</dc:title>
  <dc:creator>Heng Sheng</dc:creator>
  <cp:lastModifiedBy>Tristan Lin</cp:lastModifiedBy>
  <cp:revision>706</cp:revision>
  <dcterms:created xsi:type="dcterms:W3CDTF">2021-03-13T19:53:10Z</dcterms:created>
  <dcterms:modified xsi:type="dcterms:W3CDTF">2026-08-23T00:42:03Z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1920742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</Properties>
</file>