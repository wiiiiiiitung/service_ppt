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6"/>
  </p:notesMasterIdLst>
  <p:handoutMasterIdLst>
    <p:handoutMasterId r:id="rId7"/>
  </p:handoutMasterIdLst>
  <p:sldIdLst>
    <p:sldId id="537" r:id="rId3"/>
    <p:sldId id="538" r:id="rId4"/>
    <p:sldId id="53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21507" autoAdjust="0"/>
    <p:restoredTop sz="87650" autoAdjust="0"/>
  </p:normalViewPr>
  <p:slideViewPr>
    <p:cSldViewPr>
      <p:cViewPr varScale="1">
        <p:scale>
          <a:sx n="111" d="100"/>
          <a:sy n="111" d="100"/>
        </p:scale>
        <p:origin x="208" y="5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5BCD6C-B3BA-96D4-55FC-2D6AF16DF0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43AC3D-43D5-C317-2B08-E3A99592D0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CCE2870B-F467-2949-AA27-5DF27ED5C9D7}" type="datetimeFigureOut">
              <a:rPr lang="zh-TW" altLang="en-US"/>
              <a:pPr>
                <a:defRPr/>
              </a:pPr>
              <a:t>2026/8/28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A73BE-EC18-34F1-10B6-D4AE8126AA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730D2-6252-20EE-2DC0-C7F29704EB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FE754C3-7D87-CA41-82FC-44C27B812B29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63ECC87-80D0-1DD4-468F-F26A0D90A9B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17A2CCF-5027-CBD9-9F26-B5348361DDF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8E4A2758-34E8-223E-8ED5-182811E2754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0A56011-48FF-89D6-9A2F-9DAF997BAF7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19031972-4458-AA86-8A31-06B9384A34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DD741CA-0DBD-E617-7065-C9CC102D9D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2328F7AD-6AA3-1945-99E4-A8956D76E747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36BFA2-FB91-440B-C6B0-A59D559AD6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D8E7D8-9CDA-1DB1-46F6-8A1EA608DB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53CCF3-681D-18F6-65A3-5007AE0C7F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D16670-5E14-3A4F-B34D-4D5908E5A81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496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203B91-7113-2C6D-5C02-E1F374B77C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48CCA48-A003-F5F0-7FE7-8B3FCFC3CB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B380D8B-0071-6C42-94F1-BE40E871E7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06FB91-44E3-084A-B9F9-EDA7B4A857E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59736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870466-92EF-CFFC-83B4-4F10FB03A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EBA5EE-99B9-BBF8-E42D-97204008FD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055FAC-03A6-D3EB-1296-34B81FA887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4605BD-F577-B84E-A6FF-BD6E473C6EC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3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100C0D-4CDC-7E70-B290-1A1597064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7C1A1ED-9AFC-08B9-C780-5732699A2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2B6CC5-617B-E692-3C59-B13D5B174F4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2482B90-2BDF-B0A9-E39F-94DFE32FFD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B185675-718E-F71F-13AC-AFB785E869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1F0E4B1B-2299-5145-A64F-ECCDFBA46D94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3F5320C-DF2C-7A65-D5D6-54E185E85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D6B6A48-0920-9D52-455D-0BC88700F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56686AF-2E05-5616-F234-78A33B79431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17B7A29-3394-A9AD-362F-6FDE725C563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B423F11-D8F0-8550-CD3B-70B4EA37FDC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CD608363-2A70-4B49-95BC-4F11228DF4AA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ED5228C5-66F6-30A8-8F1D-F97FB56E5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上帝自然至尊無對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82C985BC-DCBF-A097-8833-929DD44D0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上帝自然至尊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bû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對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zh-TW" altLang="en-US" u="sng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人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大家應該敬畏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聖會無論貧賤富貴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舉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頭盼望天頂座位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7DC2E3C-C8DA-84E7-EA67-7321F28BB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上帝自然至尊無對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4F9F6DF-AB57-5BC6-6472-9E1DC9FC51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耶穌權能極大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(bô)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救人靈魂永活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我心欣慕恩典慈悲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深深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思念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(siàu-liām)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趁早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C8CEAFE-BE65-EA26-EFE0-8392ADF63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上帝自然至尊無對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14BB900-63B9-B426-2EAE-1E4DE0303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盡心盡力虔誠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服事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(ho̍k-sāi)</a:t>
            </a:r>
            <a:r>
              <a:rPr lang="en-US" altLang="zh-TW" sz="3200" b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時時刻刻真實敬拜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遇著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(gū-tio̍h)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對敵設計傷害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我靠上帝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穩當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(ún-tàng)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礙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(gāi)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9397</TotalTime>
  <Words>144</Words>
  <Application>Microsoft Macintosh PowerPoint</Application>
  <PresentationFormat>On-screen Show (4:3)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標楷體</vt:lpstr>
      <vt:lpstr>新細明體</vt:lpstr>
      <vt:lpstr>Default Design</vt:lpstr>
      <vt:lpstr>1_Default Design</vt:lpstr>
      <vt:lpstr>59:上帝自然至尊無對 (1/3)</vt:lpstr>
      <vt:lpstr>59:上帝自然至尊無對 (2/3)</vt:lpstr>
      <vt:lpstr>59:上帝自然至尊無對 (3/3)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370</cp:revision>
  <dcterms:created xsi:type="dcterms:W3CDTF">2007-02-04T16:15:54Z</dcterms:created>
  <dcterms:modified xsi:type="dcterms:W3CDTF">2026-08-28T22:14:13Z</dcterms:modified>
</cp:coreProperties>
</file>