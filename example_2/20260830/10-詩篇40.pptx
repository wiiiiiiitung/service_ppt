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7" r:id="rId4"/>
    <p:sldId id="262" r:id="rId5"/>
    <p:sldId id="258" r:id="rId6"/>
    <p:sldId id="259" r:id="rId7"/>
    <p:sldId id="263" r:id="rId8"/>
    <p:sldId id="264" r:id="rId9"/>
    <p:sldId id="260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B9203F-290A-415C-BB19-2C139A88E5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B5932-63CE-497F-82DB-57B5DFE263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2918EA8C-8941-A747-A339-BFBB5327F111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1F20478-ED1F-4438-8D59-4BB96CCBA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87EF3FC-66FC-46C0-821A-DDCF367CC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4C487-CE32-40B9-B527-47F067D3BF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6D630-35EE-445C-A575-CF91DF3FE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914F6ECB-27FC-894C-8AB2-67B387662536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060A8-7310-6B8F-B0EF-C51B5B8D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0AEB3-9F76-084F-82B2-FCC4631F2244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03247-7512-1FB4-7612-6FD21AC7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6CA22-913D-799E-1093-65692C76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C8B90-F4D0-6940-8B0B-EC6FA793B51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9762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>
            <a:lvl1pPr>
              <a:defRPr sz="4400" b="1" u="sng">
                <a:solidFill>
                  <a:srgbClr val="00FFFF"/>
                </a:solidFill>
                <a:latin typeface="DFKai-SB" pitchFamily="65" charset="-120"/>
                <a:ea typeface="DFKai-SB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525963"/>
          </a:xfrm>
        </p:spPr>
        <p:txBody>
          <a:bodyPr>
            <a:noAutofit/>
          </a:bodyPr>
          <a:lstStyle>
            <a:lvl1pPr algn="l">
              <a:buNone/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1pPr>
            <a:lvl2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2pPr>
            <a:lvl3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3pPr>
            <a:lvl4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4pPr>
            <a:lvl5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5467C-BA6E-58A7-184E-A17D0D1A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B6177-0492-1D4D-AF14-8984500F4478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3F9EA-5B81-AE5A-2E9B-127720D5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F3CD2-D15A-25D1-6829-146CC3B9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2C2D9F-36E7-2B47-B578-31E2D74E030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04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80249-65D2-F485-4686-2AD0585E7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DC042-C4DF-5A45-9CB5-6E4B368CADAC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AC281-B1EB-6586-1FFA-AF87CD02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62BE9-1070-6E94-59C4-F805DF5E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CD337-19F4-1C43-AF9E-89DD9B3E2CF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7731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70E503-87B0-F9DF-BAA9-EE0745F2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B372F-D914-F24B-B809-B3902830AEDA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5DEE76-B8F0-1E2C-3CD4-8C1C3259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2E81DA9-DDDB-433F-BBDF-572A29CC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81BEE3-B4E4-3D40-A75F-63E6BCE44C2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0999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96167E-4AC1-F4DB-CFF7-7BC17A19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252FEB-B60C-D74A-BA66-BADD25DDC41C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FFEB429-9A61-6E4E-7E6E-7DA07465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FEC47-B389-E725-85A7-15DE009D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7DFEB0-3864-E54F-B9D6-7E2FACD7BBD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841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2FF790-05FB-3F52-32E2-CB7B062C9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17C3C-EF6F-F64B-A1AB-D86E339456FF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0F8F083-BBEF-5245-F250-DC8A9E75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84A867-E59F-6A2C-A38F-5EED44A2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1947C4-0B85-B34D-9CCD-2B75577CB64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3317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BFB294B-EEDE-C27C-3846-321E0EFA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EA90C-6EF0-F846-A472-38CC62F6847D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18BE548-08FA-54B1-A539-C3D6A106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90A961-9AA8-CCBD-A300-8B100BFA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CB163C-4B21-8E47-ADF9-B92D2F529A6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142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CEB405D-E106-7213-88DC-133A59F5B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8E21E-414C-8543-8E11-A364B855A374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BA0A8CD-87B2-DF70-A8CA-544A659B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728F71-AE51-E86B-0500-D12742AD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DAB5C7-1D8A-DB4C-A8BF-4F61473669C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11548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00FB04-84EE-D4B1-D841-189D579D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B0BB7-72A9-8A43-9A1E-D0BA518DC047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0619562-391A-BB7A-7371-830EFFCB9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E0C530-281C-7700-24CD-AB1707ED6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52BDCB-DFF9-374A-A4B4-C29E0C3DD4F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944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F0299-FE50-48F7-1A8D-994B442B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F0A09-3E0C-F249-B5EC-A1CFF71762E2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44489-6ECE-52BE-A90F-4362D278E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EAAA2-C6DF-A87A-1F03-DF2A9A376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E3C57-5B5B-2145-8C94-192BD2EC1A9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658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A0F15-0EAE-71C4-DC91-23D8D1B4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27CA7-E5B3-D74E-B635-25B4A9EBD5DA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9B8BB-6904-24D4-CFFA-65C28EEF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5C2CB-C254-3B44-D03B-4A1A034E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3E8F3-2084-684A-884A-88221949878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554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1C896C5-C7A4-A68B-E2B6-56F38AF2A9F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6D0BAF-996E-6371-B335-6342CF95B7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1D7E-04F4-42DB-8F34-DEC11CF33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A40AF725-DB59-1143-8B75-A6F36B4AC57D}" type="datetimeFigureOut">
              <a:rPr lang="zh-TW" altLang="en-US"/>
              <a:pPr>
                <a:defRPr/>
              </a:pPr>
              <a:t>2026/8/28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BC117-7BC8-4E54-9D68-A84185E06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E1D91-5916-4484-B5F2-2ECB5BFB6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FA519A3-F534-6349-9CD9-EA24BB9247EA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0B52C13-250F-E308-8039-7EBC7217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9A157CD-2197-AA8D-0D65-34EC7CAFC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43000"/>
            <a:ext cx="9144000" cy="4525963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我曽吞忍等候耶和華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俯落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Arial" panose="020B0604020202020204" pitchFamily="34" charset="0"/>
                <a:ea typeface="標楷體" panose="03000509000000000000" pitchFamily="49" charset="-120"/>
              </a:rPr>
              <a:t>向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àⁿ-lo̍h  ǹg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聽我的求叫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0F6ACB5-EE0B-6535-C22C-62F5873B1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8FB75AC-316D-15D1-48BB-7CC37F79A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71600"/>
            <a:ext cx="9144000" cy="54864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祂從可驚的陷坑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土泥</a:t>
            </a:r>
            <a:endParaRPr lang="nl-NL" altLang="zh-TW" u="sng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nl-NL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      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(thô-bê)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中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牽我起來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khiā  tī 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石磐頂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我的脚步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(chāi- ngó͘ 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AC6A9F7-EE92-40FE-BB30-C6AFBCA6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26E8986-6B40-EC1D-5667-16022590E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6200" y="1219200"/>
            <a:ext cx="9525000" cy="4525963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祂使我的嘴唱新的歌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(ê)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(ê)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多多人必看見來驚畏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Ia̍h  beh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倚靠耶和華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9B5A14A-E6F0-E5AA-A726-2E99A25A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63A910B-4982-76B3-5E6C-B2329D8F0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獨獨倚靠耶和華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插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那個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驕傲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(kiau-ngō͘ 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lnSpc>
                <a:spcPct val="9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以及偏向虛假的人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此號人有福氣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lnSpc>
                <a:spcPct val="90000"/>
              </a:lnSpc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D85E30F-6003-4D1F-004A-2C6273D7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AE36C4F-3E0D-211E-8970-714F2C2CC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耶和華我的上帝啊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祢所行</a:t>
            </a:r>
            <a:endParaRPr lang="nl-NL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nl-NL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的奇事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以及祢對阮所存的念頭真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BF3395C-C245-37E7-C960-C2896096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8A69BA9-A8E9-19D4-FA5D-3560EAE21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不能對祢排列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要提起來講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個數額算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(bōe-liáu)</a:t>
            </a:r>
            <a:r>
              <a:rPr lang="en-US" altLang="zh-TW">
                <a:latin typeface="Arial" panose="020B0604020202020204" pitchFamily="34" charset="0"/>
                <a:ea typeface="標楷體" panose="03000509000000000000" pitchFamily="49" charset="-120"/>
              </a:rPr>
              <a:t>.</a:t>
            </a:r>
          </a:p>
          <a:p>
            <a:endParaRPr lang="en-US" altLang="zh-TW" sz="40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C4EC1B5-7F99-8546-C955-F32345DE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A39E9F1-E635-A12C-9141-054F82E5E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00200"/>
            <a:ext cx="9677400" cy="52578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祭祀及禮物祢無歡喜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燒祭及贖罪祭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祢無愛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(tih)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 sz="40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34BB91A-58AB-4975-E5C1-47ACF696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9EB20E7-24DF-773C-D61F-F4C051BA7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71600"/>
            <a:ext cx="9144000" cy="52578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彼時我講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你看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我來了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我的事已經記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tī  chheh) 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裡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58A5BEF-AA20-9A06-B23F-2669F28E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40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F47C835-0743-FC63-4AF3-A1161BE8F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祢的旨意我歡</a:t>
            </a:r>
            <a:endParaRPr lang="nl-NL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nl-NL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喜趁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祢的律法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365</Words>
  <Application>Microsoft Macintosh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新細明體</vt:lpstr>
      <vt:lpstr>標楷體</vt:lpstr>
      <vt:lpstr>Office Theme</vt:lpstr>
      <vt:lpstr>啟應文10: 詩篇40</vt:lpstr>
      <vt:lpstr>啟應文10: 詩篇40</vt:lpstr>
      <vt:lpstr>啟應文10: 詩篇40</vt:lpstr>
      <vt:lpstr>啟應文10: 詩篇40</vt:lpstr>
      <vt:lpstr>啟應文10: 詩篇40</vt:lpstr>
      <vt:lpstr>啟應文10: 詩篇40</vt:lpstr>
      <vt:lpstr>啟應文10: 詩篇40</vt:lpstr>
      <vt:lpstr>啟應文10: 詩篇40</vt:lpstr>
      <vt:lpstr>啟應文10: 詩篇40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25</cp:revision>
  <dcterms:created xsi:type="dcterms:W3CDTF">2007-08-21T03:41:16Z</dcterms:created>
  <dcterms:modified xsi:type="dcterms:W3CDTF">2026-08-28T22:14:06Z</dcterms:modified>
</cp:coreProperties>
</file>