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8"/>
  </p:notesMasterIdLst>
  <p:handoutMasterIdLst>
    <p:handoutMasterId r:id="rId9"/>
  </p:handoutMasterIdLst>
  <p:sldIdLst>
    <p:sldId id="534" r:id="rId3"/>
    <p:sldId id="535" r:id="rId4"/>
    <p:sldId id="536" r:id="rId5"/>
    <p:sldId id="537" r:id="rId6"/>
    <p:sldId id="538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E47449-668A-AD7F-3575-0559848878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7C95A-1C1E-046B-DB56-5C9E633446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B4DE682D-2FC9-F249-B964-0EA2ECAA4068}" type="datetimeFigureOut">
              <a:rPr lang="zh-TW" altLang="en-US"/>
              <a:pPr>
                <a:defRPr/>
              </a:pPr>
              <a:t>2026/8/28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5CA27F-73C3-A550-95F4-BE9456B847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DD3EBC-57B3-C282-F4E2-E4DF8E0ECB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0DDFF63-3CD6-754E-B97E-FABAF71B5D2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5D0902A-A102-F40A-687D-A1E6B7E285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99EC444-E4E2-D79B-8EF0-CDAE7113CA9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64960961-6BE3-08ED-3A60-63B93562A4D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069046E-E784-A40C-9851-A3418A0F090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CDE8938-17CF-019E-0349-060E3420012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B788FD3-E90B-9DCA-A555-C4EA7A9222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62F4F55C-E7E9-A34E-B5C5-CB108D5AD95F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FFE3D168-1340-9F69-F665-6EA966EB20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4EADE74C-A873-4384-003F-CDB79E532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C3FFB13C-4126-1F54-0F6B-4B2A40E70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8B4580CC-5533-9A4D-AE0B-7DFBECE4F7D6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1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F50ED448-B147-D576-56D6-8C737DC142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5174CE13-F22F-2A11-441A-BBBFE6561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AAEFB244-E459-2D35-C948-3D380E1E2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B5E40538-69A1-0847-89DF-C3493C9776F1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2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94BF7C9F-9B50-AF4D-D231-D0BF2A08DF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52488B41-A59A-9C3B-AA4E-2519FF268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06BEF7BC-49D9-8DD1-67B8-14D75B053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E57EB6B7-C4CB-ED4D-A7D5-6155EF7E0F2D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3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7D7B2BEB-1090-089F-CBB6-545DEA729F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D2EB3681-8364-4FD1-A8B6-F76C9D9A6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A6561D84-24FE-8E75-CCE0-19ED13678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56702C62-568C-874F-A840-0FF73C3606A8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4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DE6EB558-D54C-AAFC-2555-9F8B570E42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523BC211-30E9-A8A0-8CDB-E6D01703E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3B1A4AC4-9F9A-5B17-BA48-9CB592645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6D276C60-B649-6C4C-AEB3-FAED510EF616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5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6DCB3A-7BF8-33DC-A9D3-6E4DBF98A6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688C2D-3D53-CD19-AA20-5BF5E6057C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1EFA21-6371-2703-C355-AB61C33BAF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0512AD-380D-384A-ABD0-C94BAF61ABE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8507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C395F8-A4F6-5A5B-8752-DD0145951D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E5B8B9D-355F-591A-D3A1-A3EDF517E2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4B33BEB-5DDB-23F4-E3A0-75FB711BC1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1CA87E-A0D7-304D-84B6-8103585A669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781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208BCA6-E7C0-D530-8A2B-20F1B748DB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D45153-CDD7-184C-127F-8292E81C51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10CD6C-4A30-AD1E-C132-F01C3AD549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89DE65-FD16-E149-9776-3051E7472CE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4919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C8442EF-9B6D-41CC-E9B8-A8B976E327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5F72EAA-60D2-8CBB-1035-0D73078D8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1DD58CC-4509-465D-BE3C-A5400F79D9F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9C37BCC-FAA4-46EF-6E73-9932E086B3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DB678A5-AC4D-A9B0-5FC9-8D75006CC35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DEB24AE9-5B5D-2046-8A50-16A09284D45E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45C22C5-9723-AC9B-3C6E-6F1BD2F13F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8FDCEE9-B855-1B13-19E6-716321C85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20E127C-349A-750E-6DD7-55A3112B70E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0FC37CF-2E34-DE24-A6EB-0E72757343F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7311E79-F2A7-B1A1-1AF8-DC78F576F2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FF861A0A-F799-DA49-81E1-6E30841D2741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145D789-3E41-B209-E693-FD7811C2C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我心免訝疑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F3C5F0E-55A1-03AA-ABF4-1C3EC8196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我心免訝疑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主時常近倚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的確要出現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施恩保護我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我若迫切懇求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各項祂必成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救主若在船內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風浪我免驚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3CA8F74-4A12-B733-5E2E-C4E5DA0E8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我心免訝疑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7342BE6-8257-C1BF-BBBF-178F9DD1A6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路途難然暗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主導路指示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我只有當趁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各項祂排比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世上親像浮雲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靠這攏無穩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主應允不改換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各項攏有準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4108AA8-B5CD-0B99-1624-C0FFB256B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我心免訝疑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5DA661A-3646-3F37-A1D7-AC2BF47B10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祂永遠愛我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我攏免失志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祂無放拺我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與我無相離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凡事我所經過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助我堅固信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祂有決斷意思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必救我到盡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027177B-B343-2B3E-1AD6-A8C7A043D3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我心免訝疑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1C4E48A-5FB8-7E3D-4FAB-1D3E9851E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祂永遠定著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必救我脫離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免被撒但害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由信稱做義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5C09331-55D4-C257-1FB6-323E4A53C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我心免訝疑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8C38477-2979-32CC-1698-B22427DF4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祂盡心在指示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使我信靠祂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主穩當必引導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保護到一世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8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8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8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9365</TotalTime>
  <Words>221</Words>
  <Application>Microsoft Macintosh PowerPoint</Application>
  <PresentationFormat>On-screen Show (4:3)</PresentationFormat>
  <Paragraphs>46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標楷體</vt:lpstr>
      <vt:lpstr>新細明體</vt:lpstr>
      <vt:lpstr>Default Design</vt:lpstr>
      <vt:lpstr>1_Default Design</vt:lpstr>
      <vt:lpstr>140:我心免訝疑(1/4)</vt:lpstr>
      <vt:lpstr>140:我心免訝疑(2/4)</vt:lpstr>
      <vt:lpstr>140:我心免訝疑(3/4)</vt:lpstr>
      <vt:lpstr>140:我心免訝疑(4/4)</vt:lpstr>
      <vt:lpstr>140:我心免訝疑(4/4)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359</cp:revision>
  <dcterms:created xsi:type="dcterms:W3CDTF">2007-02-04T16:15:54Z</dcterms:created>
  <dcterms:modified xsi:type="dcterms:W3CDTF">2026-08-28T22:13:58Z</dcterms:modified>
</cp:coreProperties>
</file>