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76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534" r:id="rId17"/>
    <p:sldId id="536" r:id="rId18"/>
    <p:sldId id="537" r:id="rId19"/>
    <p:sldId id="538" r:id="rId20"/>
    <p:sldId id="539" r:id="rId21"/>
    <p:sldId id="540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917" r:id="rId53"/>
    <p:sldId id="2895" r:id="rId54"/>
    <p:sldId id="2896" r:id="rId55"/>
    <p:sldId id="2897" r:id="rId56"/>
    <p:sldId id="2898" r:id="rId57"/>
    <p:sldId id="2899" r:id="rId58"/>
    <p:sldId id="2900" r:id="rId59"/>
    <p:sldId id="2901" r:id="rId60"/>
    <p:sldId id="2902" r:id="rId61"/>
    <p:sldId id="2903" r:id="rId62"/>
    <p:sldId id="2904" r:id="rId63"/>
    <p:sldId id="2905" r:id="rId64"/>
    <p:sldId id="2906" r:id="rId65"/>
    <p:sldId id="2907" r:id="rId66"/>
    <p:sldId id="2908" r:id="rId67"/>
    <p:sldId id="2909" r:id="rId68"/>
    <p:sldId id="2910" r:id="rId69"/>
    <p:sldId id="2911" r:id="rId70"/>
    <p:sldId id="2912" r:id="rId71"/>
    <p:sldId id="2913" r:id="rId72"/>
    <p:sldId id="2914" r:id="rId73"/>
    <p:sldId id="2915" r:id="rId74"/>
    <p:sldId id="2916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commentAuthors" Target="commentAuthors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25BB9BF0-610E-00DA-9D24-B6D1DA57CE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548BCA4E-8EFF-9B35-4E7E-4E305265C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8724F732-1F0B-7DFE-BACB-622621216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EB9C611-CF97-FF4F-BC94-64079F0A1F11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9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6781AED-FFB7-6948-88A0-E6BB5E94B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AA2D66F-574A-7C65-27D9-3E69D2093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19B1422-5537-2AE5-41FC-10DDC279E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3A0469B-FD01-CB5A-EC98-BC3B3AE4C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1090AE-BA79-25C9-3FBE-7B91E56C7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BB1A13A-F55F-41B8-6663-AB96A8BD73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0AE7A06-202F-F075-A490-339E603ED5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251BC63-CB9D-A5BA-38DD-0479753DA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A93A9F-C646-BFF5-0ACA-0F2575CDE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1B5DD8E-3B46-9CD1-D60C-585C7FB22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">
            <a:extLst>
              <a:ext uri="{FF2B5EF4-FFF2-40B4-BE49-F238E27FC236}">
                <a16:creationId xmlns:a16="http://schemas.microsoft.com/office/drawing/2014/main" id="{3290A785-E3AB-41FA-3EB7-0C5DA2CF2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(1/6)</a:t>
            </a:r>
          </a:p>
        </p:txBody>
      </p:sp>
      <p:sp>
        <p:nvSpPr>
          <p:cNvPr id="2051" name="Rectangle 16">
            <a:extLst>
              <a:ext uri="{FF2B5EF4-FFF2-40B4-BE49-F238E27FC236}">
                <a16:creationId xmlns:a16="http://schemas.microsoft.com/office/drawing/2014/main" id="{62B47E45-FC73-9FF7-127D-FA6CBAA00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萬軍的主，至聖的</a:t>
            </a:r>
            <a:r>
              <a:rPr lang="zh-TW" altLang="en-US" u="sng" dirty="0"/>
              <a:t>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chhù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dirty="0"/>
              <a:t>是祢</a:t>
            </a:r>
            <a:r>
              <a:rPr lang="zh-TW" altLang="en-US" u="sng" dirty="0"/>
              <a:t>居起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khiā-khí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所在，</a:t>
            </a:r>
          </a:p>
          <a:p>
            <a:pPr>
              <a:defRPr/>
            </a:pPr>
            <a:r>
              <a:rPr lang="zh-TW" altLang="en-US" dirty="0"/>
              <a:t>主耶和華祢所肯</a:t>
            </a:r>
            <a:r>
              <a:rPr lang="zh-TW" altLang="en-US" u="sng" dirty="0"/>
              <a:t>住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tòa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sz="3200" dirty="0">
                <a:latin typeface="+mj-lt"/>
              </a:rPr>
              <a:t> 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彼</a:t>
            </a:r>
            <a:r>
              <a:rPr lang="en-US" altLang="zh-TW" sz="3200" dirty="0">
                <a:latin typeface="+mj-lt"/>
              </a:rPr>
              <a:t>(hit)</a:t>
            </a:r>
            <a:r>
              <a:rPr lang="zh-TW" altLang="en-US" dirty="0"/>
              <a:t>位我大意愛。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A7F8FF1C-C699-15CC-9EF7-EB99ADC80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(2/6)</a:t>
            </a:r>
          </a:p>
        </p:txBody>
      </p:sp>
      <p:sp>
        <p:nvSpPr>
          <p:cNvPr id="3075" name="Rectangle 7">
            <a:extLst>
              <a:ext uri="{FF2B5EF4-FFF2-40B4-BE49-F238E27FC236}">
                <a16:creationId xmlns:a16="http://schemas.microsoft.com/office/drawing/2014/main" id="{B8EFC098-38BD-6B20-7F9C-554E8D8D4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</a:t>
            </a:r>
            <a:r>
              <a:rPr lang="zh-TW" altLang="en-US" u="sng" dirty="0"/>
              <a:t>戀慕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loân-bō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得有路</a:t>
            </a:r>
            <a:r>
              <a:rPr lang="zh-TW" altLang="en-US" dirty="0">
                <a:latin typeface="Arial" charset="0"/>
                <a:ea typeface="新細明體" pitchFamily="18" charset="-120"/>
              </a:rPr>
              <a:t>，</a:t>
            </a:r>
            <a:endParaRPr lang="zh-TW" altLang="en-US" sz="900" dirty="0"/>
          </a:p>
          <a:p>
            <a:pPr>
              <a:defRPr/>
            </a:pP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到上帝的</a:t>
            </a:r>
            <a:r>
              <a:rPr lang="zh-TW" altLang="en-US" u="sng" dirty="0"/>
              <a:t>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chhù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dirty="0"/>
              <a:t>心神肉體求叫上帝，</a:t>
            </a:r>
          </a:p>
          <a:p>
            <a:pPr>
              <a:defRPr/>
            </a:pPr>
            <a:r>
              <a:rPr lang="zh-TW" altLang="en-US" dirty="0"/>
              <a:t>永永活活的主。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>
            <a:extLst>
              <a:ext uri="{FF2B5EF4-FFF2-40B4-BE49-F238E27FC236}">
                <a16:creationId xmlns:a16="http://schemas.microsoft.com/office/drawing/2014/main" id="{EBBD1780-708F-F58B-E184-9B2600B2D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(3/6)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FB5783DF-D197-917E-35AE-AA1FF8181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</a:t>
            </a:r>
            <a:r>
              <a:rPr lang="zh-TW" altLang="en-US" u="sng" dirty="0"/>
              <a:t>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toâ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邊，</a:t>
            </a:r>
          </a:p>
          <a:p>
            <a:pPr>
              <a:defRPr/>
            </a:pPr>
            <a:r>
              <a:rPr lang="zh-TW" altLang="en-US" u="sng" dirty="0"/>
              <a:t>雀鳥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chhek-chiáu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居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起，</a:t>
            </a:r>
          </a:p>
          <a:p>
            <a:pPr>
              <a:defRPr/>
            </a:pPr>
            <a:r>
              <a:rPr lang="zh-TW" altLang="en-US" u="sng" dirty="0"/>
              <a:t>燕子</a:t>
            </a:r>
            <a:r>
              <a:rPr lang="en-US" altLang="zh-TW" sz="3200" dirty="0">
                <a:latin typeface="+mj-lt"/>
              </a:rPr>
              <a:t>(ìⁿ-á)</a:t>
            </a:r>
            <a:r>
              <a:rPr lang="zh-TW" altLang="en-US" dirty="0"/>
              <a:t>做</a:t>
            </a:r>
            <a:r>
              <a:rPr lang="zh-TW" altLang="en-US" u="sng" dirty="0"/>
              <a:t>巢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siū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好勢，</a:t>
            </a:r>
          </a:p>
          <a:p>
            <a:pPr>
              <a:defRPr/>
            </a:pPr>
            <a:r>
              <a:rPr lang="zh-TW" altLang="en-US" dirty="0"/>
              <a:t>安穩</a:t>
            </a:r>
            <a:r>
              <a:rPr lang="zh-TW" altLang="en-US" u="sng" dirty="0"/>
              <a:t>自在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chū-chāi</a:t>
            </a:r>
            <a:r>
              <a:rPr lang="en-US" altLang="zh-TW" sz="3200" dirty="0">
                <a:latin typeface="+mj-lt"/>
              </a:rPr>
              <a:t>)</a:t>
            </a:r>
          </a:p>
          <a:p>
            <a:pPr>
              <a:defRPr/>
            </a:pP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祢厝內，</a:t>
            </a:r>
          </a:p>
          <a:p>
            <a:pPr>
              <a:defRPr/>
            </a:pPr>
            <a:r>
              <a:rPr lang="zh-TW" altLang="en-US" dirty="0"/>
              <a:t>我王，我的上帝。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C474FD97-5530-D48B-A316-6367EF2AA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(4/6)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EA75DE3F-324B-0B19-6630-098DF00CE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近</a:t>
            </a:r>
            <a:r>
              <a:rPr lang="zh-TW" altLang="en-US" u="sng" dirty="0"/>
              <a:t>倚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oá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於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祢，</a:t>
            </a:r>
          </a:p>
          <a:p>
            <a:pPr>
              <a:defRPr/>
            </a:pPr>
            <a:r>
              <a:rPr lang="zh-TW" altLang="en-US" u="sng" dirty="0"/>
              <a:t>在彼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  </a:t>
            </a:r>
            <a:r>
              <a:rPr lang="en-US" altLang="zh-TW" sz="3200" dirty="0" err="1">
                <a:latin typeface="+mj-lt"/>
              </a:rPr>
              <a:t>hia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居起，</a:t>
            </a:r>
          </a:p>
          <a:p>
            <a:pPr>
              <a:defRPr/>
            </a:pPr>
            <a:r>
              <a:rPr lang="zh-TW" altLang="en-US" u="sng" dirty="0"/>
              <a:t>彼</a:t>
            </a:r>
            <a:r>
              <a:rPr lang="en-US" altLang="zh-TW" sz="3200" dirty="0">
                <a:latin typeface="+mj-lt"/>
              </a:rPr>
              <a:t>(hit)</a:t>
            </a:r>
            <a:r>
              <a:rPr lang="zh-TW" altLang="en-US" dirty="0"/>
              <a:t>人真正有福，</a:t>
            </a:r>
          </a:p>
          <a:p>
            <a:pPr>
              <a:defRPr/>
            </a:pPr>
            <a:r>
              <a:rPr lang="zh-TW" altLang="en-US" dirty="0"/>
              <a:t>有主</a:t>
            </a: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靠時常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endParaRPr lang="zh-TW" altLang="en-US" sz="3200" dirty="0">
              <a:latin typeface="+mj-lt"/>
            </a:endParaRPr>
          </a:p>
          <a:p>
            <a:pPr>
              <a:defRPr/>
            </a:pPr>
            <a:r>
              <a:rPr lang="zh-TW" altLang="en-US" dirty="0"/>
              <a:t>冥日享受快樂。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3D8618FE-588E-C76C-269A-A106CE694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(5/6)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E233FF82-8DB5-FD33-B67F-6C03CEF61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一日</a:t>
            </a:r>
            <a:r>
              <a:rPr lang="zh-TW" altLang="en-US" u="sng" dirty="0"/>
              <a:t>覲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kì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祢，</a:t>
            </a:r>
          </a:p>
          <a:p>
            <a:pPr>
              <a:defRPr/>
            </a:pPr>
            <a:r>
              <a:rPr lang="zh-TW" altLang="en-US" dirty="0"/>
              <a:t>聖殿</a:t>
            </a:r>
            <a:r>
              <a:rPr lang="zh-TW" altLang="en-US" u="sng" dirty="0"/>
              <a:t>居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起，</a:t>
            </a:r>
          </a:p>
          <a:p>
            <a:pPr>
              <a:defRPr/>
            </a:pPr>
            <a:r>
              <a:rPr lang="zh-TW" altLang="en-US" u="sng" dirty="0"/>
              <a:t>較勝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khah-iâ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千日</a:t>
            </a:r>
            <a:r>
              <a:rPr lang="zh-TW" altLang="en-US" u="sng" dirty="0"/>
              <a:t>的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(ê)</a:t>
            </a:r>
            <a:r>
              <a:rPr lang="zh-TW" altLang="en-US" dirty="0"/>
              <a:t>久，</a:t>
            </a:r>
          </a:p>
          <a:p>
            <a:pPr>
              <a:defRPr/>
            </a:pPr>
            <a:r>
              <a:rPr lang="zh-TW" altLang="en-US" dirty="0"/>
              <a:t>我願顧門，在主殿堂，</a:t>
            </a:r>
          </a:p>
          <a:p>
            <a:pPr>
              <a:defRPr/>
            </a:pPr>
            <a:r>
              <a:rPr lang="zh-TW" altLang="en-US" dirty="0"/>
              <a:t>無</a:t>
            </a:r>
            <a:r>
              <a:rPr lang="zh-TW" altLang="en-US" u="sng" dirty="0"/>
              <a:t>站惡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tiàm</a:t>
            </a:r>
            <a:r>
              <a:rPr lang="en-US" altLang="zh-TW" sz="3200" dirty="0">
                <a:latin typeface="+mj-lt"/>
              </a:rPr>
              <a:t>  </a:t>
            </a:r>
            <a:r>
              <a:rPr lang="en-US" altLang="zh-TW" sz="3200" dirty="0" err="1">
                <a:latin typeface="+mj-lt"/>
              </a:rPr>
              <a:t>pháiⁿ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人的厝。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>
            <a:extLst>
              <a:ext uri="{FF2B5EF4-FFF2-40B4-BE49-F238E27FC236}">
                <a16:creationId xmlns:a16="http://schemas.microsoft.com/office/drawing/2014/main" id="{668CE1C1-01BD-721D-DFE6-2E00D7109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(6/6)</a:t>
            </a:r>
          </a:p>
        </p:txBody>
      </p:sp>
      <p:sp>
        <p:nvSpPr>
          <p:cNvPr id="7171" name="Rectangle 9">
            <a:extLst>
              <a:ext uri="{FF2B5EF4-FFF2-40B4-BE49-F238E27FC236}">
                <a16:creationId xmlns:a16="http://schemas.microsoft.com/office/drawing/2014/main" id="{10100D70-1FCB-1D93-6465-CFD91FA2F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主耶和華，</a:t>
            </a:r>
            <a:r>
              <a:rPr lang="zh-TW" altLang="en-US" u="sng" dirty="0"/>
              <a:t>如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ná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日一般，</a:t>
            </a:r>
          </a:p>
          <a:p>
            <a:pPr>
              <a:defRPr/>
            </a:pPr>
            <a:r>
              <a:rPr lang="zh-TW" altLang="en-US" u="sng" dirty="0"/>
              <a:t>如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ná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準</a:t>
            </a:r>
            <a:r>
              <a:rPr lang="zh-TW" altLang="en-US" u="sng" dirty="0"/>
              <a:t>盾牌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tîn-pâi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保護，</a:t>
            </a:r>
          </a:p>
          <a:p>
            <a:pPr>
              <a:defRPr/>
            </a:pPr>
            <a:r>
              <a:rPr lang="zh-TW" altLang="en-US" dirty="0"/>
              <a:t>恩典榮光，</a:t>
            </a:r>
          </a:p>
          <a:p>
            <a:pPr>
              <a:defRPr/>
            </a:pPr>
            <a:r>
              <a:rPr lang="zh-TW" altLang="en-US" dirty="0"/>
              <a:t>祢賜</a:t>
            </a:r>
            <a:r>
              <a:rPr lang="zh-TW" altLang="en-US" u="sng" dirty="0"/>
              <a:t>齊全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chiâu-chn̂g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sz="3200" dirty="0">
                <a:latin typeface="+mj-lt"/>
              </a:rPr>
              <a:t> 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導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chhoā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人</a:t>
            </a:r>
            <a:r>
              <a:rPr lang="zh-TW" altLang="en-US" u="sng" dirty="0"/>
              <a:t>行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kiâ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祢正路。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6D7364F-B9FB-19EB-E6A9-DF59CF83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042DD63-D47A-E39B-2F4F-8F703CD55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耶和華是我的光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是我的拯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我要驚甚麼人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耶和華是我活命的氣力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我要驚甚麼人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3DBEFD-E3CD-F299-733D-A3C1EF5A3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C4318FD-0637-0795-D677-F2CE92432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雖然有軍兵紮營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欲攻擊我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無驚惶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雖然興起刀兵攻擊我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我猶原自在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20A103A-6F65-D090-D72D-B08D6A718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C4FF1C5-4040-7DF4-A613-6FF9289C3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有一項事我曾對耶和華求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我猶原致意愛得着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就是一世人居住耶和華的厝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看祂的榮光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思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siàu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念祂的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A050ED2-4708-62A5-B47B-6F497FCB8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1959CFC-F842-9A68-C937-668991B31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1143000"/>
            <a:ext cx="12192000" cy="57150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因為患難的日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祂必暗靜保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帳圍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(tiùⁿ-ûi)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40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將我藏在祂布棚蓋密的所在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石磐頂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E9EC3CD-5379-C127-AA03-BDDF7C2B0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EAE4E7A-CEF9-A8B9-5B15-B2BB4A2F5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今我的頭殼得着攑起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khah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我四面的對敵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675EEC5-A6D5-B054-AF02-47E1D6F6E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9B3048F-5514-5F87-5515-0AD33E01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我要在祂的布棚獻歡喜的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我要吟詩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EB30DB6-4C2C-B86C-3E06-6F5EE6F8A1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796E2D0-8DF8-62CA-A333-118C9343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我出聲求叫的時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求祢聽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求祢憐憫我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(ìn)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08706D9-AD42-3456-00BC-0F2AF5CE49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BD835F1-A7A3-2AC3-5BF3-749148C594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祢曾講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恁當欣慕覲我的面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b="1">
                <a:ea typeface="標楷體" panose="03000509000000000000" pitchFamily="49" charset="-120"/>
              </a:rPr>
              <a:t>(hit)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時我的心對祢講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耶和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Tx/>
              <a:buNone/>
            </a:pPr>
            <a:endParaRPr lang="en-US" altLang="zh-TW" b="1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3848AEB-4E83-6A3A-EA6C-8D3CFB913D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B170893-D097-B8FE-D867-E671CF957C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不可對我掩祢的面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en-US" altLang="zh-TW" b="1">
                <a:solidFill>
                  <a:schemeClr val="bg1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algn="l"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怒氣</a:t>
            </a:r>
            <a:r>
              <a:rPr lang="en-US" altLang="zh-TW" sz="3200" b="1">
                <a:ea typeface="標楷體" panose="03000509000000000000" pitchFamily="49" charset="-120"/>
              </a:rPr>
              <a:t>(m̄-thang  siū-khì)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來趕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402D0A-852F-CD15-249B-0ECB33E227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99AF1C-2777-AD70-39E8-E8A6493FF9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祢平素是做我的幫助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救我的上帝啊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zh-TW" altLang="en-US" sz="32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放拺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 sz="3200" b="1" dirty="0">
                <a:ea typeface="標楷體" panose="03000509000000000000" pitchFamily="49" charset="-120"/>
              </a:rPr>
              <a:t>( m̄-thang  </a:t>
            </a:r>
            <a:r>
              <a:rPr lang="en-US" altLang="zh-TW" sz="3200" b="1" dirty="0" err="1">
                <a:ea typeface="標楷體" panose="03000509000000000000" pitchFamily="49" charset="-120"/>
              </a:rPr>
              <a:t>pàng-sak</a:t>
            </a:r>
            <a:r>
              <a:rPr lang="en-US" altLang="zh-TW" sz="3200" b="1" dirty="0">
                <a:ea typeface="標楷體" panose="03000509000000000000" pitchFamily="49" charset="-120"/>
              </a:rPr>
              <a:t> )</a:t>
            </a:r>
            <a:r>
              <a:rPr lang="en-US" altLang="zh-TW" sz="60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sz="6000" b="1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ia̍h</a:t>
            </a:r>
            <a:r>
              <a:rPr lang="en-US" altLang="zh-TW" sz="3200" b="1" dirty="0">
                <a:ea typeface="標楷體" panose="03000509000000000000" pitchFamily="49" charset="-120"/>
              </a:rPr>
              <a:t>  m̄-thang)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離開我</a:t>
            </a:r>
            <a:r>
              <a:rPr lang="en-US" altLang="zh-TW" sz="60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3C0C6F6-2256-CF55-8CF8-43B6A8B78A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BD1B749-E0E6-3D1A-0A9E-4ECC346F73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因為父母離開我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b="1">
                <a:ea typeface="標楷體" panose="03000509000000000000" pitchFamily="49" charset="-120"/>
              </a:rPr>
              <a:t>(beh)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收留我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pPr algn="l">
              <a:buFontTx/>
              <a:buNone/>
            </a:pP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86EFE8D-BF3F-682D-2029-78C4095694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8: 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27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DB172C9-2058-20B1-1CE7-FB0FA7C0E1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12192000" cy="4525963"/>
          </a:xfrm>
        </p:spPr>
        <p:txBody>
          <a:bodyPr/>
          <a:lstStyle/>
          <a:p>
            <a:pPr algn="l">
              <a:buFontTx/>
              <a:buNone/>
            </a:pP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耶和華啊</a:t>
            </a:r>
            <a:r>
              <a:rPr lang="en-US" altLang="zh-TW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求祢用祢的道路</a:t>
            </a:r>
            <a:endParaRPr lang="en-US" altLang="zh-TW" b="1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Tx/>
              <a:buNone/>
            </a:pP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因為我的對敵的緣故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 b="1" dirty="0">
                <a:ea typeface="ＭＳ Ｐゴシック" panose="020B0600070205080204" pitchFamily="34" charset="-128"/>
              </a:rPr>
              <a:t>(</a:t>
            </a:r>
            <a:r>
              <a:rPr lang="en-US" altLang="zh-TW" sz="3200" b="1" dirty="0" err="1">
                <a:ea typeface="ＭＳ Ｐゴシック" panose="020B0600070205080204" pitchFamily="34" charset="-128"/>
              </a:rPr>
              <a:t>chhoā</a:t>
            </a:r>
            <a:r>
              <a:rPr lang="en-US" altLang="zh-TW" sz="3200" b="1" dirty="0">
                <a:ea typeface="ＭＳ Ｐゴシック" panose="020B0600070205080204" pitchFamily="34" charset="-128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tī</a:t>
            </a:r>
            <a:r>
              <a:rPr lang="en-US" altLang="zh-TW" sz="3200" b="1" dirty="0"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平</a:t>
            </a:r>
            <a:b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坦的路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Tx/>
              <a:buNone/>
            </a:pPr>
            <a:endParaRPr lang="en-US" altLang="zh-TW" b="1" dirty="0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雖然行過死蔭的山谷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雖然行過死蔭的山谷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耶和華是我的牧者，我無欠缺。</a:t>
            </a:r>
          </a:p>
          <a:p>
            <a:r>
              <a:t>祂使我倒在青翠的草埔；</a:t>
            </a:r>
          </a:p>
          <a:p>
            <a:r>
              <a:t>導我在安靜的水邊。</a:t>
            </a:r>
          </a:p>
          <a:p>
            <a:r>
              <a:t>祂使我的靈魂精英；</a:t>
            </a:r>
          </a:p>
          <a:p>
            <a:r>
              <a:t>為著祂的名，導我行義的路。</a:t>
            </a:r>
          </a:p>
          <a:p>
            <a:r>
              <a:t>我雖然行過死蔭的山谷，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雖然行過死蔭的山谷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也不驚災害；</a:t>
            </a:r>
          </a:p>
          <a:p>
            <a:r>
              <a:t>因為你与我同在；</a:t>
            </a:r>
          </a:p>
          <a:p>
            <a:r>
              <a:t>你的鎚，你的拐，安慰我。</a:t>
            </a:r>
          </a:p>
          <a:p>
            <a:r>
              <a:t>在我對敵的面前，</a:t>
            </a:r>
          </a:p>
          <a:p>
            <a:r>
              <a:t>你給我排設宴席；</a:t>
            </a:r>
          </a:p>
          <a:p>
            <a:r>
              <a:t>你用油抹我的頭殼；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雖然行過死蔭的山谷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我的杯滿出來。</a:t>
            </a:r>
          </a:p>
          <a:p>
            <a:r>
              <a:t>恩典与慈悲的確跟我到一世人；</a:t>
            </a:r>
          </a:p>
          <a:p>
            <a:r>
              <a:t>我要永遠站起在耶和華的厝。</a:t>
            </a:r>
          </a:p>
          <a:p>
            <a:r>
              <a:t>阿們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羅馬書 6:1~14</a:t>
            </a:r>
          </a:p>
          <a:p>
            <a:pPr algn="ctr"/>
            <a:r>
              <a:rPr sz="5400" b="1">
                <a:latin typeface="標楷體"/>
              </a:rPr>
              <a:t>(新約第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215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1.這樣，怎麼說呢？我們可以仍在罪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中、叫恩典顯多麼</a:t>
            </a:r>
            <a:r>
              <a:rPr sz="5400" b="1" dirty="0">
                <a:latin typeface="DFKai-SB"/>
              </a:rPr>
              <a:t>？</a:t>
            </a:r>
          </a:p>
          <a:p>
            <a:r>
              <a:rPr sz="5400" b="1" dirty="0">
                <a:latin typeface="DFKai-SB"/>
              </a:rPr>
              <a:t>2.斷乎不可！我們在罪上死了的人豈可
  </a:t>
            </a:r>
            <a:r>
              <a:rPr sz="5400" b="1" dirty="0" err="1">
                <a:latin typeface="DFKai-SB"/>
              </a:rPr>
              <a:t>仍在罪中活着呢</a:t>
            </a:r>
            <a:r>
              <a:rPr sz="5400" b="1" dirty="0">
                <a:latin typeface="DFKai-SB"/>
              </a:rPr>
              <a:t>？</a:t>
            </a:r>
          </a:p>
          <a:p>
            <a:r>
              <a:rPr sz="5400" b="1" dirty="0">
                <a:latin typeface="DFKai-SB"/>
              </a:rPr>
              <a:t>3.豈不知我們這受洗歸入基督耶穌的人
  </a:t>
            </a:r>
            <a:r>
              <a:rPr sz="5400" b="1" dirty="0" err="1">
                <a:latin typeface="DFKai-SB"/>
              </a:rPr>
              <a:t>是受洗歸入他的死嗎</a:t>
            </a:r>
            <a:r>
              <a:rPr sz="5400" b="1" dirty="0">
                <a:latin typeface="DFKai-SB"/>
              </a:rPr>
              <a:t>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D5002-8DD0-B4DB-1353-E5A59DADF47B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4.所以，我們藉着洗禮歸入死，和他一
  </a:t>
            </a:r>
            <a:r>
              <a:rPr sz="5400" b="1" dirty="0" err="1">
                <a:latin typeface="DFKai-SB"/>
              </a:rPr>
              <a:t>同埋葬，原是叫我們一舉一動有新生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的樣式，像基督藉着父的榮耀從死裏復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活一樣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5.我們若在他死的形狀上與他聯合，也
  </a:t>
            </a:r>
            <a:r>
              <a:rPr sz="5400" b="1" dirty="0" err="1">
                <a:latin typeface="DFKai-SB"/>
              </a:rPr>
              <a:t>要在他復活的形狀上與他聯合</a:t>
            </a:r>
            <a:r>
              <a:rPr sz="5400" b="1" dirty="0">
                <a:latin typeface="DFKai-SB"/>
              </a:rPr>
              <a:t>；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37893-7ABD-900B-8384-3F62E514A57C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6.因為知道我們的舊人和他同釘十字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架，使罪身滅絕，叫我們不再作罪的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奴僕</a:t>
            </a:r>
            <a:r>
              <a:rPr sz="5400" b="1" dirty="0">
                <a:latin typeface="DFKai-SB"/>
              </a:rPr>
              <a:t>；</a:t>
            </a:r>
          </a:p>
          <a:p>
            <a:r>
              <a:rPr sz="5400" b="1" dirty="0">
                <a:latin typeface="DFKai-SB"/>
              </a:rPr>
              <a:t>7.因為已死的人是脫離了罪。</a:t>
            </a:r>
          </a:p>
          <a:p>
            <a:r>
              <a:rPr sz="5400" b="1" dirty="0">
                <a:latin typeface="DFKai-SB"/>
              </a:rPr>
              <a:t>8.我們若是與基督同死，就信必與他同
  </a:t>
            </a:r>
            <a:r>
              <a:rPr sz="5400" b="1" dirty="0" err="1">
                <a:latin typeface="DFKai-SB"/>
              </a:rPr>
              <a:t>活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DBDAD-F018-3B33-3928-E7FBD984C8CC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9. </a:t>
            </a:r>
            <a:r>
              <a:rPr lang="zh-TW" altLang="en-US" sz="5400" b="1" dirty="0">
                <a:latin typeface="DFKai-SB"/>
              </a:rPr>
              <a:t>因為知道基督既從死裏復活，就不再
  </a:t>
            </a:r>
            <a:r>
              <a:rPr lang="en-US" altLang="zh-TW" sz="5400" b="1" dirty="0">
                <a:latin typeface="DFKai-SB"/>
              </a:rPr>
              <a:t> </a:t>
            </a:r>
            <a:r>
              <a:rPr lang="zh-TW" altLang="en-US" sz="5400" b="1" dirty="0">
                <a:latin typeface="DFKai-SB"/>
              </a:rPr>
              <a:t>死，死也不再作他的主了。</a:t>
            </a:r>
          </a:p>
          <a:p>
            <a:r>
              <a:rPr sz="5400" b="1" dirty="0">
                <a:latin typeface="DFKai-SB"/>
              </a:rPr>
              <a:t>10.他死是向罪死了，只有一次；他活
   </a:t>
            </a:r>
            <a:r>
              <a:rPr sz="5400" b="1" dirty="0" err="1">
                <a:latin typeface="DFKai-SB"/>
              </a:rPr>
              <a:t>是向神活着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11.這樣，你們向罪也當看自己是死的；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向神在基督耶穌裏，卻當看自己是活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的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B90B9-63BD-D7F1-95FD-F6496EA2E96C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12.</a:t>
            </a:r>
            <a:r>
              <a:rPr lang="zh-TW" altLang="en-US" sz="5400" b="1" dirty="0">
                <a:latin typeface="DFKai-SB"/>
              </a:rPr>
              <a:t>所以，不要容罪在你們必死的身上
   作王，使你們順從身子的私慾。</a:t>
            </a:r>
          </a:p>
          <a:p>
            <a:r>
              <a:rPr sz="5400" b="1" dirty="0">
                <a:latin typeface="DFKai-SB"/>
              </a:rPr>
              <a:t>13.也不要將你們的肢體獻給罪作不義
   </a:t>
            </a:r>
            <a:r>
              <a:rPr sz="5400" b="1" dirty="0" err="1">
                <a:latin typeface="DFKai-SB"/>
              </a:rPr>
              <a:t>的器具；倒要像從死裏復活的人，將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自己獻給神，並將肢體作義的器具獻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給神</a:t>
            </a:r>
            <a:r>
              <a:rPr sz="5400" b="1" dirty="0">
                <a:latin typeface="DFKai-SB"/>
              </a:rPr>
              <a:t>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42AFD-3E54-7CC0-D685-803372D8A2ED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0E27-A32C-E356-456C-1F83CAE8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BB154-1495-CAB9-4C1B-042F57E4BA99}"/>
              </a:ext>
            </a:extLst>
          </p:cNvPr>
          <p:cNvSpPr txBox="1"/>
          <p:nvPr/>
        </p:nvSpPr>
        <p:spPr>
          <a:xfrm>
            <a:off x="4336543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羅馬書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6:1~14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73FB7-FB40-03AD-83F6-20E0D488C92E}"/>
              </a:ext>
            </a:extLst>
          </p:cNvPr>
          <p:cNvSpPr txBox="1"/>
          <p:nvPr/>
        </p:nvSpPr>
        <p:spPr>
          <a:xfrm>
            <a:off x="-22035" y="815926"/>
            <a:ext cx="125371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14.罪必不能作你們的主，因你們不在
   </a:t>
            </a:r>
            <a:r>
              <a:rPr sz="5400" b="1" dirty="0" err="1">
                <a:latin typeface="DFKai-SB"/>
              </a:rPr>
              <a:t>律法之下，乃在恩典之下</a:t>
            </a:r>
            <a:r>
              <a:rPr sz="5400" b="1" dirty="0">
                <a:latin typeface="DFKai-SB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1818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作義的器具獻給神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我們可以仍在罪中、叫恩典顯多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嗎？斷乎不可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受洗歸入基督的死</a:t>
            </a:r>
            <a:r>
              <a:rPr dirty="0"/>
              <a:t>：</a:t>
            </a:r>
          </a:p>
          <a:p>
            <a:pPr algn="l"/>
            <a:r>
              <a:rPr dirty="0"/>
              <a:t>1.在死與復活的形狀上與基督聯合</a:t>
            </a:r>
          </a:p>
          <a:p>
            <a:pPr algn="l"/>
            <a:r>
              <a:rPr dirty="0"/>
              <a:t>2.和基督同釘十字架、同埋葬：罪身滅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絕</a:t>
            </a:r>
            <a:endParaRPr dirty="0"/>
          </a:p>
          <a:p>
            <a:pPr algn="l"/>
            <a:r>
              <a:rPr dirty="0"/>
              <a:t>3.死裏復活：一舉一動有新生的樣式，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不再作罪的奴僕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人脫離罪的三部曲：</a:t>
            </a:r>
          </a:p>
          <a:p>
            <a:pPr algn="l"/>
            <a:r>
              <a:t>1.「知道」不再作罪的奴僕</a:t>
            </a:r>
          </a:p>
          <a:p>
            <a:pPr algn="l"/>
            <a:r>
              <a:t>2.向罪也「當看自己」是死的</a:t>
            </a:r>
          </a:p>
          <a:p>
            <a:pPr algn="l"/>
            <a:r>
              <a:t>3.將肢體作義的器具，獻給上帝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新城中文學校徵求新學年度青年義</a:t>
            </a:r>
            <a:br>
              <a:rPr lang="en-US" dirty="0"/>
            </a:br>
            <a:r>
              <a:rPr dirty="0" err="1"/>
              <a:t>工。有負擔或希望了解詳情的弟兄姐妹</a:t>
            </a:r>
            <a:br>
              <a:rPr lang="en-US" dirty="0"/>
            </a:br>
            <a:r>
              <a:rPr dirty="0"/>
              <a:t>請與逸如姐妹連絡：347-337-1559或</a:t>
            </a:r>
            <a:br>
              <a:rPr lang="en-US" dirty="0"/>
            </a:br>
            <a:r>
              <a:rPr dirty="0" err="1"/>
              <a:t>微信</a:t>
            </a:r>
            <a:r>
              <a:rPr dirty="0"/>
              <a:t>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今天11:30在交誼廳,陳牧師帶領課程： 「</a:t>
            </a:r>
            <a:r>
              <a:rPr dirty="0" err="1"/>
              <a:t>啟示錄第七課-七位天使吹七號,小書卷與兩個見証人</a:t>
            </a:r>
            <a:r>
              <a:rPr dirty="0"/>
              <a:t>」。</a:t>
            </a:r>
            <a:r>
              <a:rPr dirty="0" err="1"/>
              <a:t>歡迎大家參加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線上:</a:t>
            </a:r>
            <a:r>
              <a:rPr sz="5200" dirty="0" err="1"/>
              <a:t>https</a:t>
            </a:r>
            <a:r>
              <a:rPr sz="5200" dirty="0"/>
              <a:t>://</a:t>
            </a:r>
            <a:r>
              <a:rPr sz="5200" dirty="0" err="1"/>
              <a:t>zoom.us</a:t>
            </a:r>
            <a:r>
              <a:rPr sz="5200" dirty="0"/>
              <a:t>/j/99429704298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事工研討會</a:t>
            </a:r>
            <a:r>
              <a:rPr dirty="0"/>
              <a:t> --- </a:t>
            </a:r>
            <a:br>
              <a:rPr lang="en-US" dirty="0"/>
            </a:br>
            <a:r>
              <a:rPr dirty="0"/>
              <a:t>今日下午1:30在禱告室舉行,請每一位關心教會事工的兄姐都能來參加。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邀請您參加8/19晚上8點禱告會,所有事工都需要禱告求上帝扶持祝福。zoom </a:t>
            </a: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宣教組為回應大使命,今年將籌組</a:t>
            </a:r>
            <a:br>
              <a:rPr lang="en-US" dirty="0"/>
            </a:br>
            <a:r>
              <a:rPr dirty="0" err="1"/>
              <a:t>短宣隊到緬甸宣教,即日起招募隊員</a:t>
            </a:r>
            <a:r>
              <a:rPr dirty="0"/>
              <a:t>！</a:t>
            </a:r>
            <a:br>
              <a:rPr lang="en-US" dirty="0"/>
            </a:br>
            <a:r>
              <a:rPr dirty="0"/>
              <a:t>短宣時間：11/4~11/16,有福音負擔</a:t>
            </a:r>
            <a:br>
              <a:rPr lang="en-US" dirty="0"/>
            </a:br>
            <a:r>
              <a:rPr dirty="0" err="1"/>
              <a:t>的兄姐,請與溫媺執事聯繫,報名截止日</a:t>
            </a:r>
            <a:br>
              <a:rPr lang="en-US" dirty="0"/>
            </a:br>
            <a:r>
              <a:rPr dirty="0" err="1"/>
              <a:t>為</a:t>
            </a:r>
            <a:r>
              <a:rPr dirty="0"/>
              <a:t> 8/23。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教育組繼續推動每日讀經。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中文學校,兒童事工,兄弟姐妹的健康,家人信主,年輕會友立業成家,紐約治</a:t>
            </a:r>
            <a:br>
              <a:rPr lang="en-US" dirty="0"/>
            </a:br>
            <a:r>
              <a:rPr dirty="0" err="1"/>
              <a:t>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7. 王文玲弟兄的父親於8/9安息主懷, 於8/15在中央殯儀舘舉行安息禮拜,求主安慰文玲兄及家族。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6734</TotalTime>
  <Words>1787</Words>
  <Application>Microsoft Macintosh PowerPoint</Application>
  <PresentationFormat>Widescreen</PresentationFormat>
  <Paragraphs>257</Paragraphs>
  <Slides>67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67</vt:i4>
      </vt:variant>
    </vt:vector>
  </HeadingPairs>
  <TitlesOfParts>
    <vt:vector size="81" baseType="lpstr">
      <vt:lpstr>標楷體</vt:lpstr>
      <vt:lpstr>標楷體</vt:lpstr>
      <vt:lpstr>ＭＳ Ｐゴシック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25A：萬軍的主至聖的厝 (1/6)</vt:lpstr>
      <vt:lpstr>25A：萬軍的主至聖的厝 (2/6)</vt:lpstr>
      <vt:lpstr>25A：萬軍的主至聖的厝 (3/6)</vt:lpstr>
      <vt:lpstr>25A：萬軍的主至聖的厝 (4/6)</vt:lpstr>
      <vt:lpstr>25A：萬軍的主至聖的厝 (5/6)</vt:lpstr>
      <vt:lpstr>25A：萬軍的主至聖的厝 (6/6)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啟應文8: 詩篇27</vt:lpstr>
      <vt:lpstr>PowerPoint Presentation</vt:lpstr>
      <vt:lpstr>PowerPoint Presentation</vt:lpstr>
      <vt:lpstr>雖然行過死蔭的山谷</vt:lpstr>
      <vt:lpstr>雖然行過死蔭的山谷</vt:lpstr>
      <vt:lpstr>雖然行過死蔭的山谷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2026-08-14T18:24:18Z</dcterms:modified>
</cp:coreProperties>
</file>