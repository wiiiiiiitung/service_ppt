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534" r:id="rId2"/>
    <p:sldId id="536" r:id="rId3"/>
    <p:sldId id="537" r:id="rId4"/>
    <p:sldId id="538" r:id="rId5"/>
    <p:sldId id="539" r:id="rId6"/>
    <p:sldId id="54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6" autoAdjust="0"/>
    <p:restoredTop sz="86401" autoAdjust="0"/>
  </p:normalViewPr>
  <p:slideViewPr>
    <p:cSldViewPr>
      <p:cViewPr varScale="1">
        <p:scale>
          <a:sx n="127" d="100"/>
          <a:sy n="127" d="100"/>
        </p:scale>
        <p:origin x="186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F8D4A0-A019-0649-7755-922D22B458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D608C-520E-824E-E59A-EC76B3E32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2E14B919-147C-DA41-9F33-1816A47213B4}" type="datetimeFigureOut">
              <a:rPr lang="zh-TW" altLang="en-US"/>
              <a:pPr>
                <a:defRPr/>
              </a:pPr>
              <a:t>2026/8/14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CE15D-787A-C487-421A-0030E468DF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C76BB-2E33-6A09-D126-A6428564C3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F68A209-C543-A045-B25B-EAFAFC347445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71580AA-4AB4-B046-0925-D1337C858F2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0F7C16A-0643-445C-897D-B8DA3C4F509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E0F10D3-18C7-5D04-9DE9-CB65251EC3C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78E73624-C5BF-A942-B675-4959DCC5E9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C7FCB87-4681-387D-017C-7502736967D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3CDF55C-EA7F-33FB-403D-4C3DA9E498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F50FF29E-5739-8143-9BFD-21546C09F504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2D186350-E708-B23C-F658-6E17F3412B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7296CE2F-A0A2-BFF1-133F-3244A00B3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</a:endParaRPr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BAFA4E8B-5675-3524-A0AF-D56047CF8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36368E43-C543-7E45-BDCD-6E6E98DA9269}" type="slidenum">
              <a:rPr lang="en-US" altLang="zh-TW" sz="1200" b="0">
                <a:ea typeface="新細明體" panose="02020500000000000000" pitchFamily="18" charset="-120"/>
              </a:rPr>
              <a:pPr eaLnBrk="1" hangingPunct="1"/>
              <a:t>1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9CDD882-B1BB-C2B3-B716-C4A7455563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FF817EF-A7BF-C9DE-E5E0-F884CF2CA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B6B045B-3AB3-2822-13BD-574950756E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EDCBEC4-2D38-18B7-38B4-A723391AC4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D1E84CBB-2AA8-E3A3-A161-44E6DA4031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4383C21A-7166-60A3-6E12-A6E40FC47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AA74710-01DC-CE0F-9540-A51E3B095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53898BB-F0AB-FFBC-1467-314279171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AFB94BA-007E-064F-409C-627E04C5A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D12D3A7-16A7-1A02-2607-6A4CEE3AA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EFAA09-F250-C30E-F93F-82DF809F61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A034DB-7CFC-A0A5-EA0D-0346C3D782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3C31AC-6E78-12E7-F956-635D30BEF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FEC3B9-2C80-6544-829C-4DC604F681E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9415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2BE7C4-29AE-7E01-AE67-CF27F0CF18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398B4B2-B07F-4A23-1200-99D41983E6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7DB6141-BFF5-AD52-3023-B9503DA521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CBEAC5-6A31-2B40-A491-08A05D360A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082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926504-EA5A-90D6-A257-8A6C6F98F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59EEB2-4F8B-AD41-BC16-85E567A7B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EAFF1AD-3220-A1A3-E963-0B646BB410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435BCB-F860-C200-F6DA-B91D65548FD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A5C5989-D2D2-E433-DC7C-7F60F5DA77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FFD31525-A1C0-5C44-9234-0CB9570FE6C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+mj-lt"/>
          <a:ea typeface="標楷體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rgbClr val="66FFFF"/>
          </a:solidFill>
          <a:latin typeface="Arial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5">
            <a:extLst>
              <a:ext uri="{FF2B5EF4-FFF2-40B4-BE49-F238E27FC236}">
                <a16:creationId xmlns:a16="http://schemas.microsoft.com/office/drawing/2014/main" id="{9CC2A37C-2D94-E442-7400-68860E3DD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(1/6)</a:t>
            </a:r>
          </a:p>
        </p:txBody>
      </p:sp>
      <p:sp>
        <p:nvSpPr>
          <p:cNvPr id="2051" name="Rectangle 16">
            <a:extLst>
              <a:ext uri="{FF2B5EF4-FFF2-40B4-BE49-F238E27FC236}">
                <a16:creationId xmlns:a16="http://schemas.microsoft.com/office/drawing/2014/main" id="{F163B80F-A6F6-F6CB-E21C-FC97A75AF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萬軍的主，至聖的</a:t>
            </a:r>
            <a:r>
              <a:rPr lang="zh-TW" altLang="en-US" u="sng" dirty="0"/>
              <a:t>厝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chhù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dirty="0"/>
              <a:t>是祢</a:t>
            </a:r>
            <a:r>
              <a:rPr lang="zh-TW" altLang="en-US" u="sng" dirty="0"/>
              <a:t>居起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khiā-khí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所在，</a:t>
            </a:r>
          </a:p>
          <a:p>
            <a:pPr>
              <a:defRPr/>
            </a:pPr>
            <a:r>
              <a:rPr lang="zh-TW" altLang="en-US" dirty="0"/>
              <a:t>主耶和華祢所肯</a:t>
            </a:r>
            <a:r>
              <a:rPr lang="zh-TW" altLang="en-US" u="sng" dirty="0"/>
              <a:t>住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tòa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sz="3200" dirty="0">
                <a:latin typeface="+mj-lt"/>
              </a:rPr>
              <a:t> 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u="sng" dirty="0"/>
              <a:t>彼</a:t>
            </a:r>
            <a:r>
              <a:rPr lang="en-US" altLang="zh-TW" sz="3200" dirty="0">
                <a:latin typeface="+mj-lt"/>
              </a:rPr>
              <a:t>(hit)</a:t>
            </a:r>
            <a:r>
              <a:rPr lang="zh-TW" altLang="en-US" dirty="0"/>
              <a:t>位我大意愛。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80E158FD-E98E-A1AB-4BF1-933E58D19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(2/6)</a:t>
            </a:r>
          </a:p>
        </p:txBody>
      </p:sp>
      <p:sp>
        <p:nvSpPr>
          <p:cNvPr id="3075" name="Rectangle 7">
            <a:extLst>
              <a:ext uri="{FF2B5EF4-FFF2-40B4-BE49-F238E27FC236}">
                <a16:creationId xmlns:a16="http://schemas.microsoft.com/office/drawing/2014/main" id="{427CA9A7-3E62-7CB1-8CB9-239E69D91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</a:t>
            </a:r>
            <a:r>
              <a:rPr lang="zh-TW" altLang="en-US" u="sng" dirty="0"/>
              <a:t>戀慕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loân-bō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ài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得有路</a:t>
            </a:r>
            <a:r>
              <a:rPr lang="zh-TW" altLang="en-US" dirty="0">
                <a:latin typeface="Arial" charset="0"/>
                <a:ea typeface="新細明體" pitchFamily="18" charset="-120"/>
              </a:rPr>
              <a:t>，</a:t>
            </a:r>
            <a:endParaRPr lang="zh-TW" altLang="en-US" sz="900" dirty="0"/>
          </a:p>
          <a:p>
            <a:pPr>
              <a:defRPr/>
            </a:pP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到上帝的</a:t>
            </a:r>
            <a:r>
              <a:rPr lang="zh-TW" altLang="en-US" u="sng" dirty="0"/>
              <a:t>厝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chhù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dirty="0"/>
              <a:t>心神肉體求叫上帝，</a:t>
            </a:r>
          </a:p>
          <a:p>
            <a:pPr>
              <a:defRPr/>
            </a:pPr>
            <a:r>
              <a:rPr lang="zh-TW" altLang="en-US" dirty="0"/>
              <a:t>永永活活的主。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>
            <a:extLst>
              <a:ext uri="{FF2B5EF4-FFF2-40B4-BE49-F238E27FC236}">
                <a16:creationId xmlns:a16="http://schemas.microsoft.com/office/drawing/2014/main" id="{4A5D8BA6-8A57-BD21-BCB3-E043D1E4A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(3/6)</a:t>
            </a:r>
          </a:p>
        </p:txBody>
      </p:sp>
      <p:sp>
        <p:nvSpPr>
          <p:cNvPr id="4099" name="Rectangle 9">
            <a:extLst>
              <a:ext uri="{FF2B5EF4-FFF2-40B4-BE49-F238E27FC236}">
                <a16:creationId xmlns:a16="http://schemas.microsoft.com/office/drawing/2014/main" id="{3B3B86C7-A858-DD0F-DD4A-45E628BEB7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</a:t>
            </a:r>
            <a:r>
              <a:rPr lang="zh-TW" altLang="en-US" u="sng" dirty="0"/>
              <a:t>壇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toâ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邊，</a:t>
            </a:r>
          </a:p>
          <a:p>
            <a:pPr>
              <a:defRPr/>
            </a:pPr>
            <a:r>
              <a:rPr lang="zh-TW" altLang="en-US" u="sng" dirty="0"/>
              <a:t>雀鳥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chhek-chiáu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居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khiā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起，</a:t>
            </a:r>
          </a:p>
          <a:p>
            <a:pPr>
              <a:defRPr/>
            </a:pPr>
            <a:r>
              <a:rPr lang="zh-TW" altLang="en-US" u="sng" dirty="0"/>
              <a:t>燕子</a:t>
            </a:r>
            <a:r>
              <a:rPr lang="en-US" altLang="zh-TW" sz="3200" dirty="0">
                <a:latin typeface="+mj-lt"/>
              </a:rPr>
              <a:t>(ìⁿ-á)</a:t>
            </a:r>
            <a:r>
              <a:rPr lang="zh-TW" altLang="en-US" dirty="0"/>
              <a:t>做</a:t>
            </a:r>
            <a:r>
              <a:rPr lang="zh-TW" altLang="en-US" u="sng" dirty="0"/>
              <a:t>巢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siū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好勢，</a:t>
            </a:r>
          </a:p>
          <a:p>
            <a:pPr>
              <a:defRPr/>
            </a:pPr>
            <a:r>
              <a:rPr lang="zh-TW" altLang="en-US" dirty="0"/>
              <a:t>安穩</a:t>
            </a:r>
            <a:r>
              <a:rPr lang="zh-TW" altLang="en-US" u="sng" dirty="0"/>
              <a:t>自在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chū-chāi</a:t>
            </a:r>
            <a:r>
              <a:rPr lang="en-US" altLang="zh-TW" sz="3200" dirty="0">
                <a:latin typeface="+mj-lt"/>
              </a:rPr>
              <a:t>)</a:t>
            </a:r>
          </a:p>
          <a:p>
            <a:pPr>
              <a:defRPr/>
            </a:pPr>
            <a:r>
              <a:rPr lang="zh-TW" altLang="en-US" u="sng" dirty="0"/>
              <a:t>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祢厝內，</a:t>
            </a:r>
          </a:p>
          <a:p>
            <a:pPr>
              <a:defRPr/>
            </a:pPr>
            <a:r>
              <a:rPr lang="zh-TW" altLang="en-US" dirty="0"/>
              <a:t>我王，我的上帝。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>
            <a:extLst>
              <a:ext uri="{FF2B5EF4-FFF2-40B4-BE49-F238E27FC236}">
                <a16:creationId xmlns:a16="http://schemas.microsoft.com/office/drawing/2014/main" id="{03439C95-BC2E-D46E-D88D-85E3CE044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(4/6)</a:t>
            </a:r>
          </a:p>
        </p:txBody>
      </p:sp>
      <p:sp>
        <p:nvSpPr>
          <p:cNvPr id="5123" name="Rectangle 7">
            <a:extLst>
              <a:ext uri="{FF2B5EF4-FFF2-40B4-BE49-F238E27FC236}">
                <a16:creationId xmlns:a16="http://schemas.microsoft.com/office/drawing/2014/main" id="{4757642B-3299-279C-3E01-93C0F7F21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近</a:t>
            </a:r>
            <a:r>
              <a:rPr lang="zh-TW" altLang="en-US" u="sng" dirty="0"/>
              <a:t>倚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oá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u="sng" dirty="0"/>
              <a:t>於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祢，</a:t>
            </a:r>
          </a:p>
          <a:p>
            <a:pPr>
              <a:defRPr/>
            </a:pPr>
            <a:r>
              <a:rPr lang="zh-TW" altLang="en-US" u="sng" dirty="0"/>
              <a:t>在彼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tī</a:t>
            </a:r>
            <a:r>
              <a:rPr lang="en-US" altLang="zh-TW" sz="3200" dirty="0">
                <a:latin typeface="+mj-lt"/>
              </a:rPr>
              <a:t>  </a:t>
            </a:r>
            <a:r>
              <a:rPr lang="en-US" altLang="zh-TW" sz="3200" dirty="0" err="1">
                <a:latin typeface="+mj-lt"/>
              </a:rPr>
              <a:t>hia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居起，</a:t>
            </a:r>
          </a:p>
          <a:p>
            <a:pPr>
              <a:defRPr/>
            </a:pPr>
            <a:r>
              <a:rPr lang="zh-TW" altLang="en-US" u="sng" dirty="0"/>
              <a:t>彼</a:t>
            </a:r>
            <a:r>
              <a:rPr lang="en-US" altLang="zh-TW" sz="3200" dirty="0">
                <a:latin typeface="+mj-lt"/>
              </a:rPr>
              <a:t>(hit)</a:t>
            </a:r>
            <a:r>
              <a:rPr lang="zh-TW" altLang="en-US" dirty="0"/>
              <a:t>人真正有福，</a:t>
            </a:r>
          </a:p>
          <a:p>
            <a:pPr>
              <a:defRPr/>
            </a:pPr>
            <a:r>
              <a:rPr lang="zh-TW" altLang="en-US" dirty="0"/>
              <a:t>有主</a:t>
            </a:r>
            <a:r>
              <a:rPr lang="zh-TW" altLang="en-US" u="sng" dirty="0"/>
              <a:t>可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thang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靠時常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(o-</a:t>
            </a:r>
            <a:r>
              <a:rPr lang="en-US" altLang="zh-TW" sz="3200" dirty="0" err="1">
                <a:latin typeface="+mj-lt"/>
              </a:rPr>
              <a:t>ló</a:t>
            </a:r>
            <a:r>
              <a:rPr lang="en-US" altLang="zh-TW" sz="3200" dirty="0">
                <a:latin typeface="+mj-lt"/>
              </a:rPr>
              <a:t>)</a:t>
            </a:r>
            <a:endParaRPr lang="zh-TW" altLang="en-US" sz="3200" dirty="0">
              <a:latin typeface="+mj-lt"/>
            </a:endParaRPr>
          </a:p>
          <a:p>
            <a:pPr>
              <a:defRPr/>
            </a:pPr>
            <a:r>
              <a:rPr lang="zh-TW" altLang="en-US" dirty="0"/>
              <a:t>冥日享受快樂。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4EED5FE6-478B-4741-54B7-277B5C834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(5/6)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78723AF8-9418-7857-EE5A-413E16652E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一日</a:t>
            </a:r>
            <a:r>
              <a:rPr lang="zh-TW" altLang="en-US" u="sng" dirty="0"/>
              <a:t>覲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kì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祢，</a:t>
            </a:r>
          </a:p>
          <a:p>
            <a:pPr>
              <a:defRPr/>
            </a:pPr>
            <a:r>
              <a:rPr lang="zh-TW" altLang="en-US" dirty="0"/>
              <a:t>聖殿</a:t>
            </a:r>
            <a:r>
              <a:rPr lang="zh-TW" altLang="en-US" u="sng" dirty="0"/>
              <a:t>居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khiā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起，</a:t>
            </a:r>
          </a:p>
          <a:p>
            <a:pPr>
              <a:defRPr/>
            </a:pPr>
            <a:r>
              <a:rPr lang="zh-TW" altLang="en-US" u="sng" dirty="0"/>
              <a:t>較勝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khah-iâ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千日</a:t>
            </a:r>
            <a:r>
              <a:rPr lang="zh-TW" altLang="en-US" u="sng" dirty="0"/>
              <a:t>的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(ê)</a:t>
            </a:r>
            <a:r>
              <a:rPr lang="zh-TW" altLang="en-US" dirty="0"/>
              <a:t>久，</a:t>
            </a:r>
          </a:p>
          <a:p>
            <a:pPr>
              <a:defRPr/>
            </a:pPr>
            <a:r>
              <a:rPr lang="zh-TW" altLang="en-US" dirty="0"/>
              <a:t>我願顧門，在主殿堂，</a:t>
            </a:r>
          </a:p>
          <a:p>
            <a:pPr>
              <a:defRPr/>
            </a:pPr>
            <a:r>
              <a:rPr lang="zh-TW" altLang="en-US" dirty="0"/>
              <a:t>無</a:t>
            </a:r>
            <a:r>
              <a:rPr lang="zh-TW" altLang="en-US" u="sng" dirty="0"/>
              <a:t>站惡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tiàm</a:t>
            </a:r>
            <a:r>
              <a:rPr lang="en-US" altLang="zh-TW" sz="3200" dirty="0">
                <a:latin typeface="+mj-lt"/>
              </a:rPr>
              <a:t>  </a:t>
            </a:r>
            <a:r>
              <a:rPr lang="en-US" altLang="zh-TW" sz="3200" dirty="0" err="1">
                <a:latin typeface="+mj-lt"/>
              </a:rPr>
              <a:t>pháiⁿ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人的厝。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>
            <a:extLst>
              <a:ext uri="{FF2B5EF4-FFF2-40B4-BE49-F238E27FC236}">
                <a16:creationId xmlns:a16="http://schemas.microsoft.com/office/drawing/2014/main" id="{95AC80BF-33D1-00E2-73F9-998CA301E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25A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：萬軍的主至聖的厝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(6/6)</a:t>
            </a:r>
          </a:p>
        </p:txBody>
      </p:sp>
      <p:sp>
        <p:nvSpPr>
          <p:cNvPr id="7171" name="Rectangle 9">
            <a:extLst>
              <a:ext uri="{FF2B5EF4-FFF2-40B4-BE49-F238E27FC236}">
                <a16:creationId xmlns:a16="http://schemas.microsoft.com/office/drawing/2014/main" id="{B0116DBE-0AE7-E2FB-BD87-4D7D8938E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主耶和華，</a:t>
            </a:r>
            <a:r>
              <a:rPr lang="zh-TW" altLang="en-US" u="sng" dirty="0"/>
              <a:t>如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ná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日一般，</a:t>
            </a:r>
          </a:p>
          <a:p>
            <a:pPr>
              <a:defRPr/>
            </a:pPr>
            <a:r>
              <a:rPr lang="zh-TW" altLang="en-US" u="sng" dirty="0"/>
              <a:t>如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ná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準</a:t>
            </a:r>
            <a:r>
              <a:rPr lang="zh-TW" altLang="en-US" u="sng" dirty="0"/>
              <a:t>盾牌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tîn-pâi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保護，</a:t>
            </a:r>
          </a:p>
          <a:p>
            <a:pPr>
              <a:defRPr/>
            </a:pPr>
            <a:r>
              <a:rPr lang="zh-TW" altLang="en-US" dirty="0"/>
              <a:t>恩典榮光，</a:t>
            </a:r>
          </a:p>
          <a:p>
            <a:pPr>
              <a:defRPr/>
            </a:pPr>
            <a:r>
              <a:rPr lang="zh-TW" altLang="en-US" dirty="0"/>
              <a:t>祢賜</a:t>
            </a:r>
            <a:r>
              <a:rPr lang="zh-TW" altLang="en-US" u="sng" dirty="0"/>
              <a:t>齊全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chiâu-chn̂g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sz="3200" dirty="0">
                <a:latin typeface="+mj-lt"/>
              </a:rPr>
              <a:t> </a:t>
            </a:r>
            <a:r>
              <a:rPr lang="zh-TW" altLang="en-US" dirty="0"/>
              <a:t>，</a:t>
            </a:r>
          </a:p>
          <a:p>
            <a:pPr>
              <a:defRPr/>
            </a:pPr>
            <a:r>
              <a:rPr lang="zh-TW" altLang="en-US" u="sng" dirty="0"/>
              <a:t>導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chhoā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人</a:t>
            </a:r>
            <a:r>
              <a:rPr lang="zh-TW" altLang="en-US" u="sng" dirty="0"/>
              <a:t>行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kiâ</a:t>
            </a:r>
            <a:r>
              <a:rPr lang="en-US" altLang="zh-TW" sz="3200" dirty="0">
                <a:latin typeface="+mj-lt"/>
              </a:rPr>
              <a:t>ⁿ)</a:t>
            </a:r>
            <a:r>
              <a:rPr lang="zh-TW" altLang="en-US" dirty="0"/>
              <a:t>祢正路。</a:t>
            </a:r>
          </a:p>
          <a:p>
            <a:pPr>
              <a:defRPr/>
            </a:pPr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mn Templa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Hymn Template</Template>
  <TotalTime>54</TotalTime>
  <Words>355</Words>
  <Application>Microsoft Macintosh PowerPoint</Application>
  <PresentationFormat>On-screen Show (4:3)</PresentationFormat>
  <Paragraphs>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標楷體</vt:lpstr>
      <vt:lpstr>新細明體</vt:lpstr>
      <vt:lpstr>Hymn Template</vt:lpstr>
      <vt:lpstr>25A：萬軍的主至聖的厝 (1/6)</vt:lpstr>
      <vt:lpstr>25A：萬軍的主至聖的厝 (2/6)</vt:lpstr>
      <vt:lpstr>25A：萬軍的主至聖的厝 (3/6)</vt:lpstr>
      <vt:lpstr>25A：萬軍的主至聖的厝 (4/6)</vt:lpstr>
      <vt:lpstr>25A：萬軍的主至聖的厝 (5/6)</vt:lpstr>
      <vt:lpstr>25A：萬軍的主至聖的厝 (6/6)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25：萬軍的主至聖的厝 (1/6)</dc:title>
  <dc:creator> </dc:creator>
  <cp:lastModifiedBy>Joseph Chen</cp:lastModifiedBy>
  <cp:revision>12</cp:revision>
  <dcterms:created xsi:type="dcterms:W3CDTF">2007-09-05T16:48:39Z</dcterms:created>
  <dcterms:modified xsi:type="dcterms:W3CDTF">2026-08-14T18:16:06Z</dcterms:modified>
</cp:coreProperties>
</file>