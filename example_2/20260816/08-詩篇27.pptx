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984" r:id="rId3"/>
    <p:sldId id="985" r:id="rId4"/>
    <p:sldId id="986" r:id="rId5"/>
    <p:sldId id="987" r:id="rId6"/>
    <p:sldId id="988" r:id="rId7"/>
    <p:sldId id="989" r:id="rId8"/>
    <p:sldId id="990" r:id="rId9"/>
    <p:sldId id="991" r:id="rId10"/>
    <p:sldId id="992" r:id="rId11"/>
    <p:sldId id="993" r:id="rId12"/>
    <p:sldId id="994" r:id="rId13"/>
    <p:sldId id="995" r:id="rId14"/>
  </p:sldIdLst>
  <p:sldSz cx="9144000" cy="6858000" type="screen4x3"/>
  <p:notesSz cx="7102475" cy="93884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95" d="100"/>
          <a:sy n="95" d="100"/>
        </p:scale>
        <p:origin x="184" y="7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56" y="-96"/>
      </p:cViewPr>
      <p:guideLst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CB1593-26B0-4DB0-96F1-CB7367923D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7644-E1E4-4A55-B8B2-4C9A44AAEF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59F70030-FF84-5E4F-A01F-87BE665048D9}" type="datetime1">
              <a:rPr lang="zh-TW" altLang="en-US"/>
              <a:pPr>
                <a:defRPr/>
              </a:pPr>
              <a:t>2026/8/14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D6F06-690D-47FB-8897-CD11460141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6988"/>
            <a:ext cx="3078163" cy="469900"/>
          </a:xfrm>
          <a:prstGeom prst="rect">
            <a:avLst/>
          </a:prstGeom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F7CF8-6CBD-4A48-A528-D8A2167CBB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6988"/>
            <a:ext cx="3078163" cy="469900"/>
          </a:xfrm>
          <a:prstGeom prst="rect">
            <a:avLst/>
          </a:prstGeom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11C3031-D89F-E84B-9D3B-C67E7B6038B7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BADAA8F-A5DC-4568-BC2C-1A1C43AD43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96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6F64B1A-92F4-4274-83F4-59E6EDA6BB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新細明體" pitchFamily="96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9B4DBFF-F7B7-8004-F2D1-BB300DFE459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4913" y="704850"/>
            <a:ext cx="46926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457C88A-97C8-4282-9F9B-9D7A1326237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459288"/>
            <a:ext cx="5683250" cy="422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E70FBC1-1350-403E-A80F-34FFE9F6CB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96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B51E3D6-EC5D-47EA-AE53-35B1C3AF3F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新細明體" panose="02020500000000000000" pitchFamily="18" charset="-120"/>
              </a:defRPr>
            </a:lvl1pPr>
          </a:lstStyle>
          <a:p>
            <a:fld id="{C027683E-7F0A-B444-8054-ADD30A1514F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7A10A5-4D1E-AB3B-F33A-A38EBA37FA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83A5AB-0D81-C1E3-C8A1-550AD84AA9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ED2674-52BE-2F40-6278-9054B79A23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FC49C9-033A-6044-B6DB-DFB262BF58B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761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BD8A85-7EB8-4DFF-B99E-294F6F4CA2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7B6EEF-46AD-DAA2-4724-D8D493E594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904400-0B37-DC51-34FD-91DC7CCF0E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4A0E2-8127-C34E-96C7-DF2853C61F5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3990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93EBC5D-A4CA-3AB7-360E-BCBBE93AFB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A23C93D-A5E6-69FB-6E40-F11CBE0E37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D324A25-1E8E-C195-400F-CF190EC038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840DB6-136B-B54E-A93A-EC8F9D4EC93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4111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44E8C1-1F40-01ED-B5C7-E32C31A14D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B1D4BD-B35F-C4FF-118F-BA202161DE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8B12C1-6E89-41D7-48FE-8B3DFA0B0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DD1CF-F60E-D846-AA6C-DFDC641BBBE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41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B881ED-250F-AC13-1F5F-8A2F869E4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E192D78-8437-9E90-D4B2-E8658763CA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5AB6903-98A9-411C-B32E-BA364FC276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96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3B5979B-D206-4631-8B3E-406B8D211E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96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E226C9-3A34-4571-8E77-3C03698A2F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C91CDC5-65A1-6B4F-8ED5-571B160F3C8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96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96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96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96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3DC61D-2474-1673-5DAB-85F99CBB6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399DCAA-A404-BA6E-EF9C-221D11BFC7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1E06130-B288-4928-8EE3-B7EFD9CEA6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96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ED9634A-EE51-49C8-8C5D-31057DB3BA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96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C71319F-2C05-4BA1-95D0-33287576C4D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E2B674E6-0EF2-3D43-AC9D-F7B55C6A771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96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96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96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96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6D7364F-B9FB-19EB-E6A9-DF59CF836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042DD63-D47A-E39B-2F4F-8F703CD55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耶和華是我的光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是我的拯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我要驚甚麼人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>
              <a:spcBef>
                <a:spcPct val="0"/>
              </a:spcBef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耶和華是我活命的氣力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我要驚甚麼人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63DBEFD-E3CD-F299-733D-A3C1EF5A3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C4318FD-0637-0795-D677-F2CE92432F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雖然有軍兵紮營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欲攻擊我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(ia̍h)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無驚惶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雖然興起刀兵攻擊我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我猶原自在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20A103A-6F65-D090-D72D-B08D6A718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C4FF1C5-4040-7DF4-A613-6FF9289C3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有一項事我曾對耶和華求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我猶原致意愛得着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就是一世人居住耶和華的厝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看祂的榮光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思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(siàu)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念祂的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殿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A050ED2-4708-62A5-B47B-6F497FCB84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1959CFC-F842-9A68-C937-668991B31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76200" y="1143000"/>
            <a:ext cx="9601200" cy="57150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因為患難的日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祂必暗靜保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護我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帳圍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(tiùⁿ-ûi)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sz="40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將我藏在祂布棚蓋密的所在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擧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(kú)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石磐頂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E9EC3CD-5379-C127-AA03-BDDF7C2B0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EAE4E7A-CEF9-A8B9-5B15-B2BB4A2F5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今我的頭殼得着攑起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我四面的對敵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675EEC5-A6D5-B054-AF02-47E1D6F6E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9B3048F-5514-5F87-5515-0AD33E01B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52596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我要在祂的布棚獻歡喜的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	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祭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我要吟詩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(ia̍h)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要唱歌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EB30DB6-4C2C-B86C-3E06-6F5EE6F8A1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796E2D0-8DF8-62CA-A333-118C9343F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452596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我出聲求叫的時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求祢聽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求祢憐憫我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應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(ìn)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08706D9-AD42-3456-00BC-0F2AF5CE49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BD835F1-A7A3-2AC3-5BF3-749148C594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91440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祢曾講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恁當欣慕覲我的面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b="1">
                <a:ea typeface="標楷體" panose="03000509000000000000" pitchFamily="49" charset="-120"/>
              </a:rPr>
              <a:t>(hit)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時我的心對祢講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耶和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  華啊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我要欣慕覲祢的面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buFontTx/>
              <a:buNone/>
            </a:pPr>
            <a:endParaRPr lang="en-US" altLang="zh-TW" b="1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3848AEB-4E83-6A3A-EA6C-8D3CFB913D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B170893-D097-B8FE-D867-E671CF957C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91440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不可對我掩祢的面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en-US" altLang="zh-TW" b="1">
                <a:solidFill>
                  <a:schemeClr val="bg1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怒氣</a:t>
            </a:r>
            <a:r>
              <a:rPr lang="en-US" altLang="zh-TW" sz="3200" b="1">
                <a:ea typeface="標楷體" panose="03000509000000000000" pitchFamily="49" charset="-120"/>
              </a:rPr>
              <a:t>(m̄-thang  siū-khì)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來趕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祢的奴僕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A402D0A-852F-CD15-249B-0ECB33E227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899AF1C-2777-AD70-39E8-E8A6493FF9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91440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祢平素是做我的幫助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救我的上帝啊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放拺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 sz="3200" b="1">
                <a:ea typeface="標楷體" panose="03000509000000000000" pitchFamily="49" charset="-120"/>
              </a:rPr>
              <a:t>( m̄-thang  pàng-sak )</a:t>
            </a:r>
            <a:r>
              <a:rPr lang="en-US" altLang="zh-TW" sz="6000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r>
              <a:rPr lang="en-US" altLang="zh-TW" sz="6000" b="1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 b="1">
                <a:ea typeface="標楷體" panose="03000509000000000000" pitchFamily="49" charset="-120"/>
              </a:rPr>
              <a:t>(ia̍h  m̄-thang)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離開我</a:t>
            </a:r>
            <a:r>
              <a:rPr lang="en-US" altLang="zh-TW" sz="6000" b="1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3C0C6F6-2256-CF55-8CF8-43B6A8B78A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BD1B749-E0E6-3D1A-0A9E-4ECC346F73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91440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因為父母離開我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b="1">
                <a:ea typeface="標楷體" panose="03000509000000000000" pitchFamily="49" charset="-120"/>
              </a:rPr>
              <a:t>(beh)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收留我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. </a:t>
            </a:r>
          </a:p>
          <a:p>
            <a:pPr>
              <a:buFontTx/>
              <a:buNone/>
            </a:pP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86EFE8D-BF3F-682D-2029-78C4095694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DB172C9-2058-20B1-1CE7-FB0FA7C0E1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91440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耶和華啊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求祢用祢的道路</a:t>
            </a:r>
            <a:endParaRPr lang="en-US" altLang="zh-TW" b="1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指示我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因為我的對敵的緣故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 b="1">
                <a:ea typeface="ＭＳ Ｐゴシック" panose="020B0600070205080204" pitchFamily="34" charset="-128"/>
              </a:rPr>
              <a:t>(chhoā)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b="1">
                <a:ea typeface="標楷體" panose="03000509000000000000" pitchFamily="49" charset="-120"/>
              </a:rPr>
              <a:t>(tī)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平坦的路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buFontTx/>
              <a:buNone/>
            </a:pPr>
            <a:r>
              <a:rPr lang="en-US" altLang="zh-TW" b="1">
                <a:solidFill>
                  <a:schemeClr val="bg1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</a:t>
            </a:r>
          </a:p>
          <a:p>
            <a:pPr>
              <a:buFontTx/>
              <a:buNone/>
            </a:pPr>
            <a:endParaRPr lang="en-US" altLang="zh-TW" b="1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6451</TotalTime>
  <Words>514</Words>
  <Application>Microsoft Macintosh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標楷體</vt:lpstr>
      <vt:lpstr>ＭＳ Ｐゴシック</vt:lpstr>
      <vt:lpstr>新細明體</vt:lpstr>
      <vt:lpstr>Default Design</vt:lpstr>
      <vt:lpstr>1_Default Design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706</cp:revision>
  <dcterms:created xsi:type="dcterms:W3CDTF">2010-05-16T13:24:05Z</dcterms:created>
  <dcterms:modified xsi:type="dcterms:W3CDTF">2026-08-14T18:16:12Z</dcterms:modified>
</cp:coreProperties>
</file>