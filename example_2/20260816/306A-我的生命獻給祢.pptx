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14C4BF-8A70-D290-33B0-6FCAC537C1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FCBBF8-1ADB-E895-1115-7490C9C8025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C63D4A73-296D-1344-9EB9-4084E1459168}" type="datetimeFigureOut">
              <a:rPr lang="zh-TW" altLang="en-US"/>
              <a:pPr>
                <a:defRPr/>
              </a:pPr>
              <a:t>2026/8/14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76DE5-C0C7-F0E2-CEC2-C708950316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2B6279-B4C7-E04B-AE45-38EFCC4F28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0E7C1F9-22FC-1849-A5F4-44C0E70C0ADD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7A9C76A-7B31-015F-817A-DC53987E36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BAF4526-6B63-A0E9-BF85-39B7816D8F0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90519819-DB86-FD71-6987-1E4D75FE95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BC6A436-3FFE-96D9-E0F4-2D21E30C9DD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FC249AC0-D16A-DE0D-1A7D-7C8E64993C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6565992A-5117-9B23-EA39-BC801F80E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EFED220C-7C29-DA4D-B74B-D79AAC922880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D56D7E-EBB2-9A88-F8C8-741E63741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B57BD4-2B72-2821-F980-4CC4E26D3B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2F7EBF-2FE9-A346-F918-2A71280E8D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71B3D1-B46D-6E47-9C9B-0237212EF5C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A59C03-882C-B795-200F-494C520DD1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40EB4E1-D157-3AA6-E30D-14742F2E0E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3F840D6-0BE8-4380-6576-93613CC4D0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5E685A-39B3-0B4B-A70E-53482FCEAAF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2655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45150F-85FF-29D0-EBE3-FDC37502CC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102BC1-67AC-0257-3858-AA961846D8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3A6592-6977-D6F0-3B66-7D42DE67D5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6BF7BE-3C1A-A14B-85B0-7D88099A8EF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377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A9DA30-0B8A-A0F0-651D-FE53B7389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9E0FD03-F81D-64B3-D4D6-009DF58B2B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6CA992-34EC-55CA-314D-DB42604B11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27B864C-E3BF-DA55-788F-9AE93B0A79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0077BD7-E89D-79ED-D612-673D4AC63B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425EB04A-CE43-D845-9251-FA3263B06C77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567C81B-0A2F-BBB3-6428-4293FF6155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5E4CDC0-EE38-53CA-B4E3-3670EA1845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7D0CB3C-5970-B523-17C4-BE58D975F5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140312-E0ED-486E-F403-DAFA2C7FBC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0D57C4-F655-02CC-CEBA-DD71A35F50E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836BABE9-3E8B-8B43-8287-19EC40FF532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A56833A-EE81-1A9F-0740-14E1C52492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306A: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我的生命獻給祢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E90F591-7EE2-8686-29FF-A8AC08FDD3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我的</a:t>
            </a:r>
            <a:r>
              <a:rPr lang="zh-TW" altLang="en-US" u="sng" dirty="0"/>
              <a:t>生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sìⁿ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命獻給祢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做祢路用到</a:t>
            </a:r>
            <a:r>
              <a:rPr lang="zh-TW" altLang="en-US" u="sng" dirty="0"/>
              <a:t>一世</a:t>
            </a:r>
            <a:r>
              <a:rPr lang="en-US" altLang="zh-TW" sz="3200" dirty="0">
                <a:latin typeface="+mj-lt"/>
              </a:rPr>
              <a:t>(chit-</a:t>
            </a:r>
            <a:r>
              <a:rPr lang="en-US" altLang="zh-TW" sz="3200" dirty="0" err="1">
                <a:latin typeface="+mj-lt"/>
              </a:rPr>
              <a:t>sì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sz="3200" dirty="0"/>
              <a:t>,</a:t>
            </a:r>
          </a:p>
          <a:p>
            <a:pPr>
              <a:defRPr/>
            </a:pPr>
            <a:r>
              <a:rPr lang="zh-TW" altLang="en-US" dirty="0"/>
              <a:t>時刻冥日獻</a:t>
            </a:r>
            <a:r>
              <a:rPr lang="zh-TW" altLang="en-US" u="sng" dirty="0"/>
              <a:t>給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hō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͘ )</a:t>
            </a:r>
            <a:r>
              <a:rPr lang="zh-TW" altLang="en-US" dirty="0"/>
              <a:t>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歸榮光祢萬年久</a:t>
            </a:r>
            <a:r>
              <a:rPr lang="en-US" altLang="zh-TW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D79E87F-9534-A5C6-4C1F-B9951C6327D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306A: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我的生命獻給祢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A5C7C2B-0876-420D-9A4B-842B2AC6B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我的手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ài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祢命令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為著我主做</a:t>
            </a:r>
            <a:r>
              <a:rPr lang="zh-TW" altLang="en-US" u="sng" dirty="0"/>
              <a:t>差用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chhe-ēng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sz="3200" dirty="0"/>
              <a:t>,</a:t>
            </a:r>
          </a:p>
          <a:p>
            <a:pPr>
              <a:defRPr/>
            </a:pPr>
            <a:r>
              <a:rPr lang="zh-TW" altLang="en-US" dirty="0"/>
              <a:t>我腳</a:t>
            </a:r>
            <a:r>
              <a:rPr lang="zh-TW" altLang="en-US" u="sng" dirty="0"/>
              <a:t>亦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ia̍h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愛為祢獻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常常替祢</a:t>
            </a:r>
            <a:r>
              <a:rPr lang="zh-TW" altLang="en-US" u="sng" dirty="0"/>
              <a:t>行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kiâⁿ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無</a:t>
            </a:r>
            <a:r>
              <a:rPr lang="zh-TW" altLang="en-US" u="sng" dirty="0"/>
              <a:t>倦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siān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sz="32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DA84E68-F733-5E83-6511-E8A3C4F2884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306A: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我的生命獻給祢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A99BBB-B73F-0FE5-1F72-E49FAB77F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我的聲音給祢用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歡喜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(o-</a:t>
            </a:r>
            <a:r>
              <a:rPr lang="en-US" altLang="zh-TW" sz="3200" dirty="0" err="1">
                <a:latin typeface="+mj-lt"/>
              </a:rPr>
              <a:t>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主無停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我獻嘴唇來振動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播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pò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傳福音來救</a:t>
            </a:r>
            <a:r>
              <a:rPr lang="zh-TW" altLang="en-US" u="sng" dirty="0"/>
              <a:t>人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lâng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sz="32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9CF263-1402-4BDD-7E22-17579282095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306A: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我的生命獻給祢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41BB4B0-405E-2C8C-C46D-B5FF71C75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我的錢銀獻給祢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用出攏趁祢旨意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我的才情祢賞賜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甘願</a:t>
            </a:r>
            <a:r>
              <a:rPr lang="zh-TW" altLang="en-US" u="sng" dirty="0"/>
              <a:t>還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hêng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祢做器具</a:t>
            </a:r>
            <a:r>
              <a:rPr lang="en-US" altLang="zh-TW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E3E7181-21E1-4A64-8EA0-30000FE9EB9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306A: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我的生命獻給祢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4F822F7-DA8D-874C-F56A-092EFBB432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我的</a:t>
            </a:r>
            <a:r>
              <a:rPr lang="zh-TW" altLang="en-US" u="sng" dirty="0"/>
              <a:t>愛疼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thiàⁿ-thàng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求主助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愛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thiàⁿ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祢贏過</a:t>
            </a:r>
            <a:r>
              <a:rPr lang="zh-TW" altLang="en-US" u="sng" dirty="0"/>
              <a:t>此</a:t>
            </a:r>
            <a:r>
              <a:rPr lang="en-US" altLang="zh-TW" sz="3200" dirty="0">
                <a:latin typeface="+mj-lt"/>
              </a:rPr>
              <a:t>(chit)</a:t>
            </a:r>
            <a:r>
              <a:rPr lang="zh-TW" altLang="en-US" dirty="0"/>
              <a:t>世間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今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taⁿ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我立志獻</a:t>
            </a:r>
            <a:r>
              <a:rPr lang="zh-TW" altLang="en-US" u="sng" dirty="0"/>
              <a:t>自己</a:t>
            </a:r>
            <a:r>
              <a:rPr lang="en-US" altLang="zh-TW" sz="3200" dirty="0">
                <a:latin typeface="+mj-lt"/>
              </a:rPr>
              <a:t>(ka-</a:t>
            </a:r>
            <a:r>
              <a:rPr lang="en-US" altLang="zh-TW" sz="3200" dirty="0" err="1">
                <a:latin typeface="+mj-lt"/>
              </a:rPr>
              <a:t>kī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sz="3200" dirty="0"/>
              <a:t>,</a:t>
            </a:r>
          </a:p>
          <a:p>
            <a:pPr>
              <a:defRPr/>
            </a:pPr>
            <a:r>
              <a:rPr lang="zh-TW" altLang="en-US" dirty="0"/>
              <a:t>永永專專歸</a:t>
            </a:r>
            <a:r>
              <a:rPr lang="zh-TW" altLang="en-US" u="sng" dirty="0"/>
              <a:t>與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)</a:t>
            </a:r>
            <a:r>
              <a:rPr lang="zh-TW" altLang="en-US" dirty="0"/>
              <a:t>祢</a:t>
            </a:r>
            <a:r>
              <a:rPr lang="en-US" altLang="zh-TW" dirty="0"/>
              <a:t>.</a:t>
            </a:r>
          </a:p>
          <a:p>
            <a:pPr>
              <a:defRPr/>
            </a:pPr>
            <a:r>
              <a:rPr lang="zh-TW" altLang="en-US" dirty="0"/>
              <a:t>阿們</a:t>
            </a:r>
            <a:endParaRPr lang="en-US" altLang="zh-TW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9646</TotalTime>
  <Words>239</Words>
  <Application>Microsoft Macintosh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標楷體</vt:lpstr>
      <vt:lpstr>新細明體</vt:lpstr>
      <vt:lpstr>Default Design</vt:lpstr>
      <vt:lpstr>1_Default Design</vt:lpstr>
      <vt:lpstr>306A:我的生命獻給祢 (1/5)</vt:lpstr>
      <vt:lpstr>306A:我的生命獻給祢 (2/5)</vt:lpstr>
      <vt:lpstr>306A:我的生命獻給祢 (3/5)</vt:lpstr>
      <vt:lpstr>306A:我的生命獻給祢 (4/5)</vt:lpstr>
      <vt:lpstr>306A:我的生命獻給祢 (5/5)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421</cp:revision>
  <dcterms:created xsi:type="dcterms:W3CDTF">2007-02-04T16:15:54Z</dcterms:created>
  <dcterms:modified xsi:type="dcterms:W3CDTF">2026-08-14T18:16:17Z</dcterms:modified>
</cp:coreProperties>
</file>