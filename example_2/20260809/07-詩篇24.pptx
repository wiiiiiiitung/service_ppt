
<file path=[Content_Types].xml><?xml version="1.0" encoding="utf-8"?>
<Types xmlns="http://schemas.openxmlformats.org/package/2006/content-types">
  <Default Extension="gif" ContentType="image/gi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6" r:id="rId2"/>
    <p:sldId id="263" r:id="rId3"/>
    <p:sldId id="257" r:id="rId4"/>
    <p:sldId id="258" r:id="rId5"/>
    <p:sldId id="259" r:id="rId6"/>
    <p:sldId id="264" r:id="rId7"/>
    <p:sldId id="260" r:id="rId8"/>
    <p:sldId id="261" r:id="rId9"/>
    <p:sldId id="262" r:id="rId1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5pPr>
    <a:lvl6pPr marL="22860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6pPr>
    <a:lvl7pPr marL="27432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7pPr>
    <a:lvl8pPr marL="32004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8pPr>
    <a:lvl9pPr marL="36576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76" autoAdjust="0"/>
    <p:restoredTop sz="87671" autoAdjust="0"/>
  </p:normalViewPr>
  <p:slideViewPr>
    <p:cSldViewPr>
      <p:cViewPr varScale="1">
        <p:scale>
          <a:sx n="111" d="100"/>
          <a:sy n="111" d="100"/>
        </p:scale>
        <p:origin x="192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478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6F1CAC-F8E0-4A68-8322-5DA4C09BDB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標楷體" panose="03000509000000000000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A72F8C-09F3-4FFD-A242-30DE4807DC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ea typeface="標楷體" panose="03000509000000000000" pitchFamily="65" charset="-120"/>
                <a:cs typeface="+mn-cs"/>
              </a:defRPr>
            </a:lvl1pPr>
          </a:lstStyle>
          <a:p>
            <a:pPr>
              <a:defRPr/>
            </a:pPr>
            <a:fld id="{6385C5CD-94C0-A840-A8E7-F0B8CED8F362}" type="datetimeFigureOut">
              <a:rPr lang="zh-TW" altLang="en-US"/>
              <a:pPr>
                <a:defRPr/>
              </a:pPr>
              <a:t>2026/8/8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23877B-2ACF-4056-980B-ECD9C90E9B8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標楷體" panose="03000509000000000000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262D28-F35C-4F10-9470-0F8A398203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11E1B311-6BA5-2049-AF58-1239BFF64570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09AC92C-45E9-4BC6-8888-CE2AE08C04F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D4DE9B15-0420-44C6-AA7C-F01FCC88738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765B5A85-6857-F7C2-4C88-FBC0A509B90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BA178659-A006-407B-9D9B-90CA5B2B39A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E02E1AF2-6E75-4B52-B4DF-CC427530F1B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3F63A9DA-DB64-4726-946D-74C783BA9F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ea typeface="新細明體" panose="02020500000000000000" pitchFamily="18" charset="-120"/>
              </a:defRPr>
            </a:lvl1pPr>
          </a:lstStyle>
          <a:p>
            <a:fld id="{4171A908-0B92-8046-A113-3AD65EE4CC2B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7AF8B36D-DB95-37F5-CC0F-F7E3519084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6523F327-9C09-AB51-3796-3ED0986E8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DAABC754-AF67-AB7C-AD3E-C5E035934C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43B4373-419C-AE42-9CC2-0FD9F4C55A27}" type="slidenum">
              <a:rPr lang="zh-TW" altLang="en-US"/>
              <a:pPr>
                <a:spcBef>
                  <a:spcPct val="0"/>
                </a:spcBef>
              </a:pPr>
              <a:t>1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474940D3-C62C-ADA6-64B5-21BF8FB272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7167E47E-007E-540F-127F-867193424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6A88D81E-CB07-65E7-CCF1-95C26D01C5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986B5C-04D2-C943-A26A-885CE2486CF7}" type="slidenum">
              <a:rPr lang="zh-TW" altLang="en-US"/>
              <a:pPr>
                <a:spcBef>
                  <a:spcPct val="0"/>
                </a:spcBef>
              </a:pPr>
              <a:t>2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8FDC8BB3-9BCC-2F3B-A062-2BCDEC1881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D3C26F1A-6860-6DE8-134A-E7CC31698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61BC9D04-E0FA-52A4-5F73-1A05575ED6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2E346F3-B4B9-764A-A2C6-C181E912D77A}" type="slidenum">
              <a:rPr lang="zh-TW" altLang="en-US"/>
              <a:pPr>
                <a:spcBef>
                  <a:spcPct val="0"/>
                </a:spcBef>
              </a:pPr>
              <a:t>3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8E6667CA-1E38-3CAC-2939-9E86BC892F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8701E4A7-052E-7D1E-30AF-C7FEFB026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33301196-E17D-9443-F5BC-52F51AFF98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47085AC-E895-144E-9E1A-59E683A14D90}" type="slidenum">
              <a:rPr lang="zh-TW" altLang="en-US"/>
              <a:pPr>
                <a:spcBef>
                  <a:spcPct val="0"/>
                </a:spcBef>
              </a:pPr>
              <a:t>4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CDDE44B4-4FC5-A9DE-71E1-06B6645210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7D239F3D-5945-9D3B-07A3-B84F98C07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4167ACCD-A8F9-6378-DE3F-946BBAFD5D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CEB3284-23DA-254B-B40C-82EBF8F6590B}" type="slidenum">
              <a:rPr lang="zh-TW" altLang="en-US"/>
              <a:pPr>
                <a:spcBef>
                  <a:spcPct val="0"/>
                </a:spcBef>
              </a:pPr>
              <a:t>5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7E954138-25EF-D284-5756-5C41D7351F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7CAFB43F-4B51-FAD4-292F-C44FD8ACE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50249C9C-68AF-ABC6-BD7A-3E16E2DCD1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EE79B7E-1EF0-BC42-8E11-D805DB304ED5}" type="slidenum">
              <a:rPr lang="zh-TW" altLang="en-US"/>
              <a:pPr>
                <a:spcBef>
                  <a:spcPct val="0"/>
                </a:spcBef>
              </a:pPr>
              <a:t>6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351B9034-7430-0A15-0CAE-1D4F0B06B9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8018C50B-C667-1B67-AA73-2C063179AB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054D8922-6A31-8CA8-FA2B-64F866589B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F117D69-F702-5544-9AF1-E3D255489DF1}" type="slidenum">
              <a:rPr lang="zh-TW" altLang="en-US"/>
              <a:pPr>
                <a:spcBef>
                  <a:spcPct val="0"/>
                </a:spcBef>
              </a:pPr>
              <a:t>7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58E9C604-BF66-7FB2-073C-30E1254F41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14173B84-925C-5E72-016B-B4280A6BA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45DFE688-6391-998E-0E9A-7550772E9E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416253C-83C1-F946-8B8D-86F5E46045FD}" type="slidenum">
              <a:rPr lang="zh-TW" altLang="en-US"/>
              <a:pPr>
                <a:spcBef>
                  <a:spcPct val="0"/>
                </a:spcBef>
              </a:pPr>
              <a:t>8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C114E05D-2870-0246-03B1-E95C642920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25C55E7E-C898-E19F-4EEF-4C323CB4A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3D12D912-FF74-6165-CA06-BCF76A4C50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4E5ABAF-E871-A44D-887D-D96E2E295F70}" type="slidenum">
              <a:rPr lang="zh-TW" altLang="en-US"/>
              <a:pPr>
                <a:spcBef>
                  <a:spcPct val="0"/>
                </a:spcBef>
              </a:pPr>
              <a:t>9</a:t>
            </a:fld>
            <a:endParaRPr lang="en-US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63AC47D-ED24-A9A5-8536-B5A8FEE3B2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217195-FE31-2485-7507-5596AC3CCD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4EB11C8-C4B6-3250-DAD5-E0205B3757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843441-8875-5E40-8868-8FFF0FE00D1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4923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75617A8-4F2F-B523-6392-1B7EBB921C4A}"/>
              </a:ext>
            </a:extLst>
          </p:cNvPr>
          <p:cNvGrpSpPr>
            <a:grpSpLocks/>
          </p:cNvGrpSpPr>
          <p:nvPr/>
        </p:nvGrpSpPr>
        <p:grpSpPr bwMode="auto">
          <a:xfrm>
            <a:off x="0" y="-14288"/>
            <a:ext cx="9155113" cy="6884988"/>
            <a:chOff x="0" y="-9"/>
            <a:chExt cx="5767" cy="433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24C51F3-891F-67BA-C6BD-E504BF4F6A4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22 h 4320"/>
                <a:gd name="T2" fmla="*/ 1737 w 1737"/>
                <a:gd name="T3" fmla="*/ 4333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22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C96CC9B-DC83-8F66-AB91-38E15DB97DB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18 h 4320"/>
                <a:gd name="T2" fmla="*/ 1737 w 1737"/>
                <a:gd name="T3" fmla="*/ 432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1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A1AA61E-D3EC-D726-FB50-9508BDD28C6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325 h 4420"/>
                <a:gd name="T2" fmla="*/ 1739 w 1739"/>
                <a:gd name="T3" fmla="*/ 433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325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CA35F58-B163-6B3B-1C1D-702C3039129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24 h 4338"/>
                <a:gd name="T4" fmla="*/ 2080 w 2080"/>
                <a:gd name="T5" fmla="*/ 4324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F97647D-3318-C0DA-1D03-80EFA34A5F9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>
                <a:latin typeface="Arial" charset="0"/>
                <a:ea typeface="標楷體" panose="03000509000000000000" pitchFamily="65" charset="-120"/>
                <a:cs typeface="Arial" charset="0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4C00192-CA5F-BC50-738E-BC14C6FC3ADC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>
                <a:latin typeface="Arial" charset="0"/>
                <a:ea typeface="標楷體" panose="03000509000000000000" pitchFamily="65" charset="-120"/>
                <a:cs typeface="Arial" charset="0"/>
              </a:endParaRPr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A9A19DE-1E1C-7B64-3887-6368C0FB196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>
                <a:latin typeface="Arial" charset="0"/>
                <a:ea typeface="標楷體" panose="03000509000000000000" pitchFamily="65" charset="-120"/>
                <a:cs typeface="Arial" charset="0"/>
              </a:endParaRPr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BB66D8D-F143-9E25-C3A4-4B89102E18C3}"/>
                </a:ext>
              </a:extLst>
            </p:cNvPr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>
                <a:latin typeface="Arial" charset="0"/>
                <a:ea typeface="標楷體" panose="03000509000000000000" pitchFamily="65" charset="-120"/>
                <a:cs typeface="Arial" charset="0"/>
              </a:endParaRPr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7512CEE-0E2C-AA94-7A13-FFFB6EB63326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>
                <a:latin typeface="Arial" charset="0"/>
                <a:ea typeface="標楷體" panose="03000509000000000000" pitchFamily="65" charset="-120"/>
                <a:cs typeface="Arial" charset="0"/>
              </a:endParaRPr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F713230A-5F81-D8B5-2C81-20A0F5FEFE1E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>
                <a:latin typeface="Arial" charset="0"/>
                <a:ea typeface="標楷體" panose="03000509000000000000" pitchFamily="65" charset="-120"/>
                <a:cs typeface="Arial" charset="0"/>
              </a:endParaRPr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AFC3678E-327E-732E-5D9D-F39F107E296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>
                <a:latin typeface="Arial" charset="0"/>
                <a:ea typeface="標楷體" panose="03000509000000000000" pitchFamily="65" charset="-120"/>
                <a:cs typeface="Arial" charset="0"/>
              </a:endParaRPr>
            </a:p>
          </p:txBody>
        </p:sp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89032169-A053-B990-AE83-39E7ACFDE542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cs typeface="Arial" panose="020B0604020202020204" pitchFamily="34" charset="0"/>
              </a:endParaRPr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6D7059C2-AB7B-1846-7FB5-4FB5C2485FCD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381 h 4320"/>
                <a:gd name="T2" fmla="*/ 1737 w 1737"/>
                <a:gd name="T3" fmla="*/ 382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1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4B219520-885D-BD57-1995-CD72ECCE05D4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380 h 4320"/>
                <a:gd name="T2" fmla="*/ 1737 w 1737"/>
                <a:gd name="T3" fmla="*/ 381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450EF36-13ED-9FEE-A16A-E8BFB20E0333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382 h 4420"/>
                <a:gd name="T2" fmla="*/ 1739 w 1739"/>
                <a:gd name="T3" fmla="*/ 382 h 4420"/>
                <a:gd name="T4" fmla="*/ 524 w 1739"/>
                <a:gd name="T5" fmla="*/ 0 h 4420"/>
                <a:gd name="T6" fmla="*/ 0 w 1739"/>
                <a:gd name="T7" fmla="*/ 1 h 4420"/>
                <a:gd name="T8" fmla="*/ 494 w 1739"/>
                <a:gd name="T9" fmla="*/ 382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5D584F0-7D3B-14E5-0E76-CE33A491A45A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1 h 4338"/>
                <a:gd name="T2" fmla="*/ 1870 w 2080"/>
                <a:gd name="T3" fmla="*/ 381 h 4338"/>
                <a:gd name="T4" fmla="*/ 2080 w 2080"/>
                <a:gd name="T5" fmla="*/ 381 h 4338"/>
                <a:gd name="T6" fmla="*/ 1033 w 2080"/>
                <a:gd name="T7" fmla="*/ 0 h 4338"/>
                <a:gd name="T8" fmla="*/ 0 w 2080"/>
                <a:gd name="T9" fmla="*/ 1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Rectangle 19">
              <a:extLst>
                <a:ext uri="{FF2B5EF4-FFF2-40B4-BE49-F238E27FC236}">
                  <a16:creationId xmlns:a16="http://schemas.microsoft.com/office/drawing/2014/main" id="{1FA72859-A3E8-253F-9A16-2D770BF1C1B6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cs typeface="Arial" panose="020B0604020202020204" pitchFamily="34" charset="0"/>
              </a:endParaRPr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C8D2094E-8472-6AEE-02F4-4992176247A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>
                <a:latin typeface="Arial" charset="0"/>
                <a:ea typeface="標楷體" panose="03000509000000000000" pitchFamily="65" charset="-120"/>
                <a:cs typeface="Arial" charset="0"/>
              </a:endParaRPr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9948E9F4-D66D-B338-18AF-56D43C822370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>
                <a:latin typeface="Arial" charset="0"/>
                <a:ea typeface="標楷體" panose="03000509000000000000" pitchFamily="65" charset="-120"/>
                <a:cs typeface="Arial" charset="0"/>
              </a:endParaRPr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D8A01C1B-8759-7E46-D600-1300AF099769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>
                <a:latin typeface="Arial" charset="0"/>
                <a:ea typeface="標楷體" panose="03000509000000000000" pitchFamily="65" charset="-120"/>
                <a:cs typeface="Arial" charset="0"/>
              </a:endParaRPr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93CE5171-9E0E-9B64-8DCE-9B86F6E5BDE0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>
                <a:latin typeface="Arial" charset="0"/>
                <a:ea typeface="標楷體" panose="03000509000000000000" pitchFamily="65" charset="-120"/>
                <a:cs typeface="Arial" charset="0"/>
              </a:endParaRPr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AFBD91BB-0A66-A21F-2514-EB0929E1B717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>
                <a:latin typeface="Arial" charset="0"/>
                <a:ea typeface="標楷體" panose="03000509000000000000" pitchFamily="65" charset="-120"/>
                <a:cs typeface="Arial" charset="0"/>
              </a:endParaRPr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49ABCA18-D3A9-20DB-7710-E8EEB801A220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>
                <a:latin typeface="Arial" charset="0"/>
                <a:ea typeface="標楷體" panose="03000509000000000000" pitchFamily="65" charset="-120"/>
                <a:cs typeface="Arial" charset="0"/>
              </a:endParaRPr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5F32F11-BF9D-6B4A-A18B-C336EFC8559A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>
                <a:latin typeface="Arial" charset="0"/>
                <a:ea typeface="標楷體" panose="03000509000000000000" pitchFamily="65" charset="-120"/>
                <a:cs typeface="Arial" charset="0"/>
              </a:endParaRPr>
            </a:p>
          </p:txBody>
        </p:sp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64A18EC5-A91F-4618-DA1D-3882E44AE817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>
                <a:latin typeface="Arial" charset="0"/>
                <a:ea typeface="標楷體" panose="03000509000000000000" pitchFamily="65" charset="-120"/>
                <a:cs typeface="Arial" charset="0"/>
              </a:endParaRPr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ED851F25-5F78-44A6-EA75-E76E8BDB7E3A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>
                <a:latin typeface="Arial" charset="0"/>
                <a:ea typeface="標楷體" panose="03000509000000000000" pitchFamily="65" charset="-120"/>
                <a:cs typeface="Arial" charset="0"/>
              </a:endParaRPr>
            </a:p>
          </p:txBody>
        </p:sp>
        <p:sp>
          <p:nvSpPr>
            <p:cNvPr id="29" name="Rectangle 29">
              <a:extLst>
                <a:ext uri="{FF2B5EF4-FFF2-40B4-BE49-F238E27FC236}">
                  <a16:creationId xmlns:a16="http://schemas.microsoft.com/office/drawing/2014/main" id="{F89ED91D-3BEB-5130-2A8A-B7B757F514F2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>
                <a:latin typeface="Arial" charset="0"/>
                <a:ea typeface="標楷體" panose="03000509000000000000" pitchFamily="65" charset="-120"/>
                <a:cs typeface="Arial" charset="0"/>
              </a:endParaRPr>
            </a:p>
          </p:txBody>
        </p:sp>
        <p:sp>
          <p:nvSpPr>
            <p:cNvPr id="30" name="Rectangle 30">
              <a:extLst>
                <a:ext uri="{FF2B5EF4-FFF2-40B4-BE49-F238E27FC236}">
                  <a16:creationId xmlns:a16="http://schemas.microsoft.com/office/drawing/2014/main" id="{9FE78B18-FC6C-824C-BD1B-7CAC25DDCF92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cs typeface="Arial" panose="020B0604020202020204" pitchFamily="34" charset="0"/>
              </a:endParaRPr>
            </a:p>
          </p:txBody>
        </p:sp>
        <p:sp>
          <p:nvSpPr>
            <p:cNvPr id="31" name="Rectangle 31">
              <a:extLst>
                <a:ext uri="{FF2B5EF4-FFF2-40B4-BE49-F238E27FC236}">
                  <a16:creationId xmlns:a16="http://schemas.microsoft.com/office/drawing/2014/main" id="{352AC7E6-C3CD-343D-6368-6F358DAD0835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>
                <a:cs typeface="Arial" panose="020B0604020202020204" pitchFamily="34" charset="0"/>
              </a:endParaRPr>
            </a:p>
          </p:txBody>
        </p:sp>
        <p:pic>
          <p:nvPicPr>
            <p:cNvPr id="32" name="Picture 32" descr="D:\FRONTPAGE THEMES\BLITZ\BTZBUL1A.GIF">
              <a:extLst>
                <a:ext uri="{FF2B5EF4-FFF2-40B4-BE49-F238E27FC236}">
                  <a16:creationId xmlns:a16="http://schemas.microsoft.com/office/drawing/2014/main" id="{03105B73-E327-17F3-AEEA-1AF543F964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1676400" y="1905000"/>
            <a:ext cx="7239000" cy="1905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27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1676400" y="4572000"/>
            <a:ext cx="6400800" cy="16795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3" name="Rectangle 35">
            <a:extLst>
              <a:ext uri="{FF2B5EF4-FFF2-40B4-BE49-F238E27FC236}">
                <a16:creationId xmlns:a16="http://schemas.microsoft.com/office/drawing/2014/main" id="{1FBE73DE-2D54-38A9-FA88-B7976D159E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4" name="Rectangle 36">
            <a:extLst>
              <a:ext uri="{FF2B5EF4-FFF2-40B4-BE49-F238E27FC236}">
                <a16:creationId xmlns:a16="http://schemas.microsoft.com/office/drawing/2014/main" id="{9FB20F3F-CCE6-0681-E069-1C41F5B198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5" name="Rectangle 37">
            <a:extLst>
              <a:ext uri="{FF2B5EF4-FFF2-40B4-BE49-F238E27FC236}">
                <a16:creationId xmlns:a16="http://schemas.microsoft.com/office/drawing/2014/main" id="{D59A30D0-1735-4DB3-1798-7644B100CF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7BCA07AF-2B32-4D44-9CBD-12991F08666B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09533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467FED2-AD3F-B900-07E5-0562B0173B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15EE1FA-93F0-CE99-1093-6FB14EE520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E8C043FD-7807-C341-9E19-2D87A0D5D5DC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5" r:id="rId1"/>
    <p:sldLayoutId id="2147483706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8E0FA7E-C94E-A964-F4B9-D6852B5E4A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24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FB309638-5210-7497-1D51-48E9526D5A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地及其中所充滿的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世界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及站在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  tiàm-tī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它中間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的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齊聲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):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攏屬耶和華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B3F0D4D-9A47-6C55-C814-F0529F40CC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24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222DF02-A1F3-E37B-DD5B-C3DE7C969D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祂將地建立在海的頂面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安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置</a:t>
            </a:r>
            <a:r>
              <a:rPr lang="zh-TW" altLang="en-US" sz="36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 tì  tī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大水的頂面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什人能上耶和華的山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什人能竪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祂聖的所在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1544C062-2435-EA1D-AE62-7E6214FF6E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24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B0099324-D76A-0F40-0F41-1CCF26A27C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就是手清氣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心清潔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存心無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向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(ǹg)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虛假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spcBef>
                <a:spcPts val="600"/>
              </a:spcBef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咒誓無存奸詭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的人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                                                                                         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(chiù-chōa bô khǹg kan-kúi)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1E10E2D-C8D3-7921-FB23-4E2BDB5DD6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24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6A41192C-8E7B-CEC5-78F3-BFC6B08947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此號人必得着耶和華賜福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又由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(koh-tùi)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救他的上帝得着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8C0B8AB-2349-2E5C-44E7-3955F29E5C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24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9799DF96-CAD3-2577-2E71-689B30D10B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這些是尋耶和華的族類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雅各的上帝啊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這是愛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覲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(kíⁿ)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祢的面的人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C7309E2-A11E-0B14-B07B-49908143C0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24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6798D206-651B-4D9D-3B5F-444194A948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城門啊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攑起恁的頭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永遠的門啊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恁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(tio̍h)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攑起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(kú-khí)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AE4209B-4500-51CD-025B-DA506F73B3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24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D5DB16D-8A1F-4A14-BFAE-687858916B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990600"/>
            <a:ext cx="9372600" cy="5867400"/>
          </a:xfrm>
        </p:spPr>
        <p:txBody>
          <a:bodyPr/>
          <a:lstStyle/>
          <a:p>
            <a:pPr>
              <a:defRPr/>
            </a:pPr>
            <a:r>
              <a:rPr lang="en-US" altLang="zh-TW" dirty="0">
                <a:solidFill>
                  <a:srgbClr val="FFFF00"/>
                </a:solidFill>
              </a:rPr>
              <a:t>▲</a:t>
            </a:r>
            <a:r>
              <a:rPr lang="zh-TW" altLang="en-US" dirty="0">
                <a:solidFill>
                  <a:srgbClr val="FFFF00"/>
                </a:solidFill>
              </a:rPr>
              <a:t>榮光的王要入</a:t>
            </a:r>
            <a:r>
              <a:rPr lang="en-US" altLang="zh-TW" dirty="0">
                <a:solidFill>
                  <a:srgbClr val="FFFF00"/>
                </a:solidFill>
              </a:rPr>
              <a:t>.</a:t>
            </a:r>
          </a:p>
          <a:p>
            <a:pPr>
              <a:defRPr/>
            </a:pPr>
            <a:r>
              <a:rPr lang="en-US" altLang="zh-TW" dirty="0"/>
              <a:t>○</a:t>
            </a:r>
            <a:r>
              <a:rPr lang="zh-TW" altLang="en-US" u="sng" dirty="0"/>
              <a:t>彼個</a:t>
            </a:r>
            <a:r>
              <a:rPr lang="en-US" altLang="zh-TW" sz="3200" dirty="0">
                <a:latin typeface="+mj-lt"/>
              </a:rPr>
              <a:t>(hit-ê)</a:t>
            </a:r>
            <a:r>
              <a:rPr lang="zh-TW" altLang="en-US" dirty="0"/>
              <a:t>榮光的王是什人</a:t>
            </a:r>
            <a:r>
              <a:rPr lang="en-US" altLang="zh-TW" dirty="0"/>
              <a:t>?</a:t>
            </a:r>
          </a:p>
          <a:p>
            <a:pPr>
              <a:defRPr/>
            </a:pPr>
            <a:endParaRPr lang="en-US" altLang="zh-TW" sz="3200" dirty="0">
              <a:solidFill>
                <a:srgbClr val="FFFF00"/>
              </a:solidFill>
            </a:endParaRPr>
          </a:p>
          <a:p>
            <a:pPr>
              <a:defRPr/>
            </a:pPr>
            <a:r>
              <a:rPr lang="en-US" altLang="zh-TW" dirty="0">
                <a:solidFill>
                  <a:srgbClr val="FFFF00"/>
                </a:solidFill>
              </a:rPr>
              <a:t>▲</a:t>
            </a:r>
            <a:r>
              <a:rPr lang="zh-TW" altLang="en-US" dirty="0">
                <a:solidFill>
                  <a:srgbClr val="FFFF00"/>
                </a:solidFill>
              </a:rPr>
              <a:t>就是大氣力</a:t>
            </a:r>
            <a:r>
              <a:rPr lang="en-US" altLang="zh-TW" dirty="0">
                <a:solidFill>
                  <a:srgbClr val="FFFF00"/>
                </a:solidFill>
              </a:rPr>
              <a:t>,</a:t>
            </a:r>
            <a:r>
              <a:rPr lang="zh-TW" altLang="en-US" dirty="0">
                <a:solidFill>
                  <a:srgbClr val="FFFF00"/>
                </a:solidFill>
              </a:rPr>
              <a:t>大權能的耶</a:t>
            </a:r>
            <a:endParaRPr lang="en-US" altLang="zh-TW" dirty="0">
              <a:solidFill>
                <a:srgbClr val="FFFF00"/>
              </a:solidFill>
            </a:endParaRPr>
          </a:p>
          <a:p>
            <a:pPr>
              <a:defRPr/>
            </a:pPr>
            <a:r>
              <a:rPr lang="en-US" altLang="zh-TW" dirty="0">
                <a:solidFill>
                  <a:srgbClr val="FFFF00"/>
                </a:solidFill>
              </a:rPr>
              <a:t>  </a:t>
            </a:r>
            <a:r>
              <a:rPr lang="zh-TW" altLang="en-US" dirty="0">
                <a:solidFill>
                  <a:srgbClr val="FFFF00"/>
                </a:solidFill>
              </a:rPr>
              <a:t>和華</a:t>
            </a:r>
            <a:r>
              <a:rPr lang="en-US" altLang="zh-TW" dirty="0">
                <a:solidFill>
                  <a:srgbClr val="FFFF00"/>
                </a:solidFill>
              </a:rPr>
              <a:t>.</a:t>
            </a:r>
            <a:endParaRPr lang="zh-TW" altLang="en-US" dirty="0">
              <a:solidFill>
                <a:srgbClr val="FFFF00"/>
              </a:solidFill>
            </a:endParaRPr>
          </a:p>
          <a:p>
            <a:pPr>
              <a:defRPr/>
            </a:pPr>
            <a:r>
              <a:rPr lang="en-US" altLang="zh-TW" dirty="0"/>
              <a:t>○</a:t>
            </a:r>
            <a:r>
              <a:rPr lang="zh-TW" altLang="en-US" u="sng" dirty="0"/>
              <a:t>在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tī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交戰有大權能的耶和華</a:t>
            </a:r>
            <a:r>
              <a:rPr lang="en-US" altLang="zh-TW" dirty="0"/>
              <a:t>.</a:t>
            </a:r>
          </a:p>
          <a:p>
            <a:pPr>
              <a:defRPr/>
            </a:pPr>
            <a:endParaRPr lang="en-US" altLang="zh-TW" dirty="0"/>
          </a:p>
          <a:p>
            <a:pPr>
              <a:defRPr/>
            </a:pPr>
            <a:endParaRPr lang="en-US" altLang="zh-TW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DC0F4E9-7DC5-1E04-4C81-3A999FFA57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24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4B6E2248-567B-2248-A8EC-C22E9ECB6E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城門啊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攑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(kiah)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起恁的頭，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永遠的門啊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恁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亦當攑起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endParaRPr lang="nl-NL" altLang="zh-TW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ts val="4500"/>
              </a:lnSpc>
              <a:spcBef>
                <a:spcPct val="0"/>
              </a:spcBef>
            </a:pP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             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(ia̍h-tio̍h kiah-khí)</a:t>
            </a:r>
            <a:r>
              <a:rPr lang="en-US" altLang="zh-TW" sz="320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>
              <a:spcBef>
                <a:spcPct val="0"/>
              </a:spcBef>
            </a:pP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spcBef>
                <a:spcPct val="0"/>
              </a:spcBef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榮光的王要入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>
              <a:spcBef>
                <a:spcPct val="0"/>
              </a:spcBef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個榮光的王是什人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1B98D4B0-B24F-C23C-485C-C463917108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24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91682571-39A6-DBFC-EBF2-2784B6C2FB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萬軍的耶和華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祂是榮光的王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9688</TotalTime>
  <Words>376</Words>
  <Application>Microsoft Macintosh PowerPoint</Application>
  <PresentationFormat>On-screen Show (4:3)</PresentationFormat>
  <Paragraphs>55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標楷體</vt:lpstr>
      <vt:lpstr>新細明體</vt:lpstr>
      <vt:lpstr>1_Default Design</vt:lpstr>
      <vt:lpstr>啟應文7: 詩篇24</vt:lpstr>
      <vt:lpstr>啟應文7: 詩篇24</vt:lpstr>
      <vt:lpstr>啟應文7: 詩篇24</vt:lpstr>
      <vt:lpstr>啟應文7: 詩篇24</vt:lpstr>
      <vt:lpstr>啟應文7: 詩篇24</vt:lpstr>
      <vt:lpstr>啟應文7: 詩篇24</vt:lpstr>
      <vt:lpstr>啟應文7: 詩篇24</vt:lpstr>
      <vt:lpstr>啟應文7: 詩篇24</vt:lpstr>
      <vt:lpstr>啟應文7: 詩篇24</vt:lpstr>
    </vt:vector>
  </TitlesOfParts>
  <Company>The Reformed Church of Newtown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taiwanese</dc:creator>
  <cp:lastModifiedBy>Joseph Chen</cp:lastModifiedBy>
  <cp:revision>418</cp:revision>
  <dcterms:created xsi:type="dcterms:W3CDTF">2007-02-04T16:15:54Z</dcterms:created>
  <dcterms:modified xsi:type="dcterms:W3CDTF">2026-08-08T04:45:51Z</dcterms:modified>
</cp:coreProperties>
</file>