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9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2865" r:id="rId17"/>
    <p:sldId id="2866" r:id="rId18"/>
    <p:sldId id="2867" r:id="rId19"/>
    <p:sldId id="2868" r:id="rId20"/>
    <p:sldId id="2869" r:id="rId21"/>
    <p:sldId id="2870" r:id="rId22"/>
    <p:sldId id="2871" r:id="rId23"/>
    <p:sldId id="2872" r:id="rId24"/>
    <p:sldId id="2873" r:id="rId25"/>
    <p:sldId id="2874" r:id="rId26"/>
    <p:sldId id="2875" r:id="rId27"/>
    <p:sldId id="2876" r:id="rId28"/>
    <p:sldId id="2877" r:id="rId29"/>
    <p:sldId id="2878" r:id="rId30"/>
    <p:sldId id="2879" r:id="rId31"/>
    <p:sldId id="2880" r:id="rId32"/>
    <p:sldId id="2881" r:id="rId33"/>
    <p:sldId id="2882" r:id="rId34"/>
    <p:sldId id="2883" r:id="rId35"/>
    <p:sldId id="2884" r:id="rId36"/>
    <p:sldId id="2885" r:id="rId37"/>
    <p:sldId id="2886" r:id="rId38"/>
    <p:sldId id="2887" r:id="rId39"/>
    <p:sldId id="2888" r:id="rId40"/>
    <p:sldId id="2889" r:id="rId41"/>
    <p:sldId id="2890" r:id="rId42"/>
    <p:sldId id="2891" r:id="rId43"/>
    <p:sldId id="2892" r:id="rId44"/>
    <p:sldId id="2893" r:id="rId45"/>
    <p:sldId id="2894" r:id="rId46"/>
    <p:sldId id="2895" r:id="rId47"/>
    <p:sldId id="2896" r:id="rId48"/>
    <p:sldId id="2897" r:id="rId49"/>
    <p:sldId id="2898" r:id="rId50"/>
    <p:sldId id="2899" r:id="rId51"/>
    <p:sldId id="2900" r:id="rId52"/>
    <p:sldId id="2901" r:id="rId53"/>
    <p:sldId id="2902" r:id="rId54"/>
    <p:sldId id="2903" r:id="rId55"/>
    <p:sldId id="2904" r:id="rId56"/>
    <p:sldId id="2905" r:id="rId57"/>
    <p:sldId id="2906" r:id="rId58"/>
    <p:sldId id="2907" r:id="rId59"/>
    <p:sldId id="2908" r:id="rId60"/>
    <p:sldId id="2909" r:id="rId61"/>
    <p:sldId id="2910" r:id="rId62"/>
    <p:sldId id="2911" r:id="rId63"/>
    <p:sldId id="2912" r:id="rId64"/>
    <p:sldId id="2913" r:id="rId65"/>
    <p:sldId id="2914" r:id="rId66"/>
    <p:sldId id="2915" r:id="rId67"/>
    <p:sldId id="2916" r:id="rId68"/>
    <p:sldId id="2917" r:id="rId69"/>
    <p:sldId id="2918" r:id="rId70"/>
    <p:sldId id="2919" r:id="rId71"/>
    <p:sldId id="2920" r:id="rId72"/>
    <p:sldId id="2921" r:id="rId73"/>
    <p:sldId id="2922" r:id="rId74"/>
    <p:sldId id="2923" r:id="rId75"/>
    <p:sldId id="2924" r:id="rId76"/>
    <p:sldId id="2925" r:id="rId77"/>
    <p:sldId id="2926" r:id="rId78"/>
    <p:sldId id="2927" r:id="rId79"/>
    <p:sldId id="2928" r:id="rId80"/>
    <p:sldId id="2929" r:id="rId81"/>
    <p:sldId id="2930" r:id="rId82"/>
    <p:sldId id="2931" r:id="rId83"/>
    <p:sldId id="2932" r:id="rId84"/>
    <p:sldId id="2933" r:id="rId85"/>
    <p:sldId id="2934" r:id="rId86"/>
    <p:sldId id="2935" r:id="rId87"/>
    <p:sldId id="2936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90" Type="http://schemas.openxmlformats.org/officeDocument/2006/relationships/commentAuthors" Target="commentAuthors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054096C-124C-2B63-35C9-FD1BE5A3E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23AC9F2-10B1-8C25-2A9D-47962C60F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舉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(kiah 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(ǹg)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山，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欣慕我主，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我的幫助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是從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(tá –lo̍h 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>
              <a:lnSpc>
                <a:spcPct val="80000"/>
              </a:lnSpc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(tá- lo̍h)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>
              <a:lnSpc>
                <a:spcPct val="8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C775F06-2DA0-9845-B64D-6BCA156B369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-152400"/>
            <a:ext cx="9144000" cy="1143000"/>
          </a:xfrm>
        </p:spPr>
        <p:txBody>
          <a:bodyPr/>
          <a:lstStyle/>
          <a:p>
            <a:r>
              <a:rPr lang="en-US" altLang="zh-TW" sz="4000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 sz="4000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 sz="4000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DB66965-8F91-BE68-3B8E-4BB32E6548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990600"/>
            <a:ext cx="9144000" cy="5867400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我一切幫助</a:t>
            </a:r>
            <a:endParaRPr lang="nl-NL" altLang="zh-TW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對耶和華來，</a:t>
            </a:r>
            <a:endParaRPr lang="en-US" altLang="zh-TW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祂是創造</a:t>
            </a:r>
            <a:endParaRPr lang="nl-NL" altLang="zh-TW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天地的大主宰。</a:t>
            </a:r>
            <a:endParaRPr lang="en-US" altLang="zh-TW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7BF6F04-01A4-675C-4289-5182D2D6C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F79D3DD-09AC-FD54-A18D-DE641F69F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(bô)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你的脚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搖泏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(iô-choah)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賜你平安，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瞌眠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tuh-bîn 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觀看，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照顧幫助，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98483A8-0E23-E8D0-75A3-6F99A09F4AC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-152400"/>
            <a:ext cx="9144000" cy="1143000"/>
          </a:xfrm>
        </p:spPr>
        <p:txBody>
          <a:bodyPr/>
          <a:lstStyle/>
          <a:p>
            <a:r>
              <a:rPr lang="en-US" altLang="zh-TW" sz="4000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 sz="4000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 sz="4000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14AB36B-9B0C-7AD9-0231-C93560388A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990600"/>
            <a:ext cx="9144000" cy="5867400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在昔</a:t>
            </a:r>
            <a:r>
              <a:rPr lang="en-US" altLang="zh-TW" sz="3200" b="1">
                <a:ea typeface="標楷體" panose="03000509000000000000" pitchFamily="49" charset="-120"/>
              </a:rPr>
              <a:t>(chāi-chá)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保守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以色列百姓，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祂無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瞌眠</a:t>
            </a:r>
            <a:r>
              <a:rPr lang="en-US" altLang="zh-TW" sz="3200" b="1">
                <a:ea typeface="標楷體" panose="03000509000000000000" pitchFamily="49" charset="-120"/>
              </a:rPr>
              <a:t>(tuh-bîn)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顧你無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睏</a:t>
            </a:r>
            <a:r>
              <a:rPr lang="en-US" altLang="zh-TW" sz="3200" b="1">
                <a:ea typeface="標楷體" panose="03000509000000000000" pitchFamily="49" charset="-120"/>
              </a:rPr>
              <a:t>(khùn)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常醒。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22588F7-8E8E-CF42-D173-2F4D8ACDB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7C50547-54B0-2E11-DB1C-032F4D332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直到永遠久長，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攏無變換，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右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(chiàⁿ)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傍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做你的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蔭影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(ìm-ńg)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保護引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DD712C9-B0A3-9667-8D13-59C8DB57F7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-152400"/>
            <a:ext cx="9144000" cy="1143000"/>
          </a:xfrm>
        </p:spPr>
        <p:txBody>
          <a:bodyPr/>
          <a:lstStyle/>
          <a:p>
            <a:r>
              <a:rPr lang="en-US" altLang="zh-TW" sz="4000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 sz="4000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 sz="4000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A4DD1DF-233E-2BA5-B33F-468E1E24805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990600"/>
            <a:ext cx="9144000" cy="58674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光明日時太陽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攏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 b="1">
                <a:ea typeface="標楷體" panose="03000509000000000000" pitchFamily="49" charset="-120"/>
              </a:rPr>
              <a:t>(bōe)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傷你，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安靜冥時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月光也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 b="1">
                <a:ea typeface="標楷體" panose="03000509000000000000" pitchFamily="49" charset="-120"/>
              </a:rPr>
              <a:t>(bōe)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害你。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en-US" altLang="zh-TW" sz="4800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445B90-DC40-2E23-5587-30CC022CE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B86F055-EDF9-264B-B49F-3247B47F1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免受一切災害，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賜你活命，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性命無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(gāi)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心神安定，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D1EFF37-C971-E391-F0A4-EE9D0FA61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EDD0833-DEE6-9FA7-1005-CAA447F45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出入得平安，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主祝福你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(tùi chit)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時到永遠。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8E0FA7E-C94E-A964-F4B9-D6852B5E4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B309638-5210-7497-1D51-48E9526D5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地及其中所充滿的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世界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及站在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tiàm-tī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它中間的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):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攏屬耶和華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B3F0D4D-9A47-6C55-C814-F0529F40C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22DF02-A1F3-E37B-DD5B-C3DE7C969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祂將地建立在海的頂面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安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置</a:t>
            </a:r>
            <a:r>
              <a:rPr lang="zh-TW" altLang="en-US" sz="36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大水的頂面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什人能上耶和華的山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什人能竪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祂聖的所在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544C062-2435-EA1D-AE62-7E6214FF6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0099324-D76A-0F40-0F41-1CCF26A27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就是手清氣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心清潔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存心無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ǹg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虛假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ts val="60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咒誓無存奸詭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                                                                   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chiù-chōa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khǹg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kan-kúi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1E10E2D-C8D3-7921-FB23-4E2BDB5DD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A41192C-8E7B-CEC5-78F3-BFC6B08947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89682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此號人必得着耶和華賜福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又由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koh-tùi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救他的上帝得着義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8C0B8AB-2349-2E5C-44E7-3955F29E5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799DF96-CAD3-2577-2E71-689B30D10B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這些是尋耶和華的族類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雅各的上帝啊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這是愛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祢的面的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C7309E2-A11E-0B14-B07B-49908143C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798D206-651B-4D9D-3B5F-444194A948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57549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城門啊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攑起恁的頭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永遠的門啊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受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攑起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kú-khí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AE4209B-4500-51CD-025B-DA506F73B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D5DB16D-8A1F-4A14-BFAE-687858916B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>
              <a:defRPr/>
            </a:pPr>
            <a:r>
              <a:rPr lang="en-US" altLang="zh-TW" dirty="0">
                <a:solidFill>
                  <a:srgbClr val="FFFF00"/>
                </a:solidFill>
              </a:rPr>
              <a:t>▲</a:t>
            </a:r>
            <a:r>
              <a:rPr lang="zh-TW" altLang="en-US" dirty="0">
                <a:solidFill>
                  <a:srgbClr val="FFFF00"/>
                </a:solidFill>
              </a:rPr>
              <a:t>榮光的王要入</a:t>
            </a:r>
            <a:r>
              <a:rPr lang="en-US" altLang="zh-TW" dirty="0">
                <a:solidFill>
                  <a:srgbClr val="FFFF00"/>
                </a:solidFill>
              </a:rPr>
              <a:t>.</a:t>
            </a:r>
          </a:p>
          <a:p>
            <a:pPr algn="l">
              <a:defRPr/>
            </a:pPr>
            <a:r>
              <a:rPr lang="en-US" altLang="zh-TW" dirty="0"/>
              <a:t>○</a:t>
            </a:r>
            <a:r>
              <a:rPr lang="zh-TW" altLang="en-US" u="sng" dirty="0"/>
              <a:t>彼個</a:t>
            </a:r>
            <a:r>
              <a:rPr lang="en-US" altLang="zh-TW" sz="3200" dirty="0">
                <a:latin typeface="+mj-lt"/>
              </a:rPr>
              <a:t>(hit-ê)</a:t>
            </a:r>
            <a:r>
              <a:rPr lang="zh-TW" altLang="en-US" dirty="0"/>
              <a:t>榮光的王是什人</a:t>
            </a:r>
            <a:r>
              <a:rPr lang="en-US" altLang="zh-TW" dirty="0"/>
              <a:t>?</a:t>
            </a:r>
          </a:p>
          <a:p>
            <a:pPr algn="l">
              <a:defRPr/>
            </a:pPr>
            <a:endParaRPr lang="en-US" altLang="zh-TW" sz="3200" dirty="0">
              <a:solidFill>
                <a:srgbClr val="FFFF00"/>
              </a:solidFill>
            </a:endParaRPr>
          </a:p>
          <a:p>
            <a:pPr algn="l">
              <a:defRPr/>
            </a:pPr>
            <a:r>
              <a:rPr lang="en-US" altLang="zh-TW" dirty="0">
                <a:solidFill>
                  <a:srgbClr val="FFFF00"/>
                </a:solidFill>
              </a:rPr>
              <a:t>▲</a:t>
            </a:r>
            <a:r>
              <a:rPr lang="zh-TW" altLang="en-US" dirty="0">
                <a:solidFill>
                  <a:srgbClr val="FFFF00"/>
                </a:solidFill>
              </a:rPr>
              <a:t>就是大氣力</a:t>
            </a:r>
            <a:r>
              <a:rPr lang="en-US" altLang="zh-TW" dirty="0">
                <a:solidFill>
                  <a:srgbClr val="FFFF00"/>
                </a:solidFill>
              </a:rPr>
              <a:t>,</a:t>
            </a:r>
            <a:r>
              <a:rPr lang="zh-TW" altLang="en-US" dirty="0">
                <a:solidFill>
                  <a:srgbClr val="FFFF00"/>
                </a:solidFill>
              </a:rPr>
              <a:t>大權能的耶和華</a:t>
            </a:r>
            <a:r>
              <a:rPr lang="en-US" altLang="zh-TW" dirty="0">
                <a:solidFill>
                  <a:srgbClr val="FFFF00"/>
                </a:solidFill>
              </a:rPr>
              <a:t>.</a:t>
            </a:r>
          </a:p>
          <a:p>
            <a:pPr algn="l">
              <a:defRPr/>
            </a:pPr>
            <a:r>
              <a:rPr lang="en-US" altLang="zh-TW" dirty="0"/>
              <a:t>○</a:t>
            </a:r>
            <a:r>
              <a:rPr lang="zh-TW" altLang="en-US" u="sng" dirty="0"/>
              <a:t>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交戰有大權能的耶和華</a:t>
            </a:r>
            <a:r>
              <a:rPr lang="en-US" altLang="zh-TW" dirty="0"/>
              <a:t>.</a:t>
            </a:r>
          </a:p>
          <a:p>
            <a:pPr algn="l">
              <a:defRPr/>
            </a:pPr>
            <a:endParaRPr lang="en-US" altLang="zh-TW" dirty="0"/>
          </a:p>
          <a:p>
            <a:pPr algn="l"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DC0F4E9-7DC5-1E04-4C81-3A999FFA5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B6E2248-567B-2248-A8EC-C22E9ECB6E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城門啊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攑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kiah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起恁的頭，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永遠的門啊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亦當攑起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ia̍h-tio̍h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kiah-khí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sz="32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endParaRPr lang="nl-NL" altLang="zh-TW" sz="3200" u="sng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Arial" panose="020B0604020202020204" pitchFamily="34" charset="0"/>
                <a:ea typeface="標楷體" panose="03000509000000000000" pitchFamily="49" charset="-120"/>
              </a:rPr>
              <a:t>                          </a:t>
            </a:r>
            <a:endParaRPr lang="en-US" altLang="zh-TW" sz="32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榮光的王要入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個榮光的王是什人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B98D4B0-B24F-C23C-485C-C463917108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1682571-39A6-DBFC-EBF2-2784B6C2F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萬軍的耶和華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祂是榮光的王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我在此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我在此是你的恩典</a:t>
            </a:r>
          </a:p>
          <a:p>
            <a:r>
              <a:t>我在此是你愛的彰顯</a:t>
            </a:r>
          </a:p>
          <a:p>
            <a:r>
              <a:t>主耶穌靈內滿感激</a:t>
            </a:r>
          </a:p>
          <a:p>
            <a:r>
              <a:t>因你的恩典滿滿</a:t>
            </a:r>
          </a:p>
          <a:p>
            <a:r>
              <a:t>我在此是你的恩典</a:t>
            </a:r>
          </a:p>
          <a:p>
            <a:r>
              <a:t>我在此是你愛的彰顯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主耶穌靈內滿感激</a:t>
            </a:r>
          </a:p>
          <a:p>
            <a:r>
              <a:t>因你的恩典滿滿</a:t>
            </a:r>
          </a:p>
          <a:p>
            <a:r>
              <a:t>感激耶穌 耶穌</a:t>
            </a:r>
          </a:p>
          <a:p>
            <a:r>
              <a:t>耶穌 感激耶穌</a:t>
            </a:r>
          </a:p>
          <a:p>
            <a:r>
              <a:t>如今我活在世</a:t>
            </a:r>
          </a:p>
          <a:p>
            <a:r>
              <a:t>只因有你恩惠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我要讚美主到永遠</a:t>
            </a:r>
          </a:p>
          <a:p>
            <a:r>
              <a:t>我在這 是因你恩典</a:t>
            </a:r>
          </a:p>
          <a:p>
            <a:r>
              <a:t>我在這 是因你慈愛</a:t>
            </a:r>
          </a:p>
          <a:p>
            <a:r>
              <a:t>主耶穌 我如此感恩</a:t>
            </a:r>
          </a:p>
          <a:p>
            <a:r>
              <a:t>都因你豐盛恩典</a:t>
            </a:r>
          </a:p>
          <a:p>
            <a:r>
              <a:t>我在這 是因你恩典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我在這 是因你慈愛</a:t>
            </a:r>
          </a:p>
          <a:p>
            <a:r>
              <a:t>主耶穌 我如此感恩</a:t>
            </a:r>
          </a:p>
          <a:p>
            <a:r>
              <a:t>都因你豐盛恩典</a:t>
            </a:r>
          </a:p>
          <a:p>
            <a:r>
              <a:t>感謝耶穌 耶穌</a:t>
            </a:r>
          </a:p>
          <a:p>
            <a:r>
              <a:t>耶穌 感謝耶穌</a:t>
            </a:r>
          </a:p>
          <a:p>
            <a:r>
              <a:t>只因著你恩典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使我能為你活</a:t>
            </a:r>
          </a:p>
          <a:p>
            <a:r>
              <a:t>我讚美你直到永遠</a:t>
            </a:r>
          </a:p>
          <a:p>
            <a:r>
              <a:t>感謝耶穌 耶穌</a:t>
            </a:r>
          </a:p>
          <a:p>
            <a:r>
              <a:t>耶穌 感謝耶穌</a:t>
            </a:r>
          </a:p>
          <a:p>
            <a:r>
              <a:t>只因著你恩典</a:t>
            </a:r>
          </a:p>
          <a:p>
            <a:r>
              <a:t>使我能為你活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我在此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我讚美你直到永遠</a:t>
            </a:r>
          </a:p>
          <a:p>
            <a:r>
              <a:t>只因著你恩典</a:t>
            </a:r>
          </a:p>
          <a:p>
            <a:r>
              <a:t>使我能為你活</a:t>
            </a:r>
          </a:p>
          <a:p>
            <a:r>
              <a:t>我讚美你直到永遠</a:t>
            </a:r>
          </a:p>
          <a:p>
            <a:r>
              <a:t>我讚美你直到永遠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6FFFF"/>
                </a:solidFill>
                <a:latin typeface="DFKai-SB"/>
              </a:rPr>
              <a:t>經文</a:t>
            </a:r>
          </a:p>
          <a:p>
            <a:pPr algn="ctr"/>
            <a:r>
              <a:rPr sz="7200" b="1">
                <a:latin typeface="DFKai-SB"/>
              </a:rPr>
              <a:t>以斯帖記 4:1~17</a:t>
            </a:r>
          </a:p>
          <a:p>
            <a:pPr algn="ctr"/>
            <a:r>
              <a:rPr sz="5400" b="1">
                <a:latin typeface="標楷體"/>
              </a:rPr>
              <a:t>(舊約第</a:t>
            </a:r>
            <a:r>
              <a:rPr sz="5400" b="1">
                <a:solidFill>
                  <a:srgbClr val="FFFF00"/>
                </a:solidFill>
                <a:latin typeface="標楷體"/>
              </a:rPr>
              <a:t>620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以斯帖記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1.末底改知道所作的這一切事，就撕裂
  </a:t>
            </a:r>
            <a:r>
              <a:rPr sz="5400" b="1" dirty="0" err="1">
                <a:latin typeface="DFKai-SB"/>
              </a:rPr>
              <a:t>衣服，穿麻衣，蒙灰塵，在城中行走</a:t>
            </a:r>
            <a:r>
              <a:rPr sz="5400" b="1" dirty="0">
                <a:latin typeface="DFKai-SB"/>
              </a:rPr>
              <a:t>，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痛哭哀號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2.到了朝門前停住腳步，因為穿麻衣的
  </a:t>
            </a:r>
            <a:r>
              <a:rPr sz="5400" b="1" dirty="0" err="1">
                <a:latin typeface="DFKai-SB"/>
              </a:rPr>
              <a:t>不可進朝門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3.王的諭旨所到的各省各處，猶大人大
  </a:t>
            </a:r>
            <a:r>
              <a:rPr sz="5400" b="1" dirty="0" err="1">
                <a:latin typeface="DFKai-SB"/>
              </a:rPr>
              <a:t>大悲哀，禁食哭泣哀號，穿麻衣躺在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灰中的甚多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4.王后以斯帖的宮女和太監來把這事告
  </a:t>
            </a:r>
            <a:r>
              <a:rPr sz="5400" b="1" dirty="0" err="1">
                <a:latin typeface="DFKai-SB"/>
              </a:rPr>
              <a:t>訴以斯帖，她甚是憂愁，就送衣服給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末底改穿，要他脫下麻衣，他卻不受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5.以斯帖就把王所派伺候她的一個太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監，名叫哈他革召來，吩咐他去見末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底改，要知道這是甚麼事，是甚麼緣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故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6.於是哈他革出到朝門前的寬闊處見末
  </a:t>
            </a:r>
            <a:r>
              <a:rPr sz="5400" b="1" dirty="0" err="1">
                <a:latin typeface="DFKai-SB"/>
              </a:rPr>
              <a:t>底改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7.末底改將自己所遇的事，並哈曼為滅
  </a:t>
            </a:r>
            <a:r>
              <a:rPr sz="5400" b="1" dirty="0" err="1">
                <a:latin typeface="DFKai-SB"/>
              </a:rPr>
              <a:t>絕猶大人應許捐入王庫的銀數都告訴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了他</a:t>
            </a:r>
            <a:r>
              <a:rPr sz="5400" b="1" dirty="0">
                <a:latin typeface="DFKai-SB"/>
              </a:rPr>
              <a:t>；</a:t>
            </a:r>
          </a:p>
          <a:p>
            <a:r>
              <a:rPr sz="5400" b="1" dirty="0">
                <a:latin typeface="DFKai-SB"/>
              </a:rPr>
              <a:t>8.又將所抄寫傳遍書珊城要滅絕猶大人
  </a:t>
            </a:r>
            <a:r>
              <a:rPr sz="5400" b="1" dirty="0" err="1">
                <a:latin typeface="DFKai-SB"/>
              </a:rPr>
              <a:t>的旨意交給哈他革，要給以斯帖看</a:t>
            </a:r>
            <a:r>
              <a:rPr sz="5400" b="1" dirty="0">
                <a:latin typeface="DFKai-SB"/>
              </a:rPr>
              <a:t>，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又要給她說明，並囑咐她進去見王</a:t>
            </a:r>
            <a:r>
              <a:rPr sz="5400" b="1" dirty="0">
                <a:latin typeface="DFKai-SB"/>
              </a:rPr>
              <a:t>，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為本族的人在王面前懇切祈求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9.</a:t>
            </a:r>
            <a:r>
              <a:rPr lang="en-US" sz="5400" b="1" dirty="0">
                <a:latin typeface="DFKai-SB"/>
              </a:rPr>
              <a:t> </a:t>
            </a:r>
            <a:r>
              <a:rPr sz="5400" b="1" dirty="0" err="1">
                <a:latin typeface="DFKai-SB"/>
              </a:rPr>
              <a:t>哈他革回來，將末底改的話告訴以斯</a:t>
            </a:r>
            <a:r>
              <a:rPr sz="5400" b="1" dirty="0">
                <a:latin typeface="DFKai-SB"/>
              </a:rPr>
              <a:t>
  </a:t>
            </a:r>
            <a:r>
              <a:rPr lang="en-US" sz="5400" b="1" dirty="0">
                <a:latin typeface="DFKai-SB"/>
              </a:rPr>
              <a:t> </a:t>
            </a:r>
            <a:r>
              <a:rPr sz="5400" b="1" dirty="0" err="1">
                <a:latin typeface="DFKai-SB"/>
              </a:rPr>
              <a:t>帖</a:t>
            </a:r>
            <a:r>
              <a:rPr sz="5400" b="1" dirty="0">
                <a:latin typeface="DFKai-SB"/>
              </a:rPr>
              <a:t>；</a:t>
            </a:r>
          </a:p>
          <a:p>
            <a:r>
              <a:rPr sz="5400" b="1" dirty="0">
                <a:latin typeface="DFKai-SB"/>
              </a:rPr>
              <a:t>10.以斯帖就吩咐哈他革去見末底改，
   </a:t>
            </a:r>
            <a:r>
              <a:rPr sz="5400" b="1" dirty="0" err="1">
                <a:latin typeface="DFKai-SB"/>
              </a:rPr>
              <a:t>說</a:t>
            </a:r>
            <a:r>
              <a:rPr sz="5400" b="1" dirty="0">
                <a:latin typeface="DFKai-SB"/>
              </a:rPr>
              <a:t>：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11.「王的一切臣僕和各省的人民都知
   </a:t>
            </a:r>
            <a:r>
              <a:rPr sz="5400" b="1" dirty="0" err="1">
                <a:latin typeface="DFKai-SB"/>
              </a:rPr>
              <a:t>道有一個定例：若不蒙召，擅入內院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見王的，無論男女必被治死；除非王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向他伸出金杖，不得存活。現在我沒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有蒙召進去見王已經三十日了</a:t>
            </a:r>
            <a:r>
              <a:rPr sz="5400" b="1" dirty="0">
                <a:latin typeface="DFKai-SB"/>
              </a:rPr>
              <a:t>。」</a:t>
            </a:r>
          </a:p>
          <a:p>
            <a:r>
              <a:rPr sz="5400" b="1" dirty="0">
                <a:latin typeface="DFKai-SB"/>
              </a:rPr>
              <a:t>12.人就把以斯帖這話告訴末底改。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13.末底改託人回覆以斯帖說：「</a:t>
            </a:r>
            <a:r>
              <a:rPr sz="5400" b="1" dirty="0" err="1">
                <a:latin typeface="DFKai-SB"/>
              </a:rPr>
              <a:t>你莫</a:t>
            </a:r>
            <a:r>
              <a:rPr sz="5400" b="1" dirty="0">
                <a:latin typeface="DFKai-SB"/>
              </a:rPr>
              <a:t>
   </a:t>
            </a:r>
            <a:r>
              <a:rPr sz="5400" b="1" dirty="0" err="1">
                <a:latin typeface="DFKai-SB"/>
              </a:rPr>
              <a:t>想在王宮裏強過一切猶大人，得免這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禍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14.此時你若閉口不言，猶大人必從別
   </a:t>
            </a:r>
            <a:r>
              <a:rPr sz="5400" b="1" dirty="0" err="1">
                <a:latin typeface="DFKai-SB"/>
              </a:rPr>
              <a:t>處得解脫，蒙拯救；你和你父家必至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滅亡。焉知你得了王后的位分不是為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現今的機會嗎</a:t>
            </a:r>
            <a:r>
              <a:rPr sz="5400" b="1" dirty="0">
                <a:latin typeface="DFKai-SB"/>
              </a:rPr>
              <a:t>？」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4:1~17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15.以斯帖就吩咐人回報末底改說：</a:t>
            </a:r>
          </a:p>
          <a:p>
            <a:r>
              <a:rPr sz="5400" b="1" dirty="0">
                <a:latin typeface="DFKai-SB"/>
              </a:rPr>
              <a:t>16.「你當去招聚書珊城所有的猶大人，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為我禁食三晝三夜，不喫不喝；我和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我的宮女也要這樣禁食。然後我違例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進去見王，我若死就死吧</a:t>
            </a:r>
            <a:r>
              <a:rPr sz="5400" b="1" dirty="0">
                <a:latin typeface="DFKai-SB"/>
              </a:rPr>
              <a:t>！」</a:t>
            </a:r>
          </a:p>
          <a:p>
            <a:r>
              <a:rPr sz="5400" b="1" dirty="0">
                <a:latin typeface="DFKai-SB"/>
              </a:rPr>
              <a:t>17.於是末底改照以斯帖一切所吩咐的
   </a:t>
            </a:r>
            <a:r>
              <a:rPr sz="5400" b="1" dirty="0" err="1">
                <a:latin typeface="DFKai-SB"/>
              </a:rPr>
              <a:t>去行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0" dirty="0"/>
          </a:p>
          <a:p>
            <a:r>
              <a:rPr sz="8000" dirty="0" err="1"/>
              <a:t>死就死吧</a:t>
            </a:r>
            <a:r>
              <a:rPr sz="5000" b="1" dirty="0">
                <a:latin typeface="DFKai-SB"/>
              </a:rPr>
              <a:t>                                </a:t>
            </a:r>
            <a:r>
              <a:rPr lang="en-US" sz="5000" b="1" dirty="0">
                <a:latin typeface="DFKai-SB"/>
              </a:rPr>
              <a:t>   </a:t>
            </a:r>
            <a:br>
              <a:rPr lang="en-US" sz="5000" b="1" dirty="0">
                <a:latin typeface="DFKai-SB"/>
              </a:rPr>
            </a:br>
            <a:r>
              <a:rPr lang="en-US" sz="5000" b="1" dirty="0">
                <a:latin typeface="DFKai-SB"/>
              </a:rPr>
              <a:t>      </a:t>
            </a:r>
            <a:r>
              <a:rPr sz="4400" b="1" dirty="0" err="1">
                <a:latin typeface="標楷體"/>
              </a:rPr>
              <a:t>陳信銘牧師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猶大人面對無解的困境</a:t>
            </a:r>
            <a:r>
              <a:rPr dirty="0"/>
              <a:t>：</a:t>
            </a:r>
          </a:p>
          <a:p>
            <a:pPr algn="l"/>
            <a:r>
              <a:rPr dirty="0"/>
              <a:t>1.從 1/13～12/13 </a:t>
            </a:r>
            <a:r>
              <a:rPr dirty="0" err="1"/>
              <a:t>的死亡等待</a:t>
            </a:r>
            <a:endParaRPr dirty="0"/>
          </a:p>
          <a:p>
            <a:pPr algn="l"/>
            <a:r>
              <a:rPr dirty="0"/>
              <a:t>2.末底改撕裂衣服，穿麻衣，蒙灰塵，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在城中行走，痛哭哀號</a:t>
            </a:r>
            <a:endParaRPr dirty="0"/>
          </a:p>
          <a:p>
            <a:pPr algn="l"/>
            <a:r>
              <a:rPr dirty="0"/>
              <a:t>3.以斯帖身為王后卻是一無所知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末底改與以斯帖的對話</a:t>
            </a:r>
            <a:r>
              <a:rPr dirty="0"/>
              <a:t>：</a:t>
            </a:r>
          </a:p>
          <a:p>
            <a:pPr algn="l"/>
            <a:r>
              <a:rPr dirty="0"/>
              <a:t>1.以斯帖：「</a:t>
            </a:r>
            <a:r>
              <a:rPr dirty="0" err="1"/>
              <a:t>若不蒙召，擅入內院見王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的，無論男女必被治死；除非王向他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伸出金杖，不得存活</a:t>
            </a:r>
            <a:r>
              <a:rPr dirty="0"/>
              <a:t>」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末底改與以斯帖的對話</a:t>
            </a:r>
            <a:r>
              <a:rPr dirty="0"/>
              <a:t>：</a:t>
            </a:r>
          </a:p>
          <a:p>
            <a:pPr algn="l"/>
            <a:r>
              <a:rPr dirty="0"/>
              <a:t>2.末底改：「</a:t>
            </a:r>
            <a:r>
              <a:rPr dirty="0" err="1"/>
              <a:t>此時你若閉口不言，猶大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人必從別處得解脫，蒙拯救</a:t>
            </a:r>
            <a:r>
              <a:rPr dirty="0"/>
              <a:t>…</a:t>
            </a:r>
            <a:r>
              <a:rPr dirty="0" err="1"/>
              <a:t>焉知你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得了王后的位分不是為現今的機會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嗎</a:t>
            </a:r>
            <a:r>
              <a:rPr dirty="0"/>
              <a:t>？」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</a:t>
            </a:r>
            <a:r>
              <a:rPr dirty="0"/>
              <a:t>. </a:t>
            </a:r>
            <a:r>
              <a:rPr dirty="0" err="1"/>
              <a:t>禱告與等候</a:t>
            </a:r>
            <a:r>
              <a:rPr dirty="0"/>
              <a:t>：</a:t>
            </a:r>
          </a:p>
          <a:p>
            <a:pPr algn="l"/>
            <a:r>
              <a:rPr dirty="0"/>
              <a:t>1.書珊城所有的猶大人，為以斯帖禁食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三晝三夜，不吃不喝；她和她的宮女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也要這樣禁食</a:t>
            </a:r>
            <a:endParaRPr dirty="0"/>
          </a:p>
          <a:p>
            <a:pPr algn="l"/>
            <a:r>
              <a:rPr dirty="0"/>
              <a:t>2.然後以斯帖違例進去見王</a:t>
            </a:r>
          </a:p>
          <a:p>
            <a:pPr algn="l"/>
            <a:r>
              <a:rPr dirty="0"/>
              <a:t>3.若死就死吧！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EF73556-54A4-D00C-DF09-A0DBBE72F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FD64760-25EC-EADD-002F-BF98DB72B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耶穌救贖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戰旗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舉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(kia̍h)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奮志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准祂名受辱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896E4E4-6092-98AC-B737-D60227B2A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B13BB58-2445-ACAC-700D-25C6751C7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軍兵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  tè)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直到對敵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降服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(hâng-ho̍k)</a:t>
            </a:r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定著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(tiāⁿ-tio̍h)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連連能得勝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萬國攏歸基督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003A95-9007-E276-2030-4DD605486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5C93A3B-8351-4741-7F8F-0F4F5AE539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號頭的聲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迫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今日是主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交戰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今日攻破對敵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DF35AC8-B233-78D6-148E-8B6ECC499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EB8A6AA-A2DC-A176-9EB0-9801B36B0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仇讎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(kiû-siû)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兇惡免驚他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基督的兵較贏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戰場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險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堅固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心智益發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勇健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(ióng-kiāⁿ)</a:t>
            </a:r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7A88378-4C4D-BBFA-DB06-336B95D9E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B50252A-2BA4-1233-DBB7-07DD4FA93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一</a:t>
            </a:r>
            <a:r>
              <a:rPr lang="en-US" altLang="zh-TW" sz="28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心靠主能力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血氣的力真不足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靠自己無利益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909FCC-4695-724C-865B-99764D33C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A1CADB7-B28F-6FD5-967E-6FA03AD66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穿福音的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(khoe)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甲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儆醒祈禱無息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遇著危險無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縮慄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(iún-neh)</a:t>
            </a:r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嫌艱苦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(tio̍h-bôa)</a:t>
            </a:r>
            <a:endParaRPr lang="en-US" altLang="zh-TW" sz="3200" u="sng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250145C-2B0F-9818-9F45-966527C78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F6A217A-0DEA-91D7-452D-7100D0F6C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交戰無久能息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今日艱苦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(phe)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性命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明日得勝唱歌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822C5B2-B1A1-6152-64A3-B324360E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F58D53C-F2B0-2CE7-23FE-D843BAD3E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到尾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凡若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(kìⁿ-nā)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有得勝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得永活冕旒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(ia̍h  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榮光的君王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福氣永遠享受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lang="zh-TW" altLang="en-US" dirty="0"/>
              <a:t>新城中文學校徵召新學年度青年義</a:t>
            </a:r>
            <a:br>
              <a:rPr lang="en-US" altLang="zh-TW" dirty="0"/>
            </a:br>
            <a:r>
              <a:rPr lang="zh-TW" altLang="en-US" dirty="0"/>
              <a:t>工。</a:t>
            </a:r>
            <a:r>
              <a:t>有負擔或希望了解詳情的弟兄姐妹請與逸如姐妹連絡</a:t>
            </a:r>
            <a:r>
              <a:rPr dirty="0"/>
              <a:t>：</a:t>
            </a:r>
            <a:r>
              <a:t>347-337-1559或微</a:t>
            </a:r>
            <a:br>
              <a:rPr lang="en-US"/>
            </a:br>
            <a:r>
              <a:t>信</a:t>
            </a:r>
            <a:r>
              <a:rPr dirty="0"/>
              <a:t>minuitmiao。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今天11:30在交誼廳,陳牧師帶領課程：「</a:t>
            </a:r>
            <a:r>
              <a:rPr dirty="0" err="1"/>
              <a:t>啟示錄第七課-七位天使吹七號,小書卷與兩個見証人</a:t>
            </a:r>
            <a:r>
              <a:rPr dirty="0"/>
              <a:t>」</a:t>
            </a:r>
            <a:r>
              <a:rPr sz="4400" dirty="0"/>
              <a:t>。</a:t>
            </a:r>
            <a:r>
              <a:rPr dirty="0" err="1"/>
              <a:t>歡迎大家參加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線上</a:t>
            </a:r>
            <a:r>
              <a:rPr dirty="0"/>
              <a:t>:</a:t>
            </a:r>
            <a:r>
              <a:rPr lang="en-US" dirty="0"/>
              <a:t> </a:t>
            </a:r>
            <a:r>
              <a:rPr sz="5000" dirty="0"/>
              <a:t>https://</a:t>
            </a:r>
            <a:r>
              <a:rPr sz="5000" dirty="0" err="1"/>
              <a:t>zoom.us</a:t>
            </a:r>
            <a:r>
              <a:rPr sz="5000" dirty="0"/>
              <a:t>/j/99429704298</a:t>
            </a:r>
            <a:r>
              <a:rPr dirty="0"/>
              <a:t>, 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r>
              <a:rPr dirty="0" err="1"/>
              <a:t>電話</a:t>
            </a:r>
            <a:r>
              <a:rPr dirty="0"/>
              <a:t> 646-558-8656。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週三線上禱告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邀請您參加</a:t>
            </a:r>
            <a:r>
              <a:rPr dirty="0"/>
              <a:t> 8/12晚上 8點禱告會,所 </a:t>
            </a:r>
            <a:r>
              <a:rPr dirty="0" err="1"/>
              <a:t>有事工都需要禱告求上帝扶持祝福。zoom連結如同主日學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宣教組為回應大使命,今年將籌組短宣隊到緬甸宣教,即日起招募隊員！短宣時間：11/4~11/16,有福音負擔的兄姐,請與溫媺執事聯繫,報名截止日為 8/23。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教育組繼續推動每日讀經。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中文學校,兒童事工,兄弟姐妹的健康,家人信主,年輕會友立業成家,紐約治</a:t>
            </a:r>
            <a:br>
              <a:rPr lang="en-US" dirty="0"/>
            </a:br>
            <a:r>
              <a:rPr dirty="0" err="1"/>
              <a:t>安,國際關係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6741</TotalTime>
  <Words>2100</Words>
  <Application>Microsoft Macintosh PowerPoint</Application>
  <PresentationFormat>Widescreen</PresentationFormat>
  <Paragraphs>329</Paragraphs>
  <Slides>80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42:我的目睭欲舉高來向山(1/4)</vt:lpstr>
      <vt:lpstr>42:我的目睭欲舉高來向山(1/4)</vt:lpstr>
      <vt:lpstr>42:我的目睭欲舉高來向山(2/4)</vt:lpstr>
      <vt:lpstr>42:我的目睭欲舉高來向山(2/4)</vt:lpstr>
      <vt:lpstr>42:我的目睭欲舉高來向山(3/4)</vt:lpstr>
      <vt:lpstr>42:我的目睭欲舉高來向山(3/4)</vt:lpstr>
      <vt:lpstr>42:我的目睭欲舉高來向山(4/4)</vt:lpstr>
      <vt:lpstr>42:我的目睭欲舉高來向山(4/4)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啟應文7: 詩篇24</vt:lpstr>
      <vt:lpstr>啟應文7: 詩篇24</vt:lpstr>
      <vt:lpstr>啟應文7: 詩篇24</vt:lpstr>
      <vt:lpstr>啟應文7: 詩篇24</vt:lpstr>
      <vt:lpstr>啟應文7: 詩篇24</vt:lpstr>
      <vt:lpstr>啟應文7: 詩篇24</vt:lpstr>
      <vt:lpstr>啟應文7: 詩篇24</vt:lpstr>
      <vt:lpstr>啟應文7: 詩篇24</vt:lpstr>
      <vt:lpstr>啟應文7: 詩篇24</vt:lpstr>
      <vt:lpstr>PowerPoint Presentation</vt:lpstr>
      <vt:lpstr>PowerPoint Presentation</vt:lpstr>
      <vt:lpstr>我在此</vt:lpstr>
      <vt:lpstr>我在此</vt:lpstr>
      <vt:lpstr>我在此</vt:lpstr>
      <vt:lpstr>我在此</vt:lpstr>
      <vt:lpstr>我在此</vt:lpstr>
      <vt:lpstr>我在此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333:好膽好膽認基督(1/4)</vt:lpstr>
      <vt:lpstr>333:好膽好膽認基督(1/4)</vt:lpstr>
      <vt:lpstr>333:好膽好膽認基督(2/4)</vt:lpstr>
      <vt:lpstr>333:好膽好膽認基督(2/4)</vt:lpstr>
      <vt:lpstr>333:好膽好膽認基督(3/4)</vt:lpstr>
      <vt:lpstr>333:好膽好膽認基督(3/4)</vt:lpstr>
      <vt:lpstr>333:好膽好膽認基督(4/4)</vt:lpstr>
      <vt:lpstr>333:好膽好膽認基督(4/4)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553</cp:revision>
  <dcterms:created xsi:type="dcterms:W3CDTF">2020-10-09T17:40:37Z</dcterms:created>
  <dcterms:modified xsi:type="dcterms:W3CDTF">2026-08-08T13:29:48Z</dcterms:modified>
</cp:coreProperties>
</file>