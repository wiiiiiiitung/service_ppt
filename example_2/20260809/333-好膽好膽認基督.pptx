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48" r:id="rId1"/>
    <p:sldMasterId id="2147483660" r:id="rId2"/>
  </p:sldMasterIdLst>
  <p:notesMasterIdLst>
    <p:notesMasterId r:id="rId11"/>
  </p:notesMasterIdLst>
  <p:handoutMasterIdLst>
    <p:handoutMasterId r:id="rId12"/>
  </p:handoutMasterIdLst>
  <p:sldIdLst>
    <p:sldId id="590" r:id="rId3"/>
    <p:sldId id="591" r:id="rId4"/>
    <p:sldId id="592" r:id="rId5"/>
    <p:sldId id="593" r:id="rId6"/>
    <p:sldId id="594" r:id="rId7"/>
    <p:sldId id="595" r:id="rId8"/>
    <p:sldId id="597" r:id="rId9"/>
    <p:sldId id="596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5pPr>
    <a:lvl6pPr marL="22860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6pPr>
    <a:lvl7pPr marL="27432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7pPr>
    <a:lvl8pPr marL="32004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8pPr>
    <a:lvl9pPr marL="36576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07" autoAdjust="0"/>
    <p:restoredTop sz="87671" autoAdjust="0"/>
  </p:normalViewPr>
  <p:slideViewPr>
    <p:cSldViewPr>
      <p:cViewPr varScale="1">
        <p:scale>
          <a:sx n="111" d="100"/>
          <a:sy n="111" d="100"/>
        </p:scale>
        <p:origin x="1216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2478" y="-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DD4083E-8421-86C7-AABF-DA475E698DF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ea typeface="標楷體" pitchFamily="65" charset="-120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937B6E-05A0-B0A0-C3FA-1D3FA4DD697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ea typeface="標楷體" pitchFamily="65" charset="-120"/>
                <a:cs typeface="+mn-cs"/>
              </a:defRPr>
            </a:lvl1pPr>
          </a:lstStyle>
          <a:p>
            <a:pPr>
              <a:defRPr/>
            </a:pPr>
            <a:fld id="{037FC278-4F09-C24C-961D-4A05CA95F524}" type="datetimeFigureOut">
              <a:rPr lang="zh-TW" altLang="en-US"/>
              <a:pPr>
                <a:defRPr/>
              </a:pPr>
              <a:t>2026/8/8</a:t>
            </a:fld>
            <a:endParaRPr lang="zh-TW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BC66F6-1B2C-DE78-00E2-E444F54F0ED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ea typeface="標楷體" pitchFamily="65" charset="-120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F6C55B-47F8-964B-A6EB-135CAB71773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02AFB6A-03A9-974C-9A68-19BDCD8EDA03}" type="slidenum">
              <a:rPr lang="zh-TW" altLang="en-US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D62181DD-B04B-7EDC-BB70-91E239CCD03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A37AA3D4-03D7-6A6D-EDA6-DBB5517369B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1268" name="Rectangle 4">
            <a:extLst>
              <a:ext uri="{FF2B5EF4-FFF2-40B4-BE49-F238E27FC236}">
                <a16:creationId xmlns:a16="http://schemas.microsoft.com/office/drawing/2014/main" id="{4650AF34-E96F-F117-652E-4888EC4F695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EE43731F-569D-3BD0-6524-F5884BB6FB5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A6191B88-E5FF-8DD2-6F22-23BDBE2C727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3CDE03CB-5E93-D8DE-ACD0-C2891620B8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ea typeface="新細明體" panose="02020500000000000000" pitchFamily="18" charset="-120"/>
              </a:defRPr>
            </a:lvl1pPr>
          </a:lstStyle>
          <a:p>
            <a:fld id="{63056B48-8F51-6441-9DB7-D170E3C35D68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CDF63631-A789-B852-D9D5-6DAAB1F4B9C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71726487-601E-5F77-A1D9-301F18A636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Arial" panose="020B0604020202020204" pitchFamily="34" charset="0"/>
            </a:endParaRPr>
          </a:p>
        </p:txBody>
      </p:sp>
      <p:sp>
        <p:nvSpPr>
          <p:cNvPr id="12292" name="Slide Number Placeholder 3">
            <a:extLst>
              <a:ext uri="{FF2B5EF4-FFF2-40B4-BE49-F238E27FC236}">
                <a16:creationId xmlns:a16="http://schemas.microsoft.com/office/drawing/2014/main" id="{07A7236B-6EEF-92E5-881C-A19DEB0C79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1pPr>
            <a:lvl2pPr marL="742950" indent="-28575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2pPr>
            <a:lvl3pPr marL="11430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3pPr>
            <a:lvl4pPr marL="16002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4pPr>
            <a:lvl5pPr marL="20574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9pPr>
          </a:lstStyle>
          <a:p>
            <a:pPr eaLnBrk="1" hangingPunct="1"/>
            <a:fld id="{DE69ECBC-E07D-B24A-9994-D2E16CB4D11E}" type="slidenum">
              <a:rPr lang="en-US" altLang="zh-TW" sz="1200" b="0">
                <a:ea typeface="新細明體" panose="02020500000000000000" pitchFamily="18" charset="-120"/>
              </a:rPr>
              <a:pPr eaLnBrk="1" hangingPunct="1"/>
              <a:t>1</a:t>
            </a:fld>
            <a:endParaRPr lang="en-US" altLang="zh-TW" sz="1200" b="0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>
            <a:extLst>
              <a:ext uri="{FF2B5EF4-FFF2-40B4-BE49-F238E27FC236}">
                <a16:creationId xmlns:a16="http://schemas.microsoft.com/office/drawing/2014/main" id="{FF298D59-981A-2526-481E-5880B162F9B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315" name="Notes Placeholder 2">
            <a:extLst>
              <a:ext uri="{FF2B5EF4-FFF2-40B4-BE49-F238E27FC236}">
                <a16:creationId xmlns:a16="http://schemas.microsoft.com/office/drawing/2014/main" id="{4C1F7D39-4141-C56A-C9CA-CFD9A87004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Arial" panose="020B0604020202020204" pitchFamily="34" charset="0"/>
            </a:endParaRPr>
          </a:p>
        </p:txBody>
      </p:sp>
      <p:sp>
        <p:nvSpPr>
          <p:cNvPr id="13316" name="Slide Number Placeholder 3">
            <a:extLst>
              <a:ext uri="{FF2B5EF4-FFF2-40B4-BE49-F238E27FC236}">
                <a16:creationId xmlns:a16="http://schemas.microsoft.com/office/drawing/2014/main" id="{8CA9A2C6-8D49-4799-56E6-B9811E9368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1pPr>
            <a:lvl2pPr marL="742950" indent="-28575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2pPr>
            <a:lvl3pPr marL="11430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3pPr>
            <a:lvl4pPr marL="16002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4pPr>
            <a:lvl5pPr marL="20574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9pPr>
          </a:lstStyle>
          <a:p>
            <a:pPr eaLnBrk="1" hangingPunct="1"/>
            <a:fld id="{B9339FDE-7EC4-C64E-9261-5FC7B25F593E}" type="slidenum">
              <a:rPr lang="en-US" altLang="zh-TW" sz="1200" b="0">
                <a:ea typeface="新細明體" panose="02020500000000000000" pitchFamily="18" charset="-120"/>
              </a:rPr>
              <a:pPr eaLnBrk="1" hangingPunct="1"/>
              <a:t>2</a:t>
            </a:fld>
            <a:endParaRPr lang="en-US" altLang="zh-TW" sz="1200" b="0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>
            <a:extLst>
              <a:ext uri="{FF2B5EF4-FFF2-40B4-BE49-F238E27FC236}">
                <a16:creationId xmlns:a16="http://schemas.microsoft.com/office/drawing/2014/main" id="{9C05E36C-7A40-6985-C48A-E868E68895F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>
            <a:extLst>
              <a:ext uri="{FF2B5EF4-FFF2-40B4-BE49-F238E27FC236}">
                <a16:creationId xmlns:a16="http://schemas.microsoft.com/office/drawing/2014/main" id="{57070346-F205-73FE-1087-F0B4B06D61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Arial" panose="020B0604020202020204" pitchFamily="34" charset="0"/>
            </a:endParaRPr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A1135806-2317-38F8-08CC-F226BCB938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1pPr>
            <a:lvl2pPr marL="742950" indent="-28575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2pPr>
            <a:lvl3pPr marL="11430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3pPr>
            <a:lvl4pPr marL="16002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4pPr>
            <a:lvl5pPr marL="20574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9pPr>
          </a:lstStyle>
          <a:p>
            <a:pPr eaLnBrk="1" hangingPunct="1"/>
            <a:fld id="{F92A6AEF-1A6D-F847-985A-2248A5D5FF8C}" type="slidenum">
              <a:rPr lang="en-US" altLang="zh-TW" sz="1200" b="0">
                <a:ea typeface="新細明體" panose="02020500000000000000" pitchFamily="18" charset="-120"/>
              </a:rPr>
              <a:pPr eaLnBrk="1" hangingPunct="1"/>
              <a:t>3</a:t>
            </a:fld>
            <a:endParaRPr lang="en-US" altLang="zh-TW" sz="1200" b="0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E9EE227B-7AC4-074F-0BCA-AB03A574D6F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B0030FA9-D928-A20E-C85C-D83EB1541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Arial" panose="020B0604020202020204" pitchFamily="34" charset="0"/>
            </a:endParaRPr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268141D7-ABD6-43F0-45CB-955268D341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1pPr>
            <a:lvl2pPr marL="742950" indent="-28575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2pPr>
            <a:lvl3pPr marL="11430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3pPr>
            <a:lvl4pPr marL="16002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4pPr>
            <a:lvl5pPr marL="20574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9pPr>
          </a:lstStyle>
          <a:p>
            <a:pPr eaLnBrk="1" hangingPunct="1"/>
            <a:fld id="{3AFDF8B1-D3BC-984C-B775-F78A17978692}" type="slidenum">
              <a:rPr lang="en-US" altLang="zh-TW" sz="1200" b="0">
                <a:ea typeface="新細明體" panose="02020500000000000000" pitchFamily="18" charset="-120"/>
              </a:rPr>
              <a:pPr eaLnBrk="1" hangingPunct="1"/>
              <a:t>4</a:t>
            </a:fld>
            <a:endParaRPr lang="en-US" altLang="zh-TW" sz="1200" b="0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9756C24D-821A-D585-DCE3-84932B85BF7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EE9CEE87-1A78-A25F-8C27-5D82B42874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Arial" panose="020B0604020202020204" pitchFamily="34" charset="0"/>
            </a:endParaRPr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C9EFB635-0ECC-BA61-AFA7-9AD30BFF7F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1pPr>
            <a:lvl2pPr marL="742950" indent="-28575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2pPr>
            <a:lvl3pPr marL="11430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3pPr>
            <a:lvl4pPr marL="16002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4pPr>
            <a:lvl5pPr marL="20574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9pPr>
          </a:lstStyle>
          <a:p>
            <a:pPr eaLnBrk="1" hangingPunct="1"/>
            <a:fld id="{BBA0F52E-7118-B840-AB38-B300998D5F82}" type="slidenum">
              <a:rPr lang="en-US" altLang="zh-TW" sz="1200" b="0">
                <a:ea typeface="新細明體" panose="02020500000000000000" pitchFamily="18" charset="-120"/>
              </a:rPr>
              <a:pPr eaLnBrk="1" hangingPunct="1"/>
              <a:t>5</a:t>
            </a:fld>
            <a:endParaRPr lang="en-US" altLang="zh-TW" sz="1200" b="0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>
            <a:extLst>
              <a:ext uri="{FF2B5EF4-FFF2-40B4-BE49-F238E27FC236}">
                <a16:creationId xmlns:a16="http://schemas.microsoft.com/office/drawing/2014/main" id="{F297287E-AEAC-3479-6145-73BAB3EF403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11" name="Notes Placeholder 2">
            <a:extLst>
              <a:ext uri="{FF2B5EF4-FFF2-40B4-BE49-F238E27FC236}">
                <a16:creationId xmlns:a16="http://schemas.microsoft.com/office/drawing/2014/main" id="{214D2937-A090-ABDD-D07A-85827704FF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Arial" panose="020B0604020202020204" pitchFamily="34" charset="0"/>
            </a:endParaRPr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F6644DF4-52C6-C401-D82F-13A768227F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1pPr>
            <a:lvl2pPr marL="742950" indent="-28575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2pPr>
            <a:lvl3pPr marL="11430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3pPr>
            <a:lvl4pPr marL="16002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4pPr>
            <a:lvl5pPr marL="20574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9pPr>
          </a:lstStyle>
          <a:p>
            <a:pPr eaLnBrk="1" hangingPunct="1"/>
            <a:fld id="{AF1C4B34-1A3C-AC4B-873D-B09514B2B4D7}" type="slidenum">
              <a:rPr lang="en-US" altLang="zh-TW" sz="1200" b="0">
                <a:ea typeface="新細明體" panose="02020500000000000000" pitchFamily="18" charset="-120"/>
              </a:rPr>
              <a:pPr eaLnBrk="1" hangingPunct="1"/>
              <a:t>6</a:t>
            </a:fld>
            <a:endParaRPr lang="en-US" altLang="zh-TW" sz="1200" b="0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>
            <a:extLst>
              <a:ext uri="{FF2B5EF4-FFF2-40B4-BE49-F238E27FC236}">
                <a16:creationId xmlns:a16="http://schemas.microsoft.com/office/drawing/2014/main" id="{2A9F6832-E414-20E4-0326-D56E2032BC8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>
            <a:extLst>
              <a:ext uri="{FF2B5EF4-FFF2-40B4-BE49-F238E27FC236}">
                <a16:creationId xmlns:a16="http://schemas.microsoft.com/office/drawing/2014/main" id="{CF2AF774-AB78-FF92-5EFC-DBFBAD7212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Arial" panose="020B0604020202020204" pitchFamily="34" charset="0"/>
            </a:endParaRPr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E9F509D0-AD6C-C3A0-2A87-D63E9BF772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1pPr>
            <a:lvl2pPr marL="742950" indent="-28575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2pPr>
            <a:lvl3pPr marL="11430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3pPr>
            <a:lvl4pPr marL="16002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4pPr>
            <a:lvl5pPr marL="20574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9pPr>
          </a:lstStyle>
          <a:p>
            <a:pPr eaLnBrk="1" hangingPunct="1"/>
            <a:fld id="{0FC0696D-4EDC-CC4E-8358-D46BAED9FB96}" type="slidenum">
              <a:rPr lang="en-US" altLang="zh-TW" sz="1200" b="0">
                <a:ea typeface="新細明體" panose="02020500000000000000" pitchFamily="18" charset="-120"/>
              </a:rPr>
              <a:pPr eaLnBrk="1" hangingPunct="1"/>
              <a:t>7</a:t>
            </a:fld>
            <a:endParaRPr lang="en-US" altLang="zh-TW" sz="1200" b="0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:a16="http://schemas.microsoft.com/office/drawing/2014/main" id="{D58A523E-D71F-F570-08C2-F9C9B9318A9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459" name="Notes Placeholder 2">
            <a:extLst>
              <a:ext uri="{FF2B5EF4-FFF2-40B4-BE49-F238E27FC236}">
                <a16:creationId xmlns:a16="http://schemas.microsoft.com/office/drawing/2014/main" id="{21D3F4CB-56F7-4859-2D6A-F28F038CCF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Arial" panose="020B0604020202020204" pitchFamily="34" charset="0"/>
            </a:endParaRPr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46AED02A-A642-2B4D-2A7A-CF93C1A5FC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1pPr>
            <a:lvl2pPr marL="742950" indent="-28575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2pPr>
            <a:lvl3pPr marL="11430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3pPr>
            <a:lvl4pPr marL="16002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4pPr>
            <a:lvl5pPr marL="20574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9pPr>
          </a:lstStyle>
          <a:p>
            <a:pPr eaLnBrk="1" hangingPunct="1"/>
            <a:fld id="{38E6E009-2BD2-E843-B55F-09735FD990AB}" type="slidenum">
              <a:rPr lang="en-US" altLang="zh-TW" sz="1200" b="0">
                <a:ea typeface="新細明體" panose="02020500000000000000" pitchFamily="18" charset="-120"/>
              </a:rPr>
              <a:pPr eaLnBrk="1" hangingPunct="1"/>
              <a:t>8</a:t>
            </a:fld>
            <a:endParaRPr lang="en-US" altLang="zh-TW" sz="1200" b="0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9144000" cy="1143000"/>
          </a:xfrm>
        </p:spPr>
        <p:txBody>
          <a:bodyPr/>
          <a:lstStyle>
            <a:lvl1pPr algn="ctr">
              <a:defRPr sz="4000"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7492651-B1D0-3CFF-8815-F6ABE542514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70D64DB-CD57-6363-FD56-18A13143C1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828FC0A-1A72-CB89-7E7A-277722CEDD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C54D727-A8D4-AB4D-9189-139C9B71DF95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43091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E486C043-B1D6-C82A-F489-B92A91E37CA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D98FF16-9708-9E5A-FBA2-75DC0BC2D2C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09F1200-ECDB-614E-F3F4-920FF9E695F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C19BC8-8EEF-1C48-8FDE-99B97D8A1057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45892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9144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2909077-9930-811F-0AF5-D6C37B2005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0C936FE-FFCA-08E9-1494-7111824C533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65AF8E6-3E42-5208-EFF9-94706F0D8F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FCFD75D-4291-BE4F-A4EC-552A23ADE7DA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56184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E990C5A-C3E4-0D78-A2CA-95D93D6734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CD40A28-CCEE-D98F-F819-FBE3C4ABDD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A02F78D-EFAA-99C0-8479-9F1CB767E99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A0C5982-CA88-2680-F303-6B26C99B2AC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CB71DC5-76C0-DC8A-C4D5-FB0A5994860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ea typeface="新細明體" panose="02020500000000000000" pitchFamily="18" charset="-120"/>
              </a:defRPr>
            </a:lvl1pPr>
          </a:lstStyle>
          <a:p>
            <a:fld id="{EB3B046E-2536-BB46-943C-9E7CC60B8AAA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7428D12A-6325-D379-9472-7375666717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FB88C9DC-B37D-BC4E-AB71-B785B9A807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5E2A6BF-BE1D-2272-DA7E-A09DA0FC915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6EE9401-B0B9-8AA4-2977-D1F1849C12F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9396499-C182-5993-A2D7-92380F6E729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ea typeface="新細明體" panose="02020500000000000000" pitchFamily="18" charset="-120"/>
              </a:defRPr>
            </a:lvl1pPr>
          </a:lstStyle>
          <a:p>
            <a:fld id="{AE0FDEFB-9A19-3E41-A201-C8593F272AFD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9EF73556-54A4-D00C-DF09-A0DBBE72F8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333: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好膽好膽認基督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(1/4)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BFD64760-25EC-EADD-002F-BF98DB72B4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好膽好膽認基督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咱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被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(hō͘  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耶穌救贖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戰旗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舉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(kia̍h)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高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又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(koh)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奮志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不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(m̄)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准祂名受辱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B896E4E4-6092-98AC-B737-D60227B2A7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333: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好膽好膽認基督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(1/4)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EB13BB58-2445-ACAC-700D-25C6751C7B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主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(chhōa)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軍兵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當</a:t>
            </a: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隨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(tio̍h  tè)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直到對敵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降服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(hâng-ho̍k)</a:t>
            </a:r>
            <a:endParaRPr lang="en-US" altLang="zh-TW" sz="320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定著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(tiāⁿ-tio̍h)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連連能得勝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萬國攏歸基督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2003A95-9007-E276-2030-4DD605486F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333: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好膽好膽認基督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(2/4)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C5C93A3B-8351-4741-7F8F-0F4F5AE539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好膽好膽認基督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號頭的聲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(teh)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迫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今日是主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(teh)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交戰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今日攻破對敵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DF35AC8-B233-78D6-148E-8B6ECC499E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333: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好膽好膽認基督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(2/4)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BEB8A6AA-A2DC-A176-9EB0-9801B36B08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仇讎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(kiû-siû)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兇惡免驚他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基督的兵較贏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戰場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愈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(ná)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險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愈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(ná)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堅固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心智益發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勇健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(ióng-kiāⁿ)</a:t>
            </a:r>
            <a:endParaRPr lang="en-US" altLang="zh-TW" sz="320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7A88378-4C4D-BBFA-DB06-336B95D9EC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333: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好膽好膽認基督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(3/4)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9B50252A-2BA4-1233-DBB7-07DD4FA93B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好膽好膽認基督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一</a:t>
            </a:r>
            <a:r>
              <a:rPr lang="en-US" altLang="zh-TW" sz="28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(it)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心靠主能力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血氣的力真不足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靠自己無利益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80909FCC-4695-724C-865B-99764D33C5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333: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好膽好膽認基督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(3/4)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5A1CADB7-B28F-6FD5-967E-6FA03AD66F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著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(tio̍h)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穿福音的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盔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(khoe)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甲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儆醒祈禱無息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遇著危險無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縮慄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(iún-neh)</a:t>
            </a:r>
            <a:endParaRPr lang="en-US" altLang="zh-TW" sz="320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莫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(bo̍h)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嫌艱苦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服勞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(tio̍h-bôa)</a:t>
            </a:r>
            <a:endParaRPr lang="en-US" altLang="zh-TW" sz="3200" u="sng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2250145C-2B0F-9818-9F45-966527C784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333: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好膽好膽認基督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(4/4)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BF6A217A-0DEA-91D7-452D-7100D0F6C4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好膽好膽認基督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交戰無久能息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今日艱苦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拋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(phe)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性命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明日得勝唱歌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6822C5B2-B1A1-6152-64A3-B324360E59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333: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好膽好膽認基督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(4/4)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7F58D53C-F2B0-2CE7-23FE-D843BAD3ED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到尾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凡若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(kìⁿ-nā)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有得勝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得永活冕旒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亦</a:t>
            </a: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與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(ia̍h  kap)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榮光的君王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福氣永遠享受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阿們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9668</TotalTime>
  <Words>349</Words>
  <Application>Microsoft Macintosh PowerPoint</Application>
  <PresentationFormat>On-screen Show (4:3)</PresentationFormat>
  <Paragraphs>49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標楷體</vt:lpstr>
      <vt:lpstr>新細明體</vt:lpstr>
      <vt:lpstr>Default Design</vt:lpstr>
      <vt:lpstr>1_Default Design</vt:lpstr>
      <vt:lpstr>333:好膽好膽認基督(1/4)</vt:lpstr>
      <vt:lpstr>333:好膽好膽認基督(1/4)</vt:lpstr>
      <vt:lpstr>333:好膽好膽認基督(2/4)</vt:lpstr>
      <vt:lpstr>333:好膽好膽認基督(2/4)</vt:lpstr>
      <vt:lpstr>333:好膽好膽認基督(3/4)</vt:lpstr>
      <vt:lpstr>333:好膽好膽認基督(3/4)</vt:lpstr>
      <vt:lpstr>333:好膽好膽認基督(4/4)</vt:lpstr>
      <vt:lpstr>333:好膽好膽認基督(4/4)</vt:lpstr>
    </vt:vector>
  </TitlesOfParts>
  <Company>The Reformed Church of Newtown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taiwanese</dc:creator>
  <cp:lastModifiedBy>Joseph Chen</cp:lastModifiedBy>
  <cp:revision>397</cp:revision>
  <dcterms:created xsi:type="dcterms:W3CDTF">2007-02-04T16:15:54Z</dcterms:created>
  <dcterms:modified xsi:type="dcterms:W3CDTF">2026-08-08T04:45:19Z</dcterms:modified>
</cp:coreProperties>
</file>