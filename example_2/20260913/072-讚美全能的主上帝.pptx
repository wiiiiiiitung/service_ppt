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544" r:id="rId3"/>
    <p:sldId id="549" r:id="rId4"/>
    <p:sldId id="545" r:id="rId5"/>
    <p:sldId id="550" r:id="rId6"/>
    <p:sldId id="546" r:id="rId7"/>
    <p:sldId id="551" r:id="rId8"/>
    <p:sldId id="547" r:id="rId9"/>
    <p:sldId id="548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BA760F-BDC6-F81D-DA54-28A654F016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4707F-C7EA-4341-DFC4-E77772A846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855E2AA8-4978-A64D-BDA3-6775B39FD2DE}" type="datetimeFigureOut">
              <a:rPr lang="zh-TW" altLang="en-US"/>
              <a:pPr>
                <a:defRPr/>
              </a:pPr>
              <a:t>2026/9/12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0B1D6-80D6-0BE3-EBC8-F1CD8EDBEC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E54B9-BA33-BCE3-75BF-DDE416DBD3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DF1A87C-BAB1-9B45-9573-A3E96EE90B43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C6B4981-5A4C-82CF-8B07-84BD7D9715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2BF6BA9-153C-3D93-891D-1661C91295F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D244F36E-65F5-4119-0E66-5F4CBA97C81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0FE8C57-DC59-0D27-9F35-2CEAF90132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0990FD65-5604-882F-3362-90EB8E9E4F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F006530-95C7-E2B9-C57E-ABD03B429D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9D4D2F03-71B0-FC4E-88EF-9301234DDF1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6A19C4-1DCD-9C87-DD37-E043C6C405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1F7422-91E9-31B6-752C-7752132B54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D71921-AEB4-DBEE-02B3-74C33395B4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645138-ABC6-364F-B6AF-B87B9F93E3E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190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32B0986-E0A8-C986-A80C-2E3B7D35BC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E72D98-F16E-F49A-A65F-29FC97E3C3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8BB80ED-731A-F4D5-DC1D-FAF0916426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958E72-0770-3742-A202-1A90971A8DF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8915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F71DDB-4C17-849C-15AC-2CD7BD15FE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41A2A7-281A-B131-64E3-4CFFA0CE11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94AF57-94C7-A7D4-393F-ADB89DB0C6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630CC5-1E05-A241-BF22-01BA0E463B0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9556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A40437F-2782-ECE9-D00C-1111ADAC0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339DAFC-E343-11C4-3D03-06E7D66D4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DE8E4A-487C-4E39-B431-A0F0403A203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C1147D6-2796-EDDD-92E1-8815D6C35AB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ACAA83-8E1E-5196-3FD4-5ECB4E83A4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19D26534-3DBE-CC4D-84E5-B53C2506A294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DE4AFC3-45FD-5D04-B12A-412D21BC7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CCCB88C-7301-A0AC-6CA8-A9F21E8420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C24908B-50E9-75C5-7397-F8F5022580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C45B83E-A8C8-F48F-8A5B-7FCADC5403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6C3FF9-1BF6-86E6-9626-CA0AC48428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CBF0E334-CB89-F942-B410-849AC4F5A10F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4423422-F5C8-7998-DDDA-95FB5D239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 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2F7FBD16-0E4C-4A5F-CFED-4EE271C95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造化的大君王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祂做你大氣力拯救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你當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尊崇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35B8EC54-324C-D339-FB87-03B65FF4F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 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160F8E56-4129-C18A-8DAC-1F446AB30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聽見的人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進入祂的聖殿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我同心歡喜稱讚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EBB19333-0177-8E48-A58D-52F86BF75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 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5C490B51-C15A-B21D-9791-DDFB789CF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萬物的主上帝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管理實在奇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ī</a:t>
            </a:r>
            <a:r>
              <a:rPr lang="nl-NL" altLang="zh-TW" sz="3200" baseline="30000">
                <a:latin typeface="Arial" panose="020B0604020202020204" pitchFamily="34" charset="0"/>
                <a:ea typeface="標楷體" panose="03000509000000000000" pitchFamily="49" charset="-120"/>
              </a:rPr>
              <a:t>n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)!</a:t>
            </a:r>
            <a:endParaRPr lang="zh-TW" altLang="en-US" sz="32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保護照顧你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受害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軟弱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主扶持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928739DD-16A0-C166-C744-A1AA14153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 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C6DA5429-2FBB-8E4A-B878-2D704F672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(kiám)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無看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心內所欣慕的事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照祂命令得著賞賜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67BA0425-C8E8-9365-9C0B-78E32F17B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 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0FE2C1D3-819E-6E79-3D10-4F26730AB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你工作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興旺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保護你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祂的慈愛與憐憫穩當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常常看顧你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82834C8E-7B4C-D106-F9DC-E8110AE48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 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DAE6F824-971D-D678-573B-1EE8277A3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重新來想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主若作你的朋友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全能的手能扶助你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EA157CC6-9D61-AD05-8EB4-12F49D75E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 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26092B94-6FC7-69A4-6FAA-588CA99297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我當盡力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祂大權能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世間眾人攏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o-ló  ti)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祂面前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D6B28DEA-777B-779C-777B-22D0DE55C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讚美全能的主上帝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 </a:t>
            </a:r>
          </a:p>
        </p:txBody>
      </p:sp>
      <p:sp>
        <p:nvSpPr>
          <p:cNvPr id="10243" name="Rectangle 5">
            <a:extLst>
              <a:ext uri="{FF2B5EF4-FFF2-40B4-BE49-F238E27FC236}">
                <a16:creationId xmlns:a16="http://schemas.microsoft.com/office/drawing/2014/main" id="{0D88D290-07E5-05C9-4A56-26DC7714C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吟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(gîm)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講阿們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救主榮光大顯現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祂的恩典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9455</TotalTime>
  <Words>296</Words>
  <Application>Microsoft Macintosh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標楷體</vt:lpstr>
      <vt:lpstr>新細明體</vt:lpstr>
      <vt:lpstr>Default Design</vt:lpstr>
      <vt:lpstr>1_Default Design</vt:lpstr>
      <vt:lpstr>72:讚美全能的主上帝(1/4) </vt:lpstr>
      <vt:lpstr>72:讚美全能的主上帝(1/4) </vt:lpstr>
      <vt:lpstr>72:讚美全能的主上帝(2/4) </vt:lpstr>
      <vt:lpstr>72:讚美全能的主上帝(2/4) </vt:lpstr>
      <vt:lpstr>72:讚美全能的主上帝(3/4) </vt:lpstr>
      <vt:lpstr>72:讚美全能的主上帝(3/4) </vt:lpstr>
      <vt:lpstr>72:讚美全能的主上帝(4/4) </vt:lpstr>
      <vt:lpstr>72:讚美全能的主上帝(4/4) 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377</cp:revision>
  <dcterms:created xsi:type="dcterms:W3CDTF">2007-02-04T16:15:54Z</dcterms:created>
  <dcterms:modified xsi:type="dcterms:W3CDTF">2026-09-12T11:09:41Z</dcterms:modified>
</cp:coreProperties>
</file>