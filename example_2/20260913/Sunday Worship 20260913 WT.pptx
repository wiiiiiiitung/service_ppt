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9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2865" r:id="rId17"/>
    <p:sldId id="2866" r:id="rId18"/>
    <p:sldId id="2867" r:id="rId19"/>
    <p:sldId id="2868" r:id="rId20"/>
    <p:sldId id="2869" r:id="rId21"/>
    <p:sldId id="2870" r:id="rId22"/>
    <p:sldId id="2871" r:id="rId23"/>
    <p:sldId id="2872" r:id="rId24"/>
    <p:sldId id="2873" r:id="rId25"/>
    <p:sldId id="2874" r:id="rId26"/>
    <p:sldId id="2875" r:id="rId27"/>
    <p:sldId id="2876" r:id="rId28"/>
    <p:sldId id="2877" r:id="rId29"/>
    <p:sldId id="2878" r:id="rId30"/>
    <p:sldId id="2879" r:id="rId31"/>
    <p:sldId id="2880" r:id="rId32"/>
    <p:sldId id="2881" r:id="rId33"/>
    <p:sldId id="2882" r:id="rId34"/>
    <p:sldId id="2883" r:id="rId35"/>
    <p:sldId id="2884" r:id="rId36"/>
    <p:sldId id="2885" r:id="rId37"/>
    <p:sldId id="2886" r:id="rId38"/>
    <p:sldId id="2887" r:id="rId39"/>
    <p:sldId id="2888" r:id="rId40"/>
    <p:sldId id="2889" r:id="rId41"/>
    <p:sldId id="2890" r:id="rId42"/>
    <p:sldId id="2891" r:id="rId43"/>
    <p:sldId id="2892" r:id="rId44"/>
    <p:sldId id="2893" r:id="rId45"/>
    <p:sldId id="2894" r:id="rId46"/>
    <p:sldId id="2895" r:id="rId47"/>
    <p:sldId id="2896" r:id="rId48"/>
    <p:sldId id="2897" r:id="rId49"/>
    <p:sldId id="2898" r:id="rId50"/>
    <p:sldId id="2899" r:id="rId51"/>
    <p:sldId id="2900" r:id="rId52"/>
    <p:sldId id="2901" r:id="rId53"/>
    <p:sldId id="2902" r:id="rId54"/>
    <p:sldId id="2903" r:id="rId55"/>
    <p:sldId id="2904" r:id="rId56"/>
    <p:sldId id="2905" r:id="rId57"/>
    <p:sldId id="2906" r:id="rId58"/>
    <p:sldId id="2907" r:id="rId59"/>
    <p:sldId id="2908" r:id="rId60"/>
    <p:sldId id="2909" r:id="rId61"/>
    <p:sldId id="2910" r:id="rId62"/>
    <p:sldId id="2911" r:id="rId63"/>
    <p:sldId id="2912" r:id="rId64"/>
    <p:sldId id="2913" r:id="rId65"/>
    <p:sldId id="2914" r:id="rId66"/>
    <p:sldId id="2915" r:id="rId67"/>
    <p:sldId id="2916" r:id="rId68"/>
    <p:sldId id="2917" r:id="rId69"/>
    <p:sldId id="2918" r:id="rId70"/>
    <p:sldId id="2919" r:id="rId71"/>
    <p:sldId id="2920" r:id="rId72"/>
    <p:sldId id="2921" r:id="rId73"/>
    <p:sldId id="2922" r:id="rId74"/>
    <p:sldId id="2923" r:id="rId75"/>
    <p:sldId id="2924" r:id="rId76"/>
    <p:sldId id="2925" r:id="rId77"/>
    <p:sldId id="2926" r:id="rId78"/>
    <p:sldId id="2927" r:id="rId79"/>
    <p:sldId id="2928" r:id="rId80"/>
    <p:sldId id="2929" r:id="rId81"/>
    <p:sldId id="2930" r:id="rId82"/>
    <p:sldId id="2931" r:id="rId83"/>
    <p:sldId id="2932" r:id="rId84"/>
    <p:sldId id="2933" r:id="rId85"/>
    <p:sldId id="2934" r:id="rId86"/>
    <p:sldId id="2935" r:id="rId87"/>
    <p:sldId id="2936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742" autoAdjust="0"/>
    <p:restoredTop sz="94660"/>
  </p:normalViewPr>
  <p:slideViewPr>
    <p:cSldViewPr snapToGrid="0">
      <p:cViewPr varScale="1">
        <p:scale>
          <a:sx n="51" d="100"/>
          <a:sy n="51" d="100"/>
        </p:scale>
        <p:origin x="216" y="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90" Type="http://schemas.openxmlformats.org/officeDocument/2006/relationships/commentAuthors" Target="commentAuthors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4423422-F5C8-7998-DDDA-95FB5D239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 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2F7FBD16-0E4C-4A5F-CFED-4EE271C95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造化的大君王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祂做你大氣力拯救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你當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尊崇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35B8EC54-324C-D339-FB87-03B65FF4F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 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160F8E56-4129-C18A-8DAC-1F446AB30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聽見的人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進入祂的聖殿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我同心歡喜稱讚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EBB19333-0177-8E48-A58D-52F86BF75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 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5C490B51-C15A-B21D-9791-DDFB789CF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萬物的主上帝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管理實在奇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ī</a:t>
            </a:r>
            <a:r>
              <a:rPr lang="nl-NL" altLang="zh-TW" sz="3200" baseline="30000">
                <a:latin typeface="Arial" panose="020B0604020202020204" pitchFamily="34" charset="0"/>
                <a:ea typeface="標楷體" panose="03000509000000000000" pitchFamily="49" charset="-120"/>
              </a:rPr>
              <a:t>n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)!</a:t>
            </a:r>
            <a:endParaRPr lang="zh-TW" altLang="en-US" sz="32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保護照顧你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受害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軟弱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主扶持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928739DD-16A0-C166-C744-A1AA14153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 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C6DA5429-2FBB-8E4A-B878-2D704F672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(kiám)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無看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心內所欣慕的事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照祂命令得著賞賜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67BA0425-C8E8-9365-9C0B-78E32F17B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 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0FE2C1D3-819E-6E79-3D10-4F26730AB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你工作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興旺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保護你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祂的慈愛與憐憫穩當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常常看顧你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82834C8E-7B4C-D106-F9DC-E8110AE48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 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DAE6F824-971D-D678-573B-1EE8277A3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重新來想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主若作你的朋友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全能的手能扶助你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EA157CC6-9D61-AD05-8EB4-12F49D75E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 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26092B94-6FC7-69A4-6FAA-588CA99297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我當盡力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祂大權能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世間眾人攏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o-ló  ti)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祂面前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D6B28DEA-777B-779C-777B-22D0DE55C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 </a:t>
            </a:r>
          </a:p>
        </p:txBody>
      </p:sp>
      <p:sp>
        <p:nvSpPr>
          <p:cNvPr id="10243" name="Rectangle 5">
            <a:extLst>
              <a:ext uri="{FF2B5EF4-FFF2-40B4-BE49-F238E27FC236}">
                <a16:creationId xmlns:a16="http://schemas.microsoft.com/office/drawing/2014/main" id="{0D88D290-07E5-05C9-4A56-26DC7714C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吟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(gîm)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講阿們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救主榮光大顯現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祂的恩典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F4F9D71-487A-2DBE-BC7A-6D3990EC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83E69CE-3347-DB58-9649-648E91980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上帝是阮逃閃的所在及氣力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亦是患難中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ki̍p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時的幫助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所以地雖然變遷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山雖然搖動到海中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5A2CAC0-6269-3B0C-FF42-1ECFD0B0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950677-7FBA-31D5-93A4-73AD42D35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其中的水雖然嘩嘩吼抬湧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山雖然因為海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tiòng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搖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泏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choah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阮亦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無驚.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0B6DEEE-95AE-4C14-BAB2-A629BE61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ADBADB5-3AEC-E750-AE03-E8B933205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68566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有一條河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它的開叉使上帝的城歡喜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就是至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koâi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起聖的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所在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1D2F328-EC32-088D-504F-A4F3E139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13BC6EF-58AF-0A5C-997E-264626E77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上帝在彼中間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城的確不搖動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昲光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phú-kng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  <a:cs typeface="Arial" panose="020B0604020202020204" pitchFamily="34" charset="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幫助它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6A4FC7F-9D27-2514-2459-57AA4C43A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D834878-361B-A9A5-8904-F57CDE701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異邦嘩嘩吼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列國搖動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上帝出祂的聲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地就消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鎔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iû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  <a:cs typeface="Arial" panose="020B0604020202020204" pitchFamily="34" charset="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3E7AA32-9C5A-2D12-7667-EE6006FB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2D72EA5-13C4-C1C5-77CF-9567CBB31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66800"/>
            <a:ext cx="12192000" cy="57912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萬軍的耶和華與阮在的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雅各的上帝做阮的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(koâiⁿ)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臺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來看耶和華的所做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ct val="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看祂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荒廢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(hong-hòe)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到怎樣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CD378E3-AF90-A543-77EE-189D7424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3966545-4CA0-AE0D-3ED5-77E82FAD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祂使交戰息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到於地極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抑折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(at-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chih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弓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斬斷槍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將戰車燒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火中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EFAA5F8-0AF9-7EA1-8C3C-88A1ED73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5C1BA6C-DAD8-92D1-1D2E-B913DA0AC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66800"/>
            <a:ext cx="12192000" cy="57912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恁當定定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當知我是上帝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在列邦中做高大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受尊做大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萬軍的耶和華與阮在的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雅各的上帝做阮的高臺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至聖之神惦佇我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至聖之神惦佇我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至聖之神惦佇我</a:t>
            </a:r>
          </a:p>
          <a:p>
            <a:r>
              <a:t>使我學耶穌來活</a:t>
            </a:r>
          </a:p>
          <a:p>
            <a:r>
              <a:t>平安愛疼充滿我</a:t>
            </a:r>
          </a:p>
          <a:p>
            <a:r>
              <a:t>喔-使我溫柔如鴿子</a:t>
            </a:r>
          </a:p>
          <a:p>
            <a:r>
              <a:t>愈行愈親像耶稣</a:t>
            </a:r>
          </a:p>
          <a:p>
            <a:r>
              <a:t>當我行世間路途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至聖之神惦佇我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心神謙卑我所愛</a:t>
            </a:r>
          </a:p>
          <a:p>
            <a:r>
              <a:t>至聖之神請入來</a:t>
            </a:r>
          </a:p>
          <a:p>
            <a:r>
              <a:t>愈祈禱愈愛耶穌</a:t>
            </a:r>
          </a:p>
          <a:p>
            <a:r>
              <a:t>愈愛耶穌</a:t>
            </a:r>
          </a:p>
          <a:p>
            <a:r>
              <a:t>日日愈親像耶穌</a:t>
            </a:r>
          </a:p>
          <a:p>
            <a:r>
              <a:t>愈親像耶穌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至聖之神惦佇我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祂欲教我活之路</a:t>
            </a:r>
          </a:p>
          <a:p>
            <a:r>
              <a:t>敎我活之路</a:t>
            </a:r>
          </a:p>
          <a:p>
            <a:r>
              <a:t>赦免我歪斜路途</a:t>
            </a:r>
          </a:p>
          <a:p>
            <a:r>
              <a:t>赦免我</a:t>
            </a:r>
          </a:p>
          <a:p>
            <a:r>
              <a:t>出佇祂受恩換新</a:t>
            </a:r>
          </a:p>
          <a:p>
            <a:r>
              <a:t>受恩換新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至聖之神惦佇我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祂之愛安我心神</a:t>
            </a:r>
          </a:p>
          <a:p>
            <a:r>
              <a:t>安我心神</a:t>
            </a:r>
          </a:p>
          <a:p>
            <a:r>
              <a:t>我猶原充滿信心</a:t>
            </a:r>
          </a:p>
          <a:p>
            <a:r>
              <a:t>我愛充滿信心</a:t>
            </a:r>
          </a:p>
          <a:p>
            <a:r>
              <a:t>至聖之神惦佇我</a:t>
            </a:r>
          </a:p>
          <a:p>
            <a:r>
              <a:t>至聖之神惦佇我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6FFFF"/>
                </a:solidFill>
                <a:latin typeface="DFKai-SB"/>
              </a:rPr>
              <a:t>經文</a:t>
            </a:r>
          </a:p>
          <a:p>
            <a:pPr algn="ctr"/>
            <a:r>
              <a:rPr sz="7200" b="1">
                <a:latin typeface="DFKai-SB"/>
              </a:rPr>
              <a:t>以斯帖記 5:1~14</a:t>
            </a:r>
          </a:p>
          <a:p>
            <a:pPr algn="ctr"/>
            <a:r>
              <a:rPr sz="5400" b="1">
                <a:latin typeface="標楷體"/>
              </a:rPr>
              <a:t>(舊約第</a:t>
            </a:r>
            <a:r>
              <a:rPr sz="5400" b="1">
                <a:solidFill>
                  <a:srgbClr val="FFFF00"/>
                </a:solidFill>
                <a:latin typeface="標楷體"/>
              </a:rPr>
              <a:t>621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5:1~14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1.第三日，以斯帖穿上朝服，進王宮的
  </a:t>
            </a:r>
            <a:r>
              <a:rPr sz="5400" b="1" dirty="0" err="1">
                <a:latin typeface="DFKai-SB"/>
              </a:rPr>
              <a:t>內院，對殿站立。王在殿裏坐在寶座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上，對着殿門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2.王見王后以斯帖站在院內，就施恩於
  </a:t>
            </a:r>
            <a:r>
              <a:rPr sz="5400" b="1" dirty="0" err="1">
                <a:latin typeface="DFKai-SB"/>
              </a:rPr>
              <a:t>她，向她伸出手中的金杖；以斯帖便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向</a:t>
            </a:r>
            <a:r>
              <a:rPr lang="zh-TW" altLang="en-US" sz="5400" b="1" dirty="0">
                <a:latin typeface="DFKai-SB"/>
              </a:rPr>
              <a:t>前</a:t>
            </a:r>
            <a:r>
              <a:rPr sz="5400" b="1" dirty="0" err="1">
                <a:latin typeface="DFKai-SB"/>
              </a:rPr>
              <a:t>摸杖頭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5:1~14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3.王對她說：「</a:t>
            </a:r>
            <a:r>
              <a:rPr sz="5400" b="1" dirty="0" err="1">
                <a:latin typeface="DFKai-SB"/>
              </a:rPr>
              <a:t>王后以斯帖啊，你要甚</a:t>
            </a:r>
            <a:r>
              <a:rPr sz="5400" b="1" dirty="0">
                <a:latin typeface="DFKai-SB"/>
              </a:rPr>
              <a:t>
  </a:t>
            </a:r>
            <a:r>
              <a:rPr sz="5400" b="1" dirty="0" err="1">
                <a:latin typeface="DFKai-SB"/>
              </a:rPr>
              <a:t>麼？你求甚麼，就是國的一半也必賜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給你</a:t>
            </a:r>
            <a:r>
              <a:rPr sz="5400" b="1" dirty="0">
                <a:latin typeface="DFKai-SB"/>
              </a:rPr>
              <a:t>。」</a:t>
            </a:r>
          </a:p>
          <a:p>
            <a:r>
              <a:rPr sz="5400" b="1" dirty="0">
                <a:latin typeface="DFKai-SB"/>
              </a:rPr>
              <a:t>4.以斯帖說：「</a:t>
            </a:r>
            <a:r>
              <a:rPr sz="5400" b="1" dirty="0" err="1">
                <a:latin typeface="DFKai-SB"/>
              </a:rPr>
              <a:t>王若以為美，就請王帶</a:t>
            </a:r>
            <a:r>
              <a:rPr sz="5400" b="1" dirty="0">
                <a:latin typeface="DFKai-SB"/>
              </a:rPr>
              <a:t>
  </a:t>
            </a:r>
            <a:r>
              <a:rPr sz="5400" b="1" dirty="0" err="1">
                <a:latin typeface="DFKai-SB"/>
              </a:rPr>
              <a:t>着哈曼今日赴我所預備的筵席</a:t>
            </a:r>
            <a:r>
              <a:rPr sz="5400" b="1" dirty="0">
                <a:latin typeface="DFKai-SB"/>
              </a:rPr>
              <a:t>。」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5:1~14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5.王說：「</a:t>
            </a:r>
            <a:r>
              <a:rPr sz="5400" b="1" dirty="0" err="1">
                <a:latin typeface="DFKai-SB"/>
              </a:rPr>
              <a:t>叫哈曼速速照以斯帖的話去</a:t>
            </a:r>
            <a:r>
              <a:rPr sz="5400" b="1" dirty="0">
                <a:latin typeface="DFKai-SB"/>
              </a:rPr>
              <a:t>
  </a:t>
            </a:r>
            <a:r>
              <a:rPr sz="5400" b="1" dirty="0" err="1">
                <a:latin typeface="DFKai-SB"/>
              </a:rPr>
              <a:t>行</a:t>
            </a:r>
            <a:r>
              <a:rPr sz="5400" b="1" dirty="0">
                <a:latin typeface="DFKai-SB"/>
              </a:rPr>
              <a:t>。」</a:t>
            </a:r>
            <a:r>
              <a:rPr sz="5400" b="1" dirty="0" err="1">
                <a:latin typeface="DFKai-SB"/>
              </a:rPr>
              <a:t>於是王帶着哈曼赴以斯帖所預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備的筵席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6.在酒席筵前，王又問以斯帖說：「</a:t>
            </a:r>
            <a:r>
              <a:rPr sz="5400" b="1" dirty="0" err="1">
                <a:latin typeface="DFKai-SB"/>
              </a:rPr>
              <a:t>你</a:t>
            </a:r>
            <a:r>
              <a:rPr sz="5400" b="1" dirty="0">
                <a:latin typeface="DFKai-SB"/>
              </a:rPr>
              <a:t>
  </a:t>
            </a:r>
            <a:r>
              <a:rPr sz="5400" b="1" dirty="0" err="1">
                <a:latin typeface="DFKai-SB"/>
              </a:rPr>
              <a:t>要甚麼，我必賜給你；你求甚麼，就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是國的一半也必為你成就</a:t>
            </a:r>
            <a:r>
              <a:rPr sz="5400" b="1" dirty="0">
                <a:latin typeface="DFKai-SB"/>
              </a:rPr>
              <a:t>。」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5:1~14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7.以斯帖回答說：「</a:t>
            </a:r>
            <a:r>
              <a:rPr sz="5400" b="1" dirty="0" err="1">
                <a:latin typeface="DFKai-SB"/>
              </a:rPr>
              <a:t>我有所要，我有所</a:t>
            </a:r>
            <a:r>
              <a:rPr sz="5400" b="1" dirty="0">
                <a:latin typeface="DFKai-SB"/>
              </a:rPr>
              <a:t>
  </a:t>
            </a:r>
            <a:r>
              <a:rPr sz="5400" b="1" dirty="0" err="1">
                <a:latin typeface="DFKai-SB"/>
              </a:rPr>
              <a:t>求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8.我若在王眼前蒙恩，王若願意賜我所
  </a:t>
            </a:r>
            <a:r>
              <a:rPr sz="5400" b="1" dirty="0" err="1">
                <a:latin typeface="DFKai-SB"/>
              </a:rPr>
              <a:t>要的，准我所求的，就請王帶着哈曼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再赴我所要預備的筵席。明日我必照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王所問的說明</a:t>
            </a:r>
            <a:r>
              <a:rPr sz="5400" b="1" dirty="0">
                <a:latin typeface="DFKai-SB"/>
              </a:rPr>
              <a:t>。」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5:1~14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9.那日哈曼心中快樂，歡歡喜喜的出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來；但見末底改在朝門不站起來，連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身也不動，就滿心惱怒末底改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10.哈曼暫且忍耐回家，叫人請他朋友
   </a:t>
            </a:r>
            <a:r>
              <a:rPr sz="5400" b="1" dirty="0" err="1">
                <a:latin typeface="DFKai-SB"/>
              </a:rPr>
              <a:t>和他妻子細利斯來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5:1~14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11.哈曼將他富厚的榮耀、眾多的兒女，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和王抬舉他使他超乎首領臣僕之上</a:t>
            </a:r>
            <a:r>
              <a:rPr sz="5400" b="1" dirty="0">
                <a:latin typeface="DFKai-SB"/>
              </a:rPr>
              <a:t>，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都述說給他們聽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12.哈曼又說：「</a:t>
            </a:r>
            <a:r>
              <a:rPr sz="5400" b="1" dirty="0" err="1">
                <a:latin typeface="DFKai-SB"/>
              </a:rPr>
              <a:t>王后以斯帖預備筵席</a:t>
            </a:r>
            <a:r>
              <a:rPr sz="5400" b="1" dirty="0">
                <a:latin typeface="DFKai-SB"/>
              </a:rPr>
              <a:t>，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除了我之外不許別人隨王赴席。明日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王后又請我隨王赴席</a:t>
            </a:r>
            <a:r>
              <a:rPr sz="5400" b="1" dirty="0">
                <a:latin typeface="DFKai-SB"/>
              </a:rPr>
              <a:t>；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5:1~14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13.只是我見猶大人末底改坐在朝門，
   雖有這一切榮耀，也與我無益。」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以斯帖記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5:1~14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14.他的妻細利斯和他一切的朋友對他
   </a:t>
            </a:r>
            <a:r>
              <a:rPr sz="5400" b="1" dirty="0" err="1">
                <a:latin typeface="DFKai-SB"/>
              </a:rPr>
              <a:t>說</a:t>
            </a:r>
            <a:r>
              <a:rPr sz="5400" b="1" dirty="0">
                <a:latin typeface="DFKai-SB"/>
              </a:rPr>
              <a:t>：「</a:t>
            </a:r>
            <a:r>
              <a:rPr sz="5400" b="1" dirty="0" err="1">
                <a:latin typeface="DFKai-SB"/>
              </a:rPr>
              <a:t>不如立一個五丈高的木架，明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早求王將末底改挂在其上，然後你可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以歡歡喜喜的隨王赴席</a:t>
            </a:r>
            <a:r>
              <a:rPr sz="5400" b="1" dirty="0">
                <a:latin typeface="DFKai-SB"/>
              </a:rPr>
              <a:t>。」</a:t>
            </a:r>
            <a:r>
              <a:rPr sz="5400" b="1" dirty="0" err="1">
                <a:latin typeface="DFKai-SB"/>
              </a:rPr>
              <a:t>哈曼以這</a:t>
            </a:r>
            <a:br>
              <a:rPr lang="en-US" sz="5400" b="1" dirty="0">
                <a:latin typeface="DFKai-SB"/>
              </a:rPr>
            </a:br>
            <a:r>
              <a:rPr 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話為美，就叫人作了木架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5918"/>
            <a:ext cx="12192000" cy="4952082"/>
          </a:xfrm>
        </p:spPr>
        <p:txBody>
          <a:bodyPr/>
          <a:lstStyle/>
          <a:p>
            <a:r>
              <a:rPr sz="8000" dirty="0" err="1"/>
              <a:t>以斯帖的智慧</a:t>
            </a:r>
            <a:br>
              <a:rPr lang="en-US" sz="8000" dirty="0"/>
            </a:br>
            <a:r>
              <a:rPr sz="8000" dirty="0" err="1"/>
              <a:t>與哈曼的傲慢</a:t>
            </a:r>
            <a:r>
              <a:rPr sz="5000" b="1" dirty="0">
                <a:latin typeface="DFKai-SB"/>
              </a:rPr>
              <a:t>                                </a:t>
            </a:r>
            <a:br>
              <a:rPr lang="en-US" sz="5000" b="1" dirty="0">
                <a:latin typeface="DFKai-SB"/>
              </a:rPr>
            </a:br>
            <a:r>
              <a:rPr lang="en-US" sz="5000" b="1" dirty="0">
                <a:latin typeface="DFKai-SB"/>
              </a:rPr>
              <a:t>         </a:t>
            </a:r>
            <a:r>
              <a:rPr sz="4400" b="1" dirty="0" err="1">
                <a:latin typeface="標楷體"/>
              </a:rPr>
              <a:t>陳信銘牧師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一. 波斯書珊城中的猶太人，以斯帖及她的宮女們，都在三天三夜的禁食禱告中！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二. 以斯帖晉見波斯王亞哈隨魯：</a:t>
            </a:r>
          </a:p>
          <a:p>
            <a:pPr algn="l"/>
            <a:r>
              <a:t>1.冒死晉見：死就死吧！</a:t>
            </a:r>
          </a:p>
          <a:p>
            <a:pPr algn="l"/>
            <a:r>
              <a:t>2.以斯帖得王恩召見</a:t>
            </a:r>
          </a:p>
          <a:p>
            <a:pPr algn="l"/>
            <a:r>
              <a:t>3.邀請王及哈曼參加筵席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三. 筵席中的計劃：</a:t>
            </a:r>
          </a:p>
          <a:p>
            <a:pPr algn="l"/>
            <a:r>
              <a:t>1.不急不徐的引導</a:t>
            </a:r>
          </a:p>
          <a:p>
            <a:pPr algn="l"/>
            <a:r>
              <a:t>2.邀請再赴筵席</a:t>
            </a:r>
          </a:p>
          <a:p>
            <a:pPr algn="l"/>
            <a:r>
              <a:t>3.激起哈曼的自滿</a:t>
            </a:r>
          </a:p>
          <a:p>
            <a:pPr algn="l"/>
            <a:r>
              <a:t>4.末底改的不恭敬再次激怒哈曼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三. 筵席中的計劃：</a:t>
            </a:r>
          </a:p>
          <a:p>
            <a:pPr algn="l"/>
            <a:r>
              <a:t>5.哈曼暫且忍耐，但計劃將末底改掛在五丈高的木架上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68950599-F2B4-D38C-848E-166F0BA32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(1/7)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F01BC7C7-58D1-38DC-9DDB-AD2E646F3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願此做祢聖殿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祢來能賜恩典無限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請來勿得延緩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90149E7-16A0-2323-F3BB-71AD7CD14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(2/7)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B6AAE3C-914C-D292-B96C-1E1EEB2C3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求祢如光大照顯明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阮的罪惡無數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導阮擒住救主耶穌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來行赦罪活路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D2B982-311D-3016-D9AF-FEA401D7C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(3/7)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D6B006B-15D2-A182-BB73-E1220B58A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求祢如火鍛鍊我心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惡事一盡洗除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使阮終身全獻做祭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歸順我的救主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574D44A-EBE7-A7BB-4CC5-BA47C377A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(4/7)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E2509BD-4129-7625-0F43-B46FBF75D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求祢如雨及時降落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潤澤眾人的心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使伊有力結好果子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愛人日日愈深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111095C-3D00-4C9D-0809-1D674333E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(5/7)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ECED5AF-B341-E336-A9AF-3C230502C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求祢親像鴿仔飛來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賞賜仁愛平安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使祢聖會在地如天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得着福氣無限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A91BE3C-CA9D-8866-6DB6-44D47E715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(6/7)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7FAD42B-857C-20D0-6943-ED79DC22F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求祢親像大風吹來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五旬節的恩典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賞賜天下萬國萬民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攏能與祢結連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540E29-E94B-E454-4409-6A3F70F70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(7/7)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9F0853B-E31B-22BD-1A59-A09ABD50B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至聖的神聽阮祈禱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換世界做聖殿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祢來能賜恩典無限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請來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勿得延緩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原定下週末台灣校園團契講座因故取</a:t>
            </a:r>
            <a:br>
              <a:rPr lang="en-US" dirty="0"/>
            </a:br>
            <a:r>
              <a:rPr dirty="0" err="1"/>
              <a:t>消,請大家繼續為台灣校</a:t>
            </a:r>
            <a:r>
              <a:rPr lang="en-US" dirty="0" err="1"/>
              <a:t>契</a:t>
            </a:r>
            <a:r>
              <a:rPr dirty="0" err="1"/>
              <a:t>守望代</a:t>
            </a:r>
            <a:r>
              <a:rPr lang="en-US" dirty="0" err="1"/>
              <a:t>禱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9/27(</a:t>
            </a:r>
            <a:r>
              <a:rPr dirty="0" err="1"/>
              <a:t>日</a:t>
            </a:r>
            <a:r>
              <a:rPr dirty="0"/>
              <a:t>)</a:t>
            </a:r>
            <a:r>
              <a:rPr dirty="0" err="1"/>
              <a:t>下午</a:t>
            </a:r>
            <a:r>
              <a:rPr dirty="0"/>
              <a:t> 3:30華語部葡萄枝團契福音見証分享</a:t>
            </a:r>
            <a:r>
              <a:rPr lang="en-US" dirty="0"/>
              <a:t>會</a:t>
            </a:r>
            <a:r>
              <a:rPr dirty="0"/>
              <a:t>,特別邀請台語部社青加入,一起參與社區年輕人外展活</a:t>
            </a:r>
            <a:br>
              <a:rPr lang="en-US" dirty="0"/>
            </a:br>
            <a:r>
              <a:rPr dirty="0" err="1"/>
              <a:t>動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兒童主日學事工需要</a:t>
            </a:r>
            <a:r>
              <a:rPr dirty="0"/>
              <a:t>：</a:t>
            </a:r>
            <a:br>
              <a:rPr lang="en-US" dirty="0"/>
            </a:br>
            <a:r>
              <a:rPr dirty="0" err="1"/>
              <a:t>徵招上午助教</a:t>
            </a:r>
            <a:r>
              <a:rPr dirty="0"/>
              <a:t>(11:30-12:30),</a:t>
            </a:r>
            <a:r>
              <a:rPr dirty="0" err="1"/>
              <a:t>以及下</a:t>
            </a:r>
            <a:r>
              <a:rPr dirty="0"/>
              <a:t> </a:t>
            </a:r>
            <a:r>
              <a:rPr dirty="0" err="1"/>
              <a:t>午導護同工,有意願的弟兄姐妹請聯繫</a:t>
            </a:r>
            <a:br>
              <a:rPr lang="en-US" dirty="0"/>
            </a:br>
            <a:r>
              <a:rPr dirty="0" err="1"/>
              <a:t>咏真師母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4.全教會 2026積極會員名單張貼在</a:t>
            </a:r>
            <a:r>
              <a:rPr lang="zh-TW" altLang="en-US" dirty="0"/>
              <a:t>聯</a:t>
            </a:r>
            <a:r>
              <a:rPr dirty="0" err="1"/>
              <a:t>誼</a:t>
            </a:r>
            <a:br>
              <a:rPr lang="en-US" dirty="0"/>
            </a:br>
            <a:r>
              <a:rPr dirty="0"/>
              <a:t>廳的公告欄。提名期間：9月27日至10</a:t>
            </a:r>
            <a:br>
              <a:rPr lang="en-US" dirty="0"/>
            </a:br>
            <a:r>
              <a:rPr dirty="0"/>
              <a:t>月11日下午3點,選舉：11月15日,有問</a:t>
            </a:r>
            <a:br>
              <a:rPr lang="en-US" dirty="0"/>
            </a:br>
            <a:r>
              <a:rPr dirty="0" err="1"/>
              <a:t>題請和各部負責人連絡</a:t>
            </a:r>
            <a:r>
              <a:rPr dirty="0"/>
              <a:t>。(</a:t>
            </a:r>
            <a:r>
              <a:rPr dirty="0" err="1"/>
              <a:t>台:謝其瀛</a:t>
            </a:r>
            <a:r>
              <a:rPr dirty="0"/>
              <a:t>,</a:t>
            </a:r>
            <a:br>
              <a:rPr lang="en-US" dirty="0"/>
            </a:br>
            <a:r>
              <a:rPr dirty="0" err="1"/>
              <a:t>華:吳明霞</a:t>
            </a:r>
            <a:r>
              <a:rPr lang="en-US" dirty="0" err="1"/>
              <a:t>,</a:t>
            </a:r>
            <a:r>
              <a:rPr dirty="0" err="1"/>
              <a:t>英:Catharina</a:t>
            </a:r>
            <a:r>
              <a:rPr dirty="0"/>
              <a:t> Lee)。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今天11:30在交誼廳,陳牧師帶領課程： 「</a:t>
            </a:r>
            <a:r>
              <a:rPr dirty="0" err="1"/>
              <a:t>啟示錄第八課</a:t>
            </a:r>
            <a:r>
              <a:rPr dirty="0"/>
              <a:t> ---</a:t>
            </a:r>
            <a:r>
              <a:rPr dirty="0" err="1"/>
              <a:t>七異象</a:t>
            </a:r>
            <a:r>
              <a:rPr lang="en-US" dirty="0"/>
              <a:t>」</a:t>
            </a:r>
            <a:r>
              <a:rPr dirty="0"/>
              <a:t>。</a:t>
            </a:r>
            <a:r>
              <a:rPr dirty="0" err="1"/>
              <a:t>歡迎大家參加。線上</a:t>
            </a:r>
            <a:r>
              <a:rPr dirty="0"/>
              <a:t> https://</a:t>
            </a:r>
            <a:r>
              <a:rPr dirty="0" err="1"/>
              <a:t>zoom.us</a:t>
            </a:r>
            <a:r>
              <a:rPr dirty="0"/>
              <a:t>/j/99429704298, 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r>
              <a:rPr dirty="0" err="1"/>
              <a:t>電話</a:t>
            </a:r>
            <a:r>
              <a:rPr dirty="0"/>
              <a:t> 646-558-8656。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週三線上禱告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邀請您參加</a:t>
            </a:r>
            <a:r>
              <a:rPr dirty="0"/>
              <a:t> 9/16晚上 8點禱告會,所</a:t>
            </a:r>
            <a:br>
              <a:rPr lang="en-US" dirty="0"/>
            </a:br>
            <a:r>
              <a:rPr dirty="0" err="1"/>
              <a:t>有事工都需要禱告求上帝扶持祝福</a:t>
            </a:r>
            <a:r>
              <a:rPr dirty="0"/>
              <a:t>。</a:t>
            </a:r>
            <a:br>
              <a:rPr lang="en-US" dirty="0"/>
            </a:br>
            <a:r>
              <a:rPr dirty="0"/>
              <a:t>zoom </a:t>
            </a:r>
            <a:r>
              <a:rPr dirty="0" err="1"/>
              <a:t>連結如同主日學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長島分區聚會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本週五</a:t>
            </a:r>
            <a:r>
              <a:rPr dirty="0"/>
              <a:t>(18) 6:30pm在淑華姐家舉行, </a:t>
            </a:r>
            <a:r>
              <a:rPr dirty="0" err="1"/>
              <a:t>備有簡便晚餐,歡迎兄姐大家一起來</a:t>
            </a:r>
            <a:br>
              <a:rPr lang="en-US" dirty="0"/>
            </a:br>
            <a:r>
              <a:rPr dirty="0" err="1"/>
              <a:t>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4. </a:t>
            </a:r>
            <a:r>
              <a:rPr dirty="0" err="1"/>
              <a:t>團契聯誼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本週六</a:t>
            </a:r>
            <a:r>
              <a:rPr dirty="0"/>
              <a:t>(19)</a:t>
            </a:r>
            <a:r>
              <a:rPr dirty="0" err="1"/>
              <a:t>舉辦採蘋果活動,地點在上州Geing</a:t>
            </a:r>
            <a:r>
              <a:rPr dirty="0"/>
              <a:t> Farm ,</a:t>
            </a:r>
            <a:r>
              <a:rPr dirty="0" err="1"/>
              <a:t>上午</a:t>
            </a:r>
            <a:r>
              <a:rPr dirty="0"/>
              <a:t> 8:50教會集合, 9:00出發,午餐在</a:t>
            </a:r>
            <a:r>
              <a:rPr lang="en-US" dirty="0"/>
              <a:t>M</a:t>
            </a:r>
            <a:r>
              <a:rPr dirty="0"/>
              <a:t>id Hudson Buffet ,</a:t>
            </a:r>
            <a:br>
              <a:rPr lang="en-US" dirty="0"/>
            </a:br>
            <a:r>
              <a:rPr dirty="0" err="1"/>
              <a:t>請向鶴齡執事報名參加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</a:t>
            </a:r>
            <a:r>
              <a:rPr dirty="0" err="1"/>
              <a:t>感恩節洗禮轉會</a:t>
            </a:r>
            <a:r>
              <a:rPr dirty="0"/>
              <a:t>：</a:t>
            </a:r>
            <a:br>
              <a:rPr lang="en-US" dirty="0"/>
            </a:br>
            <a:r>
              <a:rPr dirty="0"/>
              <a:t>將於11/22舉行,欲受洗和申請轉會的 </a:t>
            </a:r>
            <a:r>
              <a:rPr dirty="0" err="1"/>
              <a:t>兄姐,請向陳牧師報名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6.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11月洗禮轉會,中文學校,兒童事工,兄</a:t>
            </a:r>
            <a:br>
              <a:rPr lang="en-US" dirty="0"/>
            </a:br>
            <a:r>
              <a:rPr dirty="0" err="1"/>
              <a:t>弟姐妹的健康,家人信主,年輕會友立</a:t>
            </a:r>
            <a:br>
              <a:rPr lang="en-US"/>
            </a:br>
            <a:r>
              <a:t>業成家,紐約治安,國際關係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6738</TotalTime>
  <Words>1982</Words>
  <Application>Microsoft Macintosh PowerPoint</Application>
  <PresentationFormat>Widescreen</PresentationFormat>
  <Paragraphs>302</Paragraphs>
  <Slides>80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72:讚美全能的主上帝(1/4) </vt:lpstr>
      <vt:lpstr>72:讚美全能的主上帝(1/4) </vt:lpstr>
      <vt:lpstr>72:讚美全能的主上帝(2/4) </vt:lpstr>
      <vt:lpstr>72:讚美全能的主上帝(2/4) </vt:lpstr>
      <vt:lpstr>72:讚美全能的主上帝(3/4) </vt:lpstr>
      <vt:lpstr>72:讚美全能的主上帝(3/4) </vt:lpstr>
      <vt:lpstr>72:讚美全能的主上帝(4/4) </vt:lpstr>
      <vt:lpstr>72:讚美全能的主上帝(4/4)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啟應文12:詩篇46</vt:lpstr>
      <vt:lpstr>啟應文12:詩篇46</vt:lpstr>
      <vt:lpstr>啟應文12:詩篇46</vt:lpstr>
      <vt:lpstr>啟應文12:詩篇46</vt:lpstr>
      <vt:lpstr>啟應文12:詩篇46</vt:lpstr>
      <vt:lpstr>啟應文12:詩篇46</vt:lpstr>
      <vt:lpstr>啟應文12:詩篇46</vt:lpstr>
      <vt:lpstr>啟應文12:詩篇46</vt:lpstr>
      <vt:lpstr>PowerPoint Presentation</vt:lpstr>
      <vt:lpstr>PowerPoint Presentation</vt:lpstr>
      <vt:lpstr>至聖之神惦佇我</vt:lpstr>
      <vt:lpstr>至聖之神惦佇我</vt:lpstr>
      <vt:lpstr>至聖之神惦佇我</vt:lpstr>
      <vt:lpstr>至聖之神惦佇我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159:至聖的神聽阮祈禱 (1/7)</vt:lpstr>
      <vt:lpstr>159:至聖的神聽阮祈禱 (2/7)</vt:lpstr>
      <vt:lpstr>159:至聖的神聽阮祈禱 (3/7)</vt:lpstr>
      <vt:lpstr>159:至聖的神聽阮祈禱 (4/7)</vt:lpstr>
      <vt:lpstr>159:至聖的神聽阮祈禱 (5/7)</vt:lpstr>
      <vt:lpstr>159:至聖的神聽阮祈禱 (6/7)</vt:lpstr>
      <vt:lpstr>159:至聖的神聽阮祈禱 (7/7)</vt:lpstr>
      <vt:lpstr>PowerPoint Presentation</vt:lpstr>
      <vt:lpstr>奉獻</vt:lpstr>
      <vt:lpstr>奉獻詩: 我的生命獻給祢</vt:lpstr>
      <vt:lpstr>PowerPoint Presentation</vt:lpstr>
      <vt:lpstr>PowerPoint Presentation</vt:lpstr>
      <vt:lpstr>報告： 全教會</vt:lpstr>
      <vt:lpstr>報告： 全教會</vt:lpstr>
      <vt:lpstr>報告： 全教會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2026-09-12T11:21:35Z</dcterms:modified>
</cp:coreProperties>
</file>