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10"/>
  </p:notesMasterIdLst>
  <p:sldIdLst>
    <p:sldId id="271" r:id="rId2"/>
    <p:sldId id="266" r:id="rId3"/>
    <p:sldId id="272" r:id="rId4"/>
    <p:sldId id="267" r:id="rId5"/>
    <p:sldId id="268" r:id="rId6"/>
    <p:sldId id="273" r:id="rId7"/>
    <p:sldId id="269" r:id="rId8"/>
    <p:sldId id="270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406330-B558-4E91-8BA5-4FAF755DB5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2764A2-BFF4-44A9-954C-3F3F764986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A0FC8F42-1B70-A249-A4F6-C1477A8AADBD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F9DD30-CC59-4500-88A6-4FCFE5D36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2FDFDE6-59D7-4E7B-A661-5464DBD3E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F7EA4-3AF8-450B-9C6D-BF10023585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58676-0390-4513-BD4C-E4E1E0BE6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87ABA7A7-A525-E54A-A5BE-FB6729F8E4BE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0A6CAC55-6606-70A1-AA91-AD2524BE34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D6A3BCFA-89F7-2C71-6ACB-6E1F62EA13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1BFD174A-CD65-3183-34F1-B49FAD0A5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296B2F-6069-E349-86B3-F4D5E55AEE8E}" type="slidenum">
              <a:rPr lang="zh-TW" altLang="en-US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CC50D3E2-5653-AC58-3693-7767597360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DBD294F1-C5DD-D7F8-AB56-F1050B220D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4D1283CE-E076-775C-D036-BA863C043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EF319E-D8BD-7446-AEA6-293C0259C922}" type="slidenum">
              <a:rPr lang="zh-TW" altLang="en-US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E19A77F9-EB1A-DBA5-22AA-AFAD95F839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C83F3268-4216-433F-A331-4E406972D7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1E9117C7-D3A8-2DE8-0663-E65F24C2C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049F4E-801E-BD4D-94C5-EA159ABDF55F}" type="slidenum">
              <a:rPr lang="zh-TW" altLang="en-US"/>
              <a:pPr>
                <a:spcBef>
                  <a:spcPct val="0"/>
                </a:spcBef>
              </a:pPr>
              <a:t>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7C33A878-26FA-0229-ED24-DDD2C36288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571679BF-77C1-EF30-C2A0-41B1A77696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46F2E1CC-5C13-19AB-516C-BDA84D955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CF02D6-3BE9-FC42-BA50-99B77C61493C}" type="slidenum">
              <a:rPr lang="zh-TW" altLang="en-US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DEF440B-905D-7EC6-16C2-465AAE3A9E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DEA1DC7-9D6B-8533-E344-DAF3F3969A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218188FB-D1BF-5CEE-1467-C9D1880A2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51E3A06-BE33-BF44-BBDE-081AE54AB38C}" type="slidenum">
              <a:rPr lang="zh-TW" altLang="en-US"/>
              <a:pPr>
                <a:spcBef>
                  <a:spcPct val="0"/>
                </a:spcBef>
              </a:pPr>
              <a:t>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B0571E34-21DE-DEAA-C647-1B8F590EE1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9EEDA23B-2847-7ACB-3AAF-9D16483C11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A5F8439C-951C-23C4-7102-737CF33F4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ACBF8E-8562-8148-86CA-9B84922710A2}" type="slidenum">
              <a:rPr lang="zh-TW" altLang="en-US"/>
              <a:pPr>
                <a:spcBef>
                  <a:spcPct val="0"/>
                </a:spcBef>
              </a:pPr>
              <a:t>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810E1A21-A585-1FAA-45E7-DE42237628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5A2FF5A-1CBB-F9BD-35EF-0F23B5A834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3D609C3B-904A-D71F-9340-DE85706F1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6C05CB-FD37-5B40-A025-D951424EB2D6}" type="slidenum">
              <a:rPr lang="zh-TW" altLang="en-US"/>
              <a:pPr>
                <a:spcBef>
                  <a:spcPct val="0"/>
                </a:spcBef>
              </a:pPr>
              <a:t>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66511C2-31B4-B241-4FE6-6D50072FA5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81BEE05D-F96F-EBBF-D8CA-CBEFAD4D4E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A16BAFE9-1131-2604-456A-4192F4589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E4023C-DA19-6744-B36B-A8950CCAB5B6}" type="slidenum">
              <a:rPr lang="zh-TW" altLang="en-US"/>
              <a:pPr>
                <a:spcBef>
                  <a:spcPct val="0"/>
                </a:spcBef>
              </a:pPr>
              <a:t>8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05139-8C21-F704-85F5-AFF1EE2F4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984B3-8242-1E4B-BB1F-75801C096F6D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08483-AA73-E398-A890-594B44EA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C97CD-4F1E-6EF7-D485-DEAB341A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49D23D-92A7-5A44-AEB7-7E1D62827DC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240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>
            <a:lvl1pPr>
              <a:defRPr sz="4400" b="1" u="sng">
                <a:solidFill>
                  <a:srgbClr val="00FFFF"/>
                </a:solidFill>
                <a:latin typeface="DFKai-SB" pitchFamily="65" charset="-120"/>
                <a:ea typeface="DFKai-SB" pitchFamily="65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4525963"/>
          </a:xfrm>
        </p:spPr>
        <p:txBody>
          <a:bodyPr>
            <a:noAutofit/>
          </a:bodyPr>
          <a:lstStyle>
            <a:lvl1pPr algn="l">
              <a:buNone/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1pPr>
            <a:lvl2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2pPr>
            <a:lvl3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3pPr>
            <a:lvl4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4pPr>
            <a:lvl5pPr algn="l">
              <a:defRPr sz="5400" b="1">
                <a:solidFill>
                  <a:schemeClr val="bg1"/>
                </a:solidFill>
                <a:latin typeface="DFKai-SB" pitchFamily="65" charset="-120"/>
                <a:ea typeface="DFKai-SB" pitchFamily="65" charset="-12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B42F-EB07-3CB3-376C-9C6E93693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AC94CD-6B59-834B-8513-C5006A7C48A0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85343-FE6D-E359-6AC8-B2E3D86A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EF70F-E89B-25F9-31D9-7C40B12C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237C3-3599-C74D-896D-FA181127245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243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8637-97D2-9038-E642-D7262920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855A5A-75AB-9E4B-9881-BF020788716B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DB07D-D42F-F13B-BF22-B6F47C0F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90F7-6B5A-47E0-0548-2608817F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2E3845-B616-354B-BE62-7D6B7A38E93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768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8889CD5-87B3-5A18-75D0-1320DBA2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AB7A1-06D7-4A42-B56F-31D8215716D8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C495C0A-B103-99F3-F242-A2C861E3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2B16A6-BCF0-3C58-0DA7-1391E1BD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52B523-2DC9-0E4C-AD27-03584648CDE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9668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071775C-7AA6-3A50-5FE3-6DCC9CE45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302F2-1FA0-7D41-931E-F87F9BEA114E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C1F2BD2-2078-4AD1-FEF1-A463D443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05EE55-5921-2B25-9983-2D596376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DA6D2-F520-F049-8316-8FBED84818A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638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4384CFE-472C-035B-D1A3-25D44A5D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E0ACC-8706-BB4B-B20A-23A621A38330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1FDBF58-F5C7-3AFB-7103-46B77863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7C0E06-CA97-441D-3745-0930FB20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8AA92-7090-1C4B-BC2B-31663D5108A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219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3E40644-5005-3B8A-1FCB-BA20C13D9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A5DC6-A6D8-F544-82AE-330F1E10A786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9B2837-8A58-740D-80E7-8FA3E987C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5379B-C787-2B77-FA98-3776C8FF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E65FA3-EE3B-2C4B-ACDB-C977ADC97F5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640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90078F-8CC4-80B8-EE2C-9278287C6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EA58F-4E3F-EE49-B040-8D1267128CA6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A24DA5C-E3C4-8E50-C0A4-B10115E5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8B577D-21B0-9C57-B027-1DC44E2F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4CA84-652B-5B45-A984-1BB6ED2F879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251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801CBB2-B690-911C-B006-78E8B2FB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C3811-9778-0343-9E45-F488E3C26AC1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3652634-5296-D9B4-C369-21ABE3A3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6F93A7-2EED-40ED-AE04-5EA13C5D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5D464A-E6FF-8C47-9EA7-23C11A82CC0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610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F920-B668-735C-34D4-88B6AE9F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8FA3-B8E7-2A41-807D-7B13770905B4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AF5FA-841D-98F1-165E-E4928C71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BE994-9465-D7AB-0F21-F694CEEC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EEC50-062F-474B-B54B-AE3F97D76CD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701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3CB6-F1DE-0B1D-8742-933F82B0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AA615-6DBF-684E-BB82-B46B3DC0161A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8866D-D15B-5F44-940C-7C15BCD4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DDE2-4806-334D-A9AF-0374D38C2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42FCC8-6C05-C646-AF73-FD63EAE22EF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62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4760187-F44F-2C84-F0F0-54314CB41A4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A3DDC54-10F0-F544-201F-AA376F4E37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09D32-22F5-44F5-A060-43A04FF27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4EF459C1-F78F-5748-BC4C-498D1DEB2793}" type="datetimeFigureOut">
              <a:rPr lang="zh-TW" altLang="en-US"/>
              <a:pPr>
                <a:defRPr/>
              </a:pPr>
              <a:t>2026/9/12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0BA47-1620-446E-8DAD-25E0523E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5D628-1207-46B7-9C96-04328A0AB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39F6EC86-4327-734F-9888-BC6FBE2D9CC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F4F9D71-487A-2DBE-BC7A-6D3990EC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83E69CE-3347-DB58-9649-648E91980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上帝是阮逃閃的所在及氣力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亦是患難中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(ki̍p)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時的幫助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所以地雖然變遷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山雖然搖動到海中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5A2CAC0-6269-3B0C-FF42-1ECFD0B0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950677-7FBA-31D5-93A4-73AD42D35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其中的水雖然嘩嘩吼抬湧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山雖然因為海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(tiòng)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泏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(choah)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阮亦無驚.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0B6DEEE-95AE-4C14-BAB2-A629BE61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ADBADB5-3AEC-E750-AE03-E8B933205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有一條河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它的開叉使上帝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的城歡喜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koâiⁿ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ê 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所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起聖的所在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1D2F328-EC32-088D-504F-A4F3E139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13BC6EF-58AF-0A5C-997E-264626E77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上帝在彼中間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城的確不搖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動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昲光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(phú-kng)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  <a:cs typeface="Arial" panose="020B0604020202020204" pitchFamily="34" charset="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幫助它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6A4FC7F-9D27-2514-2459-57AA4C43A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D834878-361B-A9A5-8904-F57CDE701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異邦嘩嘩吼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列國搖動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上帝出祂的聲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地就消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鎔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(iûⁿ)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  <a:cs typeface="Arial" panose="020B0604020202020204" pitchFamily="34" charset="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43E7AA32-9C5A-2D12-7667-EE6006FB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2D72EA5-13C4-C1C5-77CF-9567CBB31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萬軍的耶和華與阮在的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雅各的上帝做阮的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(koâiⁿ)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臺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來看耶和華的所做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看祂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荒廢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(hong-hòe)</a:t>
            </a:r>
          </a:p>
          <a:p>
            <a:pPr>
              <a:spcBef>
                <a:spcPct val="0"/>
              </a:spcBef>
            </a:pP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到怎樣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CD378E3-AF90-A543-77EE-189D7424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966545-4CA0-AE0D-3ED5-77E82FADC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祂使交戰息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到於地極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抑折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(at-chih)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弓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斬斷槍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將戰車燒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火中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EFAA5F8-0AF9-7EA1-8C3C-88A1ED73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12: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5C1BA6C-DAD8-92D1-1D2E-B913DA0AC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恁當定定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當知我是上帝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在列邦中做高大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受尊做大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>
              <a:spcBef>
                <a:spcPct val="0"/>
              </a:spcBef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spcBef>
                <a:spcPct val="0"/>
              </a:spcBef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萬軍的耶和華與阮在的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>
              <a:spcBef>
                <a:spcPct val="0"/>
              </a:spcBef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雅各的上帝做阮的高臺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359</Words>
  <Application>Microsoft Macintosh PowerPoint</Application>
  <PresentationFormat>On-screen Show (4:3)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新細明體</vt:lpstr>
      <vt:lpstr>標楷體</vt:lpstr>
      <vt:lpstr>Office Theme</vt:lpstr>
      <vt:lpstr>啟應文12:詩篇46</vt:lpstr>
      <vt:lpstr>啟應文12:詩篇46</vt:lpstr>
      <vt:lpstr>啟應文12:詩篇46</vt:lpstr>
      <vt:lpstr>啟應文12:詩篇46</vt:lpstr>
      <vt:lpstr>啟應文12:詩篇46</vt:lpstr>
      <vt:lpstr>啟應文12:詩篇46</vt:lpstr>
      <vt:lpstr>啟應文12:詩篇46</vt:lpstr>
      <vt:lpstr>啟應文12:詩篇46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啟應文3: 詩篇8</dc:title>
  <dc:creator>Shang Min</dc:creator>
  <cp:lastModifiedBy>Joseph Chen</cp:lastModifiedBy>
  <cp:revision>47</cp:revision>
  <dcterms:created xsi:type="dcterms:W3CDTF">2007-08-21T03:41:16Z</dcterms:created>
  <dcterms:modified xsi:type="dcterms:W3CDTF">2026-09-12T11:09:25Z</dcterms:modified>
</cp:coreProperties>
</file>