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03" autoAdjust="0"/>
  </p:normalViewPr>
  <p:slideViewPr>
    <p:cSldViewPr>
      <p:cViewPr varScale="1">
        <p:scale>
          <a:sx n="110" d="100"/>
          <a:sy n="110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878BFF-6B48-8FC0-293F-0C87B20DB5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3A19CD-76D1-2094-B6C8-2BBD325349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41DD0482-59E3-0145-A8C4-CD82D6DB8A26}" type="datetimeFigureOut">
              <a:rPr lang="zh-TW" altLang="en-US"/>
              <a:pPr>
                <a:defRPr/>
              </a:pPr>
              <a:t>2026/9/12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24A3B-22EC-22F4-77E5-7D1D10FDC2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A0400-3516-2E78-A5C0-0ECC64D249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82175D0-8CC9-644D-85A0-D1DAA7CEBBC2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1BA237F-4691-362D-23EF-A06FFA7B6CE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246455B-3830-D2F1-A5BC-BF40EAFFCE0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DCE7CABB-C643-646B-02ED-A0B00A32C61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4A5C676-88FA-BABC-64C2-4DA925A96E1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3BF347F-50B3-AFAE-8358-79CF14A5B12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41BDEFA-7E03-3AA1-6229-1DF823ACA9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BC28A1AF-F92B-6848-B77A-E2613DFFBD07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DBD3B7-FB72-1DB0-E537-83FFD7FDAE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609703-D3F3-E6B6-F9C3-7DAC85AD38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34784E-6A55-5356-EB54-8B98295632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E83F8-8A74-7242-B617-88866130D20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530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2FB5188-913A-5E19-A6EF-BE9240873C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F780415-95CA-3C1D-7257-4EB38BD7D8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4FA599F-A2D9-19A8-97AC-C47A49F99C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D2CF13-0A7C-9940-9F91-EAAB75D91CD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62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0C7122-B7F6-C3FC-1797-64AF108FE7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FDC49B-CD20-F5FF-8635-1CBBB73423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BC15EC-B94D-6040-4FCE-0F16091C08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D11F8E-E9FE-B544-829B-92F7865DAD4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0673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A49820D-A92D-DAA2-9EF7-B194E8D13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F6C3D89-F56D-BBCF-5A8B-562FB593E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9A15AE5-066B-29D7-2209-151A758CE37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41FEFDF-7C64-52DB-EC56-55D10A1914C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A91497D-2C80-7E11-7F28-2AF1731E2E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EF108DC9-26D1-6B4F-B564-CD03B9ABAA8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62F2324-A67E-69B6-24DD-E7B5F69AF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127DDB4-30DC-D258-CEBC-06BD5854F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A7EFF2E-6257-44FD-2B7B-59F4D311F5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A48951E-45AD-9EBD-47E4-A7D6D17307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6223E2A-8400-EA5B-857B-BF4ACE4E45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730F2318-FB4F-3E47-8ADE-42D8F19F760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68950599-F2B4-D38C-848E-166F0BA32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(1/7)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F01BC7C7-58D1-38DC-9DDB-AD2E646F3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願此做祢聖殿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祢來能賜恩典無限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請來勿得延緩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90149E7-16A0-2323-F3BB-71AD7CD14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(2/7)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B6AAE3C-914C-D292-B96C-1E1EEB2C3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求祢如光大照顯明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阮的罪惡無數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導阮擒住救主耶穌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來行赦罪活路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D2B982-311D-3016-D9AF-FEA401D7C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(3/7)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D6B006B-15D2-A182-BB73-E1220B58A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求祢如火鍛鍊我心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惡事一盡洗除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使阮終身全獻做祭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歸順我的救主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574D44A-EBE7-A7BB-4CC5-BA47C377A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(4/7)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E2509BD-4129-7625-0F43-B46FBF75D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求祢如雨及時降落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潤澤眾人的心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使伊有力結好果子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愛人日日愈深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111095C-3D00-4C9D-0809-1D674333E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(5/7)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ECED5AF-B341-E336-A9AF-3C230502C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求祢親像鴿仔飛來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賞賜仁愛平安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使祢聖會在地如天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得着福氣無限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A91BE3C-CA9D-8866-6DB6-44D47E715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(6/7)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7FAD42B-857C-20D0-6943-ED79DC22F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求祢親像大風吹來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五旬節的恩典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賞賜天下萬國萬民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攏能與祢結連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540E29-E94B-E454-4409-6A3F70F70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(7/7)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9F0853B-E31B-22BD-1A59-A09ABD50B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換世界做聖殿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祢來能賜恩典無限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請來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勿得延緩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9356</TotalTime>
  <Words>268</Words>
  <Application>Microsoft Macintosh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標楷體</vt:lpstr>
      <vt:lpstr>新細明體</vt:lpstr>
      <vt:lpstr>Default Design</vt:lpstr>
      <vt:lpstr>1_Default Design</vt:lpstr>
      <vt:lpstr>159:至聖的神聽阮祈禱 (1/7)</vt:lpstr>
      <vt:lpstr>159:至聖的神聽阮祈禱 (2/7)</vt:lpstr>
      <vt:lpstr>159:至聖的神聽阮祈禱 (3/7)</vt:lpstr>
      <vt:lpstr>159:至聖的神聽阮祈禱 (4/7)</vt:lpstr>
      <vt:lpstr>159:至聖的神聽阮祈禱 (5/7)</vt:lpstr>
      <vt:lpstr>159:至聖的神聽阮祈禱 (6/7)</vt:lpstr>
      <vt:lpstr>159:至聖的神聽阮祈禱 (7/7)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374</cp:revision>
  <dcterms:created xsi:type="dcterms:W3CDTF">2007-02-04T16:15:54Z</dcterms:created>
  <dcterms:modified xsi:type="dcterms:W3CDTF">2026-09-12T11:09:15Z</dcterms:modified>
</cp:coreProperties>
</file>