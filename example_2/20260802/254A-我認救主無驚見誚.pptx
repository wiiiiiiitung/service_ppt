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48" r:id="rId1"/>
    <p:sldMasterId id="2147483660" r:id="rId2"/>
  </p:sldMasterIdLst>
  <p:notesMasterIdLst>
    <p:notesMasterId r:id="rId7"/>
  </p:notesMasterIdLst>
  <p:handoutMasterIdLst>
    <p:handoutMasterId r:id="rId8"/>
  </p:handoutMasterIdLst>
  <p:sldIdLst>
    <p:sldId id="256" r:id="rId3"/>
    <p:sldId id="257" r:id="rId4"/>
    <p:sldId id="258" r:id="rId5"/>
    <p:sldId id="259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5pPr>
    <a:lvl6pPr marL="22860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6pPr>
    <a:lvl7pPr marL="27432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7pPr>
    <a:lvl8pPr marL="32004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8pPr>
    <a:lvl9pPr marL="36576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07" autoAdjust="0"/>
    <p:restoredTop sz="87671" autoAdjust="0"/>
  </p:normalViewPr>
  <p:slideViewPr>
    <p:cSldViewPr>
      <p:cViewPr varScale="1">
        <p:scale>
          <a:sx n="111" d="100"/>
          <a:sy n="111" d="100"/>
        </p:scale>
        <p:origin x="121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2478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740379-8567-A8D6-CB72-98ECF07A783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標楷體" pitchFamily="65" charset="-120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43CFF1-72E5-E93E-461B-B88EF840315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ea typeface="標楷體" pitchFamily="65" charset="-120"/>
                <a:cs typeface="+mn-cs"/>
              </a:defRPr>
            </a:lvl1pPr>
          </a:lstStyle>
          <a:p>
            <a:pPr>
              <a:defRPr/>
            </a:pPr>
            <a:fld id="{AC5CEB8A-70D4-2A41-8781-962B2066F1C4}" type="datetimeFigureOut">
              <a:rPr lang="zh-TW" altLang="en-US"/>
              <a:pPr>
                <a:defRPr/>
              </a:pPr>
              <a:t>2026/7/31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AA6C77-1890-1769-A898-EDD0E2EBE1C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標楷體" pitchFamily="65" charset="-120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0DBB00-4AD3-0AE0-2192-B1437A29124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774FE37-AF53-1648-AB0D-05EACAC0B7EB}" type="slidenum">
              <a:rPr lang="zh-TW" altLang="en-US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737C7FD4-598C-EA79-854B-547F07E19AA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DE3E7E17-EA1C-0EB9-46C0-8F48B10B26E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97B4D1A5-F89E-69A0-10C9-99C2E61138B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A8660F08-78F9-3084-2580-2CF90DCBB67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CDF1A94D-CA85-01D1-3B43-F542D53EE01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E0EA9E7C-F611-B9DF-50D0-B49CB6F542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ea typeface="新細明體" panose="02020500000000000000" pitchFamily="18" charset="-120"/>
              </a:defRPr>
            </a:lvl1pPr>
          </a:lstStyle>
          <a:p>
            <a:fld id="{3086101B-B6BE-D540-B0F1-12CCC7179833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143000"/>
          </a:xfrm>
        </p:spPr>
        <p:txBody>
          <a:bodyPr/>
          <a:lstStyle>
            <a:lvl1pPr algn="ctr">
              <a:defRPr sz="4000"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CF97839-0F2B-7296-C28C-7EBB54C4F1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4A13095-755A-273F-2B36-BB94B52C13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729CECC-E7F0-B54F-707C-C187E6E75E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96EAFA-4E30-F649-8485-A2FDC455A70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75886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02459D4-0EFE-4FE4-A863-1551DE3272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3252859-D67A-B348-C160-01E37313F6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E6AD416-3E3C-81D2-01FD-2C10A49C10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E5F489-C772-214E-8025-F15E626CC914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91397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CCEC8D9-F3E7-9E40-143F-DE0886B618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531D4A1-24C2-BC32-6993-A15A9EB1FD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66B17EE-5BC9-0913-F3E3-8FA17740E2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143F55-E53F-9F4D-83C1-11A1FD1AD32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9454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6DA5253-B799-0CCB-D599-3B92B9C20B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393DFDA-E441-83AC-603E-04C786D495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9F35A4D-C287-7213-AA9D-60F42BE6C65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2B559FD-C98B-C428-6FEA-47FAEAAF583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BF520CA-26E1-1391-4469-73688077523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ea typeface="新細明體" panose="02020500000000000000" pitchFamily="18" charset="-120"/>
              </a:defRPr>
            </a:lvl1pPr>
          </a:lstStyle>
          <a:p>
            <a:fld id="{DEA96BD5-FF21-1C4C-86FE-D140B284240B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A33576AF-A39B-6533-2D14-947047A56E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94E4606A-71F0-1921-A0EC-F49C1FEB53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44007BE-A3F5-DF2C-96C7-D36BDE6A532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313BCBB-E9D3-C1C7-CD5E-D7CDE31A3D6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8746601-C5D5-8F36-1B15-82EF6809150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ea typeface="新細明體" panose="02020500000000000000" pitchFamily="18" charset="-120"/>
              </a:defRPr>
            </a:lvl1pPr>
          </a:lstStyle>
          <a:p>
            <a:fld id="{2A279698-4A4C-FD4D-954B-75805E030161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B50C8F8-96C7-DBCE-494C-87B8E30113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254A: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我認救主無驚見誚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(1/4)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5D0CB21E-FC41-B9B6-AED5-E84975861B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我認救主無驚見誚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好膽干證道理 好膽干證道理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稱呼耶穌恩典奧妙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歡喜趁祂教示 歡喜趁祂教示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歡喜趁祂教示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1930149-C150-05FA-0701-0D630B9823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254A: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我認救主無驚見誚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(2/4)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9C8801F5-0C53-610A-F862-F712897499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耶穌聖名至貴至寶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世間無名可比 世間無名可比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生前靠主免致煩惱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死後永享福氣 死後永享福氣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死後永享福氣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A57140A-8B1C-1415-8175-45885DD8DD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254A: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我認救主無驚見誚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(3/4)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2856CA9A-68AF-9F92-B254-B10C61F986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耶穌全能真能庇佑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我知救主誠實 我知救主誠實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身體靈魂交祂的手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保全直到末日 保全直到末日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保全直到末日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F07B8D9-A0FE-5988-0E19-FB005A92B8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254A: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我認救主無驚見誚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0889726B-4C34-D115-A234-4E8706B264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審判的日上帝面前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救主認我賤名 救主認我賤名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在父的厝給我房間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永站天頂聖城 永站天頂聖城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永站天頂聖城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9480</TotalTime>
  <Words>195</Words>
  <Application>Microsoft Macintosh PowerPoint</Application>
  <PresentationFormat>On-screen Show (4:3)</PresentationFormat>
  <Paragraphs>25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標楷體</vt:lpstr>
      <vt:lpstr>新細明體</vt:lpstr>
      <vt:lpstr>Default Design</vt:lpstr>
      <vt:lpstr>1_Default Design</vt:lpstr>
      <vt:lpstr>254A:我認救主無驚見誚(1/4)</vt:lpstr>
      <vt:lpstr>254A:我認救主無驚見誚(2/4)</vt:lpstr>
      <vt:lpstr>254A:我認救主無驚見誚(3/4)</vt:lpstr>
      <vt:lpstr>254A:我認救主無驚見誚(4/4)</vt:lpstr>
    </vt:vector>
  </TitlesOfParts>
  <Company>The Reformed Church of Newtown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taiwanese</dc:creator>
  <cp:lastModifiedBy>Joseph Chen</cp:lastModifiedBy>
  <cp:revision>377</cp:revision>
  <dcterms:created xsi:type="dcterms:W3CDTF">2007-02-04T16:15:54Z</dcterms:created>
  <dcterms:modified xsi:type="dcterms:W3CDTF">2026-07-31T23:59:04Z</dcterms:modified>
</cp:coreProperties>
</file>