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4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15"/>
    <p:sldId id="2864" r:id="rId16"/>
    <p:sldId id="2865" r:id="rId17"/>
    <p:sldId id="2866" r:id="rId18"/>
    <p:sldId id="2867" r:id="rId19"/>
    <p:sldId id="2868" r:id="rId20"/>
    <p:sldId id="2869" r:id="rId21"/>
    <p:sldId id="2870" r:id="rId22"/>
    <p:sldId id="2871" r:id="rId23"/>
    <p:sldId id="2872" r:id="rId24"/>
    <p:sldId id="2873" r:id="rId25"/>
    <p:sldId id="2874" r:id="rId26"/>
    <p:sldId id="2875" r:id="rId27"/>
    <p:sldId id="2876" r:id="rId28"/>
    <p:sldId id="2877" r:id="rId29"/>
    <p:sldId id="2878" r:id="rId30"/>
    <p:sldId id="2879" r:id="rId31"/>
    <p:sldId id="2880" r:id="rId32"/>
    <p:sldId id="2881" r:id="rId33"/>
    <p:sldId id="2882" r:id="rId34"/>
    <p:sldId id="2883" r:id="rId35"/>
    <p:sldId id="2884" r:id="rId36"/>
    <p:sldId id="2885" r:id="rId37"/>
    <p:sldId id="2886" r:id="rId38"/>
    <p:sldId id="2887" r:id="rId39"/>
    <p:sldId id="2888" r:id="rId40"/>
    <p:sldId id="2889" r:id="rId41"/>
    <p:sldId id="2890" r:id="rId42"/>
    <p:sldId id="2891" r:id="rId43"/>
    <p:sldId id="2892" r:id="rId44"/>
    <p:sldId id="2893" r:id="rId45"/>
    <p:sldId id="2894" r:id="rId46"/>
    <p:sldId id="2895" r:id="rId47"/>
    <p:sldId id="2896" r:id="rId48"/>
    <p:sldId id="2897" r:id="rId49"/>
    <p:sldId id="2898" r:id="rId50"/>
    <p:sldId id="2899" r:id="rId51"/>
    <p:sldId id="2926" r:id="rId52"/>
    <p:sldId id="2900" r:id="rId53"/>
    <p:sldId id="2901" r:id="rId54"/>
    <p:sldId id="2902" r:id="rId55"/>
    <p:sldId id="2903" r:id="rId56"/>
    <p:sldId id="2904" r:id="rId57"/>
    <p:sldId id="2906" r:id="rId58"/>
    <p:sldId id="2907" r:id="rId59"/>
    <p:sldId id="256" r:id="rId60"/>
    <p:sldId id="2927" r:id="rId61"/>
    <p:sldId id="258" r:id="rId62"/>
    <p:sldId id="259" r:id="rId63"/>
    <p:sldId id="2909" r:id="rId64"/>
    <p:sldId id="2910" r:id="rId65"/>
    <p:sldId id="2911" r:id="rId66"/>
    <p:sldId id="2790" r:id="rId67"/>
    <p:sldId id="2791" r:id="rId68"/>
    <p:sldId id="2792" r:id="rId69"/>
    <p:sldId id="2912" r:id="rId70"/>
    <p:sldId id="2913" r:id="rId71"/>
    <p:sldId id="2914" r:id="rId72"/>
    <p:sldId id="2915" r:id="rId73"/>
    <p:sldId id="2916" r:id="rId74"/>
    <p:sldId id="2917" r:id="rId75"/>
    <p:sldId id="2918" r:id="rId76"/>
    <p:sldId id="2919" r:id="rId77"/>
    <p:sldId id="2920" r:id="rId78"/>
    <p:sldId id="2921" r:id="rId79"/>
    <p:sldId id="2922" r:id="rId80"/>
    <p:sldId id="2923" r:id="rId81"/>
    <p:sldId id="2924" r:id="rId82"/>
    <p:sldId id="2925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134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1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notesMaster" Target="notesMasters/notesMaster1.xml"/><Relationship Id="rId89" Type="http://schemas.openxmlformats.org/officeDocument/2006/relationships/tableStyles" Target="tableStyles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4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slide" Target="slides/slide72.xml"/><Relationship Id="rId85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slide" Target="slides/slide75.xml"/><Relationship Id="rId88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6.xml"/><Relationship Id="rId71" Type="http://schemas.openxmlformats.org/officeDocument/2006/relationships/slide" Target="slides/slide63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viewProps" Target="viewProps.xml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7/31/26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489B5-7AB6-4972-A6FA-F45AC0EA269A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24691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CBA8FB-D512-4FBE-A5F5-53FDCBF47521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7419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3A37BD-5511-478C-A577-F6662F15CFA8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01133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2AD11044-4E6E-F3CD-75B8-74107302B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(1/5)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09EAF286-E464-60C4-4B98-65D608DCE1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我心</a:t>
            </a:r>
            <a:r>
              <a:rPr lang="zh-TW" altLang="en-US" u="sng" dirty="0"/>
              <a:t>讚美</a:t>
            </a:r>
            <a:r>
              <a:rPr lang="en-US" altLang="zh-TW" sz="3200" dirty="0">
                <a:latin typeface="+mj-lt"/>
              </a:rPr>
              <a:t>(o</a:t>
            </a:r>
            <a:r>
              <a:rPr lang="nl-NL" altLang="zh-TW" sz="3200" dirty="0">
                <a:latin typeface="+mj-lt"/>
              </a:rPr>
              <a:t>-ló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至</a:t>
            </a:r>
            <a:r>
              <a:rPr lang="zh-TW" altLang="en-US" u="sng" dirty="0"/>
              <a:t>高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koân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上帝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萬民</a:t>
            </a:r>
            <a:r>
              <a:rPr lang="zh-TW" altLang="en-US" u="sng" dirty="0"/>
              <a:t>伏</a:t>
            </a:r>
            <a:r>
              <a:rPr lang="en-US" altLang="zh-TW" sz="3200" dirty="0">
                <a:latin typeface="+mj-lt"/>
              </a:rPr>
              <a:t>(</a:t>
            </a:r>
            <a:r>
              <a:rPr lang="en-US" altLang="zh-TW" sz="3200" dirty="0" err="1">
                <a:latin typeface="+mj-lt"/>
              </a:rPr>
              <a:t>phak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拜祂脚</a:t>
            </a:r>
            <a:r>
              <a:rPr lang="zh-TW" altLang="en-US" u="sng" dirty="0"/>
              <a:t>下</a:t>
            </a:r>
            <a:r>
              <a:rPr lang="en-US" altLang="zh-TW" sz="3200" dirty="0">
                <a:latin typeface="+mj-lt"/>
              </a:rPr>
              <a:t>(ē)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贖回醫治</a:t>
            </a:r>
            <a:r>
              <a:rPr lang="en-US" altLang="zh-TW" dirty="0"/>
              <a:t>,</a:t>
            </a:r>
            <a:r>
              <a:rPr lang="zh-TW" altLang="en-US" dirty="0"/>
              <a:t>赦免滿滿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咱著</a:t>
            </a:r>
            <a:r>
              <a:rPr lang="zh-TW" altLang="en-US" u="sng" dirty="0"/>
              <a:t>讚美</a:t>
            </a:r>
            <a:r>
              <a:rPr lang="en-US" altLang="zh-TW" sz="3200" dirty="0">
                <a:latin typeface="+mj-lt"/>
              </a:rPr>
              <a:t>(o</a:t>
            </a:r>
            <a:r>
              <a:rPr lang="nl-NL" altLang="zh-TW" sz="3200" dirty="0">
                <a:latin typeface="+mj-lt"/>
              </a:rPr>
              <a:t>-ló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來近</a:t>
            </a:r>
            <a:r>
              <a:rPr lang="zh-TW" altLang="en-US" u="sng" dirty="0"/>
              <a:t>倚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oá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),</a:t>
            </a:r>
          </a:p>
          <a:p>
            <a:pPr>
              <a:defRPr/>
            </a:pPr>
            <a:endParaRPr lang="en-US" altLang="zh-TW" dirty="0"/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36CAA9FC-D856-AE13-B80C-1DBA29FEFB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(1/5)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6BC37193-9345-2C85-F978-D4A2A1BB91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(o</a:t>
            </a:r>
            <a:r>
              <a:rPr lang="nl-NL" altLang="zh-TW" sz="3200" dirty="0">
                <a:latin typeface="Arial" pitchFamily="34" charset="0"/>
                <a:cs typeface="Arial" pitchFamily="34" charset="0"/>
              </a:rPr>
              <a:t>-ló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敬奉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3200" dirty="0">
                <a:latin typeface="+mj-lt"/>
              </a:rPr>
              <a:t>(o</a:t>
            </a:r>
            <a:r>
              <a:rPr lang="nl-NL" altLang="zh-TW" sz="3200" dirty="0">
                <a:latin typeface="+mj-lt"/>
              </a:rPr>
              <a:t>-ló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敬奉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讚美永遠活君王</a:t>
            </a:r>
            <a:r>
              <a:rPr lang="en-US" altLang="zh-TW" dirty="0"/>
              <a:t>.</a:t>
            </a:r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6CEA72B-66C5-721F-0CB6-1BA0FCF3C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(2/5)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333D77F-0B9E-6BC5-0835-46EA63E5B6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讚美</a:t>
            </a:r>
            <a:r>
              <a:rPr lang="en-US" altLang="zh-TW" sz="3200" dirty="0">
                <a:latin typeface="+mj-lt"/>
              </a:rPr>
              <a:t>(o</a:t>
            </a:r>
            <a:r>
              <a:rPr lang="nl-NL" altLang="zh-TW" sz="3200" dirty="0">
                <a:latin typeface="+mj-lt"/>
              </a:rPr>
              <a:t>-ló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我主</a:t>
            </a:r>
            <a:endParaRPr lang="nl-NL" altLang="zh-TW" dirty="0"/>
          </a:p>
          <a:p>
            <a:pPr>
              <a:defRPr/>
            </a:pPr>
            <a:r>
              <a:rPr lang="zh-TW" altLang="en-US" dirty="0"/>
              <a:t>恩典</a:t>
            </a:r>
            <a:r>
              <a:rPr lang="zh-TW" altLang="en-US" u="sng" dirty="0"/>
              <a:t>愛疼</a:t>
            </a:r>
            <a:r>
              <a:rPr lang="nl-NL" altLang="zh-TW" sz="3200" dirty="0">
                <a:latin typeface="+mj-lt"/>
              </a:rPr>
              <a:t>(thiàⁿ-thàng)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施落歷代困苦</a:t>
            </a:r>
            <a:r>
              <a:rPr lang="zh-TW" altLang="en-US" u="sng" dirty="0"/>
              <a:t>人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lâng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),</a:t>
            </a:r>
          </a:p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3200" dirty="0">
                <a:latin typeface="+mj-lt"/>
              </a:rPr>
              <a:t>(o</a:t>
            </a:r>
            <a:r>
              <a:rPr lang="nl-NL" altLang="zh-TW" sz="3200" dirty="0">
                <a:latin typeface="+mj-lt"/>
              </a:rPr>
              <a:t>-ló</a:t>
            </a:r>
            <a:r>
              <a:rPr lang="en-US" altLang="zh-TW" sz="3200" dirty="0">
                <a:latin typeface="+mj-lt"/>
              </a:rPr>
              <a:t>)</a:t>
            </a:r>
            <a:r>
              <a:rPr lang="zh-TW" altLang="en-US" dirty="0"/>
              <a:t>我主永遠無變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祝福人類賜恩典</a:t>
            </a:r>
            <a:r>
              <a:rPr lang="en-US" altLang="zh-TW" dirty="0"/>
              <a:t>,</a:t>
            </a:r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0FC05A1-0C88-0F02-7B81-5755A9BE14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(2/5)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4595A2D-864E-9203-2841-CB980B7865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我主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讚美我主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榮光無變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大</a:t>
            </a:r>
            <a:r>
              <a:rPr lang="zh-TW" altLang="en-US" u="sng" dirty="0"/>
              <a:t>富有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pù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-ū).</a:t>
            </a:r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31FB9BA-3D75-3641-5A40-A79FFFEC34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(3/5)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4E1F5CB-F850-D07A-526A-C9D256140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慈悲憐憫仁愛天父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知咱軟弱快受迷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用祂溫柔聖手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抱</a:t>
            </a: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(phō)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救咱脫出眾苦難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D94B27F-46CB-D405-B253-3D79B3B1FD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(3/5)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4D5DCA2-301B-603C-0D7A-7DCECB750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稱讚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讚美稱讚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主</a:t>
            </a:r>
            <a:r>
              <a:rPr lang="zh-TW" altLang="en-US" u="sng" dirty="0"/>
              <a:t>愛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thiàⁿ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</a:p>
          <a:p>
            <a:pPr>
              <a:defRPr/>
            </a:pPr>
            <a:r>
              <a:rPr lang="zh-TW" altLang="en-US" dirty="0"/>
              <a:t>到永遠</a:t>
            </a:r>
            <a:r>
              <a:rPr lang="en-US" altLang="zh-TW" dirty="0"/>
              <a:t>.</a:t>
            </a:r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646B7EE-C001-C2F9-9638-55A090AEBD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(4/5)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B10E30F-0676-A6A8-BBC1-EFB635AC71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人</a:t>
            </a:r>
            <a:r>
              <a:rPr lang="zh-TW" altLang="en-US" u="sng" dirty="0"/>
              <a:t>如</a:t>
            </a:r>
            <a:r>
              <a:rPr lang="nl-NL" altLang="zh-TW" sz="3200" dirty="0">
                <a:latin typeface="+mj-lt"/>
              </a:rPr>
              <a:t>(ná)</a:t>
            </a:r>
            <a:r>
              <a:rPr lang="zh-TW" altLang="en-US" u="sng" dirty="0"/>
              <a:t>夏</a:t>
            </a:r>
            <a:r>
              <a:rPr lang="nl-NL" altLang="zh-TW" sz="3200" dirty="0">
                <a:latin typeface="+mj-lt"/>
              </a:rPr>
              <a:t>(hē)</a:t>
            </a:r>
            <a:r>
              <a:rPr lang="zh-TW" altLang="en-US" dirty="0"/>
              <a:t>天花草茂盛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大風吹來就掃清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雖然人類歷史變遷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上帝永遠</a:t>
            </a:r>
            <a:r>
              <a:rPr lang="zh-TW" altLang="en-US" u="sng" dirty="0"/>
              <a:t>不</a:t>
            </a:r>
            <a:r>
              <a:rPr lang="nl-NL" altLang="zh-TW" sz="3200" dirty="0">
                <a:latin typeface="+mj-lt"/>
              </a:rPr>
              <a:t>(bōe)</a:t>
            </a:r>
            <a:r>
              <a:rPr lang="zh-TW" altLang="en-US" dirty="0"/>
              <a:t>改變</a:t>
            </a:r>
            <a:r>
              <a:rPr lang="en-US" altLang="zh-TW" dirty="0"/>
              <a:t>,</a:t>
            </a:r>
          </a:p>
          <a:p>
            <a:pPr>
              <a:defRPr/>
            </a:pPr>
            <a:endParaRPr lang="en-US" altLang="zh-TW" dirty="0"/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9564E9-3C08-94C0-BC8D-4B0646CFDF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(4/5)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EE29D23-A870-F925-D565-E249A4042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我主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讚美我主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我主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大仁慈</a:t>
            </a:r>
            <a:r>
              <a:rPr lang="en-US" altLang="zh-TW" dirty="0"/>
              <a:t>.</a:t>
            </a:r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9578971-4CE8-469A-2FFE-4D92BCF5C9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(5/5)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08A3F2D-AE89-34ED-0BB9-8F4F9899C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dirty="0"/>
              <a:t>天使世</a:t>
            </a:r>
            <a:r>
              <a:rPr lang="zh-TW" altLang="en-US" u="sng" dirty="0"/>
              <a:t>人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(</a:t>
            </a:r>
            <a:r>
              <a:rPr lang="en-US" altLang="zh-TW" sz="3200" dirty="0" err="1">
                <a:latin typeface="Arial" pitchFamily="34" charset="0"/>
                <a:cs typeface="Arial" pitchFamily="34" charset="0"/>
              </a:rPr>
              <a:t>jîn</a:t>
            </a:r>
            <a:r>
              <a:rPr lang="en-US" altLang="zh-TW" sz="3200" dirty="0">
                <a:latin typeface="Arial" pitchFamily="34" charset="0"/>
                <a:cs typeface="Arial" pitchFamily="34" charset="0"/>
              </a:rPr>
              <a:t>)</a:t>
            </a:r>
            <a:r>
              <a:rPr lang="zh-TW" altLang="en-US" dirty="0"/>
              <a:t>同心敬拜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朝見祂面</a:t>
            </a:r>
            <a:r>
              <a:rPr lang="zh-TW" altLang="en-US" u="sng" dirty="0"/>
              <a:t>同</a:t>
            </a:r>
            <a:r>
              <a:rPr lang="nl-NL" altLang="zh-TW" sz="3200" dirty="0">
                <a:latin typeface="+mj-lt"/>
              </a:rPr>
              <a:t>(tâng)</a:t>
            </a:r>
            <a:r>
              <a:rPr lang="zh-TW" altLang="en-US" u="sng" dirty="0"/>
              <a:t>服事</a:t>
            </a:r>
            <a:r>
              <a:rPr lang="nl-NL" altLang="zh-TW" sz="3200" dirty="0">
                <a:latin typeface="+mj-lt"/>
              </a:rPr>
              <a:t>(h</a:t>
            </a:r>
            <a:r>
              <a:rPr lang="en-US" altLang="zh-TW" sz="3200" dirty="0" err="1">
                <a:latin typeface="+mj-lt"/>
              </a:rPr>
              <a:t>o̍k</a:t>
            </a:r>
            <a:r>
              <a:rPr lang="nl-NL" altLang="zh-TW" sz="3200" dirty="0">
                <a:latin typeface="+mj-lt"/>
              </a:rPr>
              <a:t>-sāi)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日月星辰</a:t>
            </a:r>
            <a:r>
              <a:rPr lang="zh-TW" altLang="en-US" u="sng" dirty="0"/>
              <a:t>伏</a:t>
            </a:r>
            <a:r>
              <a:rPr lang="nl-NL" altLang="zh-TW" sz="3200" dirty="0">
                <a:latin typeface="+mj-lt"/>
              </a:rPr>
              <a:t>(phak)</a:t>
            </a:r>
            <a:r>
              <a:rPr lang="zh-TW" altLang="en-US" dirty="0"/>
              <a:t>拜恭敬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dirty="0"/>
              <a:t>吟詩</a:t>
            </a: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永無停</a:t>
            </a:r>
            <a:r>
              <a:rPr lang="en-US" altLang="zh-TW" dirty="0"/>
              <a:t>,</a:t>
            </a:r>
          </a:p>
          <a:p>
            <a:pPr>
              <a:defRPr/>
            </a:pPr>
            <a:endParaRPr lang="en-US" altLang="zh-TW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87A8883-3377-C636-0B71-D8C401B6D0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71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：我心讚美至高上帝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(5/5)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2E8D725-12BB-442C-1D70-3111CC9938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稱讚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稱讚</a:t>
            </a:r>
            <a:r>
              <a:rPr lang="en-US" altLang="zh-TW" dirty="0"/>
              <a:t>,</a:t>
            </a:r>
          </a:p>
          <a:p>
            <a:pPr>
              <a:defRPr/>
            </a:pPr>
            <a:r>
              <a:rPr lang="zh-TW" altLang="en-US" u="sng" dirty="0"/>
              <a:t>讚美</a:t>
            </a:r>
            <a:r>
              <a:rPr lang="en-US" altLang="zh-TW" sz="4000" dirty="0">
                <a:latin typeface="+mj-lt"/>
              </a:rPr>
              <a:t>(o</a:t>
            </a:r>
            <a:r>
              <a:rPr lang="nl-NL" altLang="zh-TW" sz="4000" dirty="0">
                <a:latin typeface="+mj-lt"/>
              </a:rPr>
              <a:t>-ló</a:t>
            </a:r>
            <a:r>
              <a:rPr lang="en-US" altLang="zh-TW" sz="4000" dirty="0">
                <a:latin typeface="+mj-lt"/>
              </a:rPr>
              <a:t>)</a:t>
            </a:r>
            <a:r>
              <a:rPr lang="zh-TW" altLang="en-US" dirty="0"/>
              <a:t>主名</a:t>
            </a:r>
            <a:endParaRPr lang="en-US" altLang="zh-TW" dirty="0"/>
          </a:p>
          <a:p>
            <a:pPr>
              <a:defRPr/>
            </a:pPr>
            <a:r>
              <a:rPr lang="zh-TW" altLang="en-US" dirty="0"/>
              <a:t>到永遠</a:t>
            </a:r>
            <a:r>
              <a:rPr lang="en-US" altLang="zh-TW" dirty="0"/>
              <a:t>.</a:t>
            </a:r>
          </a:p>
          <a:p>
            <a:pPr>
              <a:defRPr/>
            </a:pPr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2B0F29B-A19E-74D8-22D7-67239121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23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8510FF4-7E0B-55E7-ED3D-C9C8A1CE3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12192000" cy="5257800"/>
          </a:xfrm>
        </p:spPr>
        <p:txBody>
          <a:bodyPr/>
          <a:lstStyle/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耶和華是我的牧者</a:t>
            </a:r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我無欠缺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r>
              <a:rPr lang="zh-TW" altLang="en-US" u="sng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(hō͘ )</a:t>
            </a:r>
            <a:r>
              <a:rPr lang="zh-TW" altLang="en-US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我倒在青翠的草埔</a:t>
            </a:r>
            <a:endParaRPr lang="en-US" altLang="zh-TW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(chhōa)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我在安靜的水邊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206DB97-E120-D7D6-877C-0EAB0AB33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23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3EB45BD-2ACB-B073-2BCA-E5E7FB15E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12192000" cy="57150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祂使我的靈魂精英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為着祂的名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導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chhōa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行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kiâ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義的路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lnSpc>
                <a:spcPct val="90000"/>
              </a:lnSpc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我雖然行過死蔭的山谷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lnSpc>
                <a:spcPct val="90000"/>
              </a:lnSpc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亦不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ia̍h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 m̄)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驚災害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FA9430F-E66F-B5A9-B0D6-86147AF61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23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5E1C99B-A1C2-5F97-68DC-B519F2F00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2634"/>
            <a:ext cx="12192000" cy="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因為祢與我在的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lnSpc>
                <a:spcPct val="90000"/>
              </a:lnSpc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祢的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槌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thûi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祢的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柺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koái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安慰我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5137997-40DE-D1F3-5C6C-F809CE29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23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F2673BB-99C9-7FE1-079C-C3AF24203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3651"/>
            <a:ext cx="12192000" cy="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在我對敵的面前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lnSpc>
                <a:spcPct val="90000"/>
              </a:lnSpc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給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kā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我排設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筵席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iân-sia̍h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C263B64-0E1A-844E-AB8C-232AEA630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23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7C1F548-D61C-F645-0E11-F8CE674C1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4667"/>
            <a:ext cx="12192000" cy="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你用油抺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boah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我的頭殼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lnSpc>
                <a:spcPct val="90000"/>
              </a:lnSpc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我的杯滿出來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>
              <a:lnSpc>
                <a:spcPct val="90000"/>
              </a:lnSpc>
            </a:pP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6F448EC-7522-3493-B11A-2A19CBE84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23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2648413-A0FC-8F58-26AB-A498AE6F7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12634"/>
            <a:ext cx="12192000" cy="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恩典及慈悲的確隨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tè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我到一世人</a:t>
            </a:r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lnSpc>
                <a:spcPct val="90000"/>
              </a:lnSpc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永遠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居起在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khiā-khí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耶和華的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厝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chhù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7538" y="2786743"/>
            <a:ext cx="710963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66FFFF"/>
                </a:solidFill>
                <a:latin typeface="標楷體"/>
              </a:rPr>
              <a:t>獻詩: 我真愛聼主的故事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我真愛聼主的故事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我真愛聽主的故事</a:t>
            </a:r>
          </a:p>
          <a:p>
            <a:r>
              <a:t>我真愛聽主的故事</a:t>
            </a:r>
          </a:p>
          <a:p>
            <a:r>
              <a:t>聖經記載的故事</a:t>
            </a:r>
          </a:p>
          <a:p>
            <a:r>
              <a:t>我真愛聽寶貴故事</a:t>
            </a:r>
          </a:p>
          <a:p>
            <a:r>
              <a:t>甜蜜無比的故事</a:t>
            </a:r>
          </a:p>
          <a:p>
            <a:r>
              <a:t>哦 甲我講天使在吟詩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我真愛聼主的故事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親像迎接主出世</a:t>
            </a:r>
          </a:p>
          <a:p>
            <a:r>
              <a:t>榮光歸至高的寶座</a:t>
            </a:r>
          </a:p>
          <a:p>
            <a:r>
              <a:t>帶來好消息與平安</a:t>
            </a:r>
          </a:p>
          <a:p>
            <a:r>
              <a:t>我真愛聽主的故事</a:t>
            </a:r>
          </a:p>
          <a:p>
            <a:r>
              <a:t>哦聖經記戴的故事</a:t>
            </a:r>
          </a:p>
          <a:p>
            <a:r>
              <a:t>我真愛聽寶貴的故事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我真愛聼主的故事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甜蜜無比的故事</a:t>
            </a:r>
          </a:p>
          <a:p>
            <a:r>
              <a:t>甜蜜無比的故事</a:t>
            </a:r>
          </a:p>
          <a:p>
            <a:r>
              <a:t>請對我講主的故事</a:t>
            </a:r>
          </a:p>
          <a:p>
            <a:r>
              <a:t>我意愛聽</a:t>
            </a:r>
          </a:p>
          <a:p>
            <a:r>
              <a:t>主若此時在我身邊</a:t>
            </a:r>
          </a:p>
          <a:p>
            <a:r>
              <a:t>我就要問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我真愛聼主的故事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路邊的風景 海邊的事</a:t>
            </a:r>
          </a:p>
          <a:p>
            <a:r>
              <a:t>耶穌的故事請對我講</a:t>
            </a:r>
          </a:p>
          <a:p>
            <a:r>
              <a:t>上帝所賜活命的話</a:t>
            </a:r>
          </a:p>
          <a:p>
            <a:r>
              <a:t>奧妙聖經明記</a:t>
            </a:r>
          </a:p>
          <a:p>
            <a:r>
              <a:t>報人識主 乎人知罪</a:t>
            </a:r>
          </a:p>
          <a:p>
            <a:r>
              <a:t>恩典明明指示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我真愛聼主的故事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敎人識主旨意</a:t>
            </a:r>
          </a:p>
          <a:p>
            <a:r>
              <a:t>誠心來服事祂</a:t>
            </a:r>
          </a:p>
          <a:p>
            <a:r>
              <a:t>上帝的話 活命的話</a:t>
            </a:r>
          </a:p>
          <a:p>
            <a:r>
              <a:t>智慧奧妙極大</a:t>
            </a:r>
          </a:p>
          <a:p>
            <a:r>
              <a:t>上帝的話 活命的話</a:t>
            </a:r>
          </a:p>
          <a:p>
            <a:r>
              <a:t>導咱直到永遠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我真愛聼主的故事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上帝奧妙的話</a:t>
            </a:r>
          </a:p>
          <a:p>
            <a:r>
              <a:t>(上帝的話 活命的話）</a:t>
            </a:r>
          </a:p>
          <a:p>
            <a:r>
              <a:t>我真愛聽主的故事</a:t>
            </a:r>
          </a:p>
          <a:p>
            <a:r>
              <a:t>上帝的話 活命的話</a:t>
            </a:r>
          </a:p>
          <a:p>
            <a:r>
              <a:t>聖經記載的故事</a:t>
            </a:r>
          </a:p>
          <a:p>
            <a:r>
              <a:t>Oh 又講一次主的故事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我真愛聼主的故事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我真愛寶貴故事</a:t>
            </a:r>
          </a:p>
          <a:p>
            <a:r>
              <a:t>(上帝的話 活命的話)</a:t>
            </a:r>
          </a:p>
          <a:p>
            <a:r>
              <a:t>甜蜜無比的故事</a:t>
            </a:r>
          </a:p>
          <a:p>
            <a:r>
              <a:t>甜蜜無比的故事</a:t>
            </a:r>
          </a:p>
          <a:p>
            <a:r>
              <a:t>上帝的話 活命的話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4746" y="2086708"/>
            <a:ext cx="120372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600" b="1">
                <a:solidFill>
                  <a:srgbClr val="66FFFF"/>
                </a:solidFill>
                <a:latin typeface="DFKai-SB"/>
              </a:rPr>
              <a:t>經文</a:t>
            </a:r>
          </a:p>
          <a:p>
            <a:pPr algn="ctr"/>
            <a:r>
              <a:rPr sz="7200" b="1">
                <a:latin typeface="DFKai-SB"/>
              </a:rPr>
              <a:t>馬太福音 6:25~34</a:t>
            </a:r>
          </a:p>
          <a:p>
            <a:pPr algn="ctr"/>
            <a:r>
              <a:rPr sz="5400" b="1">
                <a:latin typeface="標楷體"/>
              </a:rPr>
              <a:t>(新約第</a:t>
            </a:r>
            <a:r>
              <a:rPr sz="5400" b="1">
                <a:solidFill>
                  <a:srgbClr val="FFFF00"/>
                </a:solidFill>
                <a:latin typeface="標楷體"/>
              </a:rPr>
              <a:t>7</a:t>
            </a:r>
            <a:r>
              <a:rPr sz="5400" b="1">
                <a:latin typeface="標楷體"/>
              </a:rPr>
              <a:t>頁)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1823" y="0"/>
            <a:ext cx="42883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馬太福音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6:25~34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25.「所以我告訴你們，不要為生命憂
   </a:t>
            </a:r>
            <a:r>
              <a:rPr sz="5400" b="1" dirty="0" err="1">
                <a:latin typeface="DFKai-SB"/>
              </a:rPr>
              <a:t>慮吃甚麼，喝甚麼；為身體憂慮穿甚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麼。生命不勝於飲食麼？身體不勝於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衣裳麼</a:t>
            </a:r>
            <a:r>
              <a:rPr sz="5400" b="1" dirty="0">
                <a:latin typeface="DFKai-SB"/>
              </a:rPr>
              <a:t>？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6391F-3D48-8BA6-4CB3-3D0ED5859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4B3CED-C928-AB97-E787-B6BFAEA1D810}"/>
              </a:ext>
            </a:extLst>
          </p:cNvPr>
          <p:cNvSpPr txBox="1"/>
          <p:nvPr/>
        </p:nvSpPr>
        <p:spPr>
          <a:xfrm>
            <a:off x="3951823" y="0"/>
            <a:ext cx="42883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馬太福音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6:25~34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1E0CD6-F296-B7BE-7BCA-96993AE9E14F}"/>
              </a:ext>
            </a:extLst>
          </p:cNvPr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26.你們看那天上的飛鳥，也不種，也不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收，也不積蓄在倉裏，你們的天父尚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且養活他。你們不比飛鳥貴重得多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嗎</a:t>
            </a:r>
            <a:r>
              <a:rPr sz="5400" b="1" dirty="0">
                <a:latin typeface="DFKai-SB"/>
              </a:rPr>
              <a:t>？</a:t>
            </a:r>
            <a:br>
              <a:rPr lang="en-US" sz="5400" b="1" dirty="0">
                <a:latin typeface="DFKai-SB"/>
              </a:rPr>
            </a:br>
            <a:r>
              <a:rPr lang="en-US" altLang="zh-TW" sz="5400" b="1" dirty="0">
                <a:latin typeface="DFKai-SB"/>
              </a:rPr>
              <a:t>27.</a:t>
            </a:r>
            <a:r>
              <a:rPr lang="zh-TW" altLang="en-US" sz="5400" b="1" dirty="0">
                <a:latin typeface="DFKai-SB"/>
              </a:rPr>
              <a:t>你們那一個能用思慮使壽數多加一
   刻呢</a:t>
            </a:r>
            <a:r>
              <a:rPr lang="en-US" altLang="zh-TW" sz="5400" b="1" dirty="0">
                <a:latin typeface="DFKai-SB"/>
              </a:rPr>
              <a:t>〔</a:t>
            </a:r>
            <a:r>
              <a:rPr lang="zh-TW" altLang="en-US" sz="5400" b="1" dirty="0">
                <a:latin typeface="DFKai-SB"/>
              </a:rPr>
              <a:t>或作：使身量多加一肘呢</a:t>
            </a:r>
            <a:r>
              <a:rPr lang="en-US" altLang="zh-TW" sz="5400" b="1" dirty="0">
                <a:latin typeface="DFKai-SB"/>
              </a:rPr>
              <a:t>〕</a:t>
            </a:r>
            <a:r>
              <a:rPr lang="zh-TW" altLang="en-US" sz="5400" b="1" dirty="0">
                <a:latin typeface="DFKai-SB"/>
              </a:rPr>
              <a:t>？</a:t>
            </a:r>
          </a:p>
          <a:p>
            <a:endParaRPr sz="5400" b="1" dirty="0">
              <a:latin typeface="DFKai-SB"/>
            </a:endParaRPr>
          </a:p>
        </p:txBody>
      </p:sp>
    </p:spTree>
    <p:extLst>
      <p:ext uri="{BB962C8B-B14F-4D97-AF65-F5344CB8AC3E}">
        <p14:creationId xmlns:p14="http://schemas.microsoft.com/office/powerpoint/2010/main" val="20021187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1823" y="0"/>
            <a:ext cx="42883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馬太福音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6:25~34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28.何必為衣裳憂慮呢？你想野地裏的
   </a:t>
            </a:r>
            <a:r>
              <a:rPr sz="5400" b="1" dirty="0" err="1">
                <a:latin typeface="DFKai-SB"/>
              </a:rPr>
              <a:t>百合花怎麼長起來；它也不勞苦，也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不紡線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29.然而我告訴你們，就是所羅門極榮
   </a:t>
            </a:r>
            <a:r>
              <a:rPr sz="5400" b="1" dirty="0" err="1">
                <a:latin typeface="DFKai-SB"/>
              </a:rPr>
              <a:t>華的時候，他所穿戴的，還不如這花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一朵呢</a:t>
            </a:r>
            <a:r>
              <a:rPr sz="5400" b="1" dirty="0">
                <a:latin typeface="DFKai-SB"/>
              </a:rPr>
              <a:t>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1823" y="0"/>
            <a:ext cx="42883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馬太福音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6:25~34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30.你們這小信的人哪！野地裏的草今
   </a:t>
            </a:r>
            <a:r>
              <a:rPr sz="5400" b="1" dirty="0" err="1">
                <a:latin typeface="DFKai-SB"/>
              </a:rPr>
              <a:t>天還在，明天就丟在爐裏，神還給它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這樣的妝飾，何況你們呢</a:t>
            </a:r>
            <a:r>
              <a:rPr sz="5400" b="1" dirty="0">
                <a:latin typeface="DFKai-SB"/>
              </a:rPr>
              <a:t>！</a:t>
            </a:r>
          </a:p>
          <a:p>
            <a:r>
              <a:rPr sz="5400" b="1" dirty="0">
                <a:latin typeface="DFKai-SB"/>
              </a:rPr>
              <a:t>31.所以，不要憂慮說：吃甚麼？喝甚
   </a:t>
            </a:r>
            <a:r>
              <a:rPr sz="5400" b="1" dirty="0" err="1">
                <a:latin typeface="DFKai-SB"/>
              </a:rPr>
              <a:t>麼？穿甚麼</a:t>
            </a:r>
            <a:r>
              <a:rPr sz="5400" b="1" dirty="0">
                <a:latin typeface="DFKai-SB"/>
              </a:rPr>
              <a:t>？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1823" y="0"/>
            <a:ext cx="42883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u="sng" dirty="0" err="1">
                <a:solidFill>
                  <a:srgbClr val="66FFFF"/>
                </a:solidFill>
                <a:latin typeface="標楷體"/>
              </a:rPr>
              <a:t>馬太福音</a:t>
            </a:r>
            <a:r>
              <a:rPr sz="4000" b="1" u="sng" dirty="0">
                <a:solidFill>
                  <a:srgbClr val="66FFFF"/>
                </a:solidFill>
                <a:latin typeface="標楷體"/>
              </a:rPr>
              <a:t> 6:25~34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22035" y="815926"/>
            <a:ext cx="1253719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 dirty="0">
                <a:latin typeface="DFKai-SB"/>
              </a:rPr>
              <a:t>32.這都是外邦人所求的，你們需用的
   </a:t>
            </a:r>
            <a:r>
              <a:rPr sz="5400" b="1" dirty="0" err="1">
                <a:latin typeface="DFKai-SB"/>
              </a:rPr>
              <a:t>這一切東西，你們的天父是知道的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33.你們要先求他的國和他的義，這些
   </a:t>
            </a:r>
            <a:r>
              <a:rPr sz="5400" b="1" dirty="0" err="1">
                <a:latin typeface="DFKai-SB"/>
              </a:rPr>
              <a:t>東西都要加給你們了</a:t>
            </a:r>
            <a:r>
              <a:rPr sz="5400" b="1" dirty="0">
                <a:latin typeface="DFKai-SB"/>
              </a:rPr>
              <a:t>。</a:t>
            </a:r>
          </a:p>
          <a:p>
            <a:r>
              <a:rPr sz="5400" b="1" dirty="0">
                <a:latin typeface="DFKai-SB"/>
              </a:rPr>
              <a:t>34.所以，不要為明天憂慮，因為明天
   </a:t>
            </a:r>
            <a:r>
              <a:rPr sz="5400" b="1" dirty="0" err="1">
                <a:latin typeface="DFKai-SB"/>
              </a:rPr>
              <a:t>自有明天的憂慮；一天的難處一天當</a:t>
            </a:r>
            <a:br>
              <a:rPr lang="en-US" sz="5400" b="1" dirty="0">
                <a:latin typeface="DFKai-SB"/>
              </a:rPr>
            </a:br>
            <a:r>
              <a:rPr lang="zh-TW" altLang="en-US" sz="5400" b="1" dirty="0">
                <a:latin typeface="DFKai-SB"/>
              </a:rPr>
              <a:t>   </a:t>
            </a:r>
            <a:r>
              <a:rPr sz="5400" b="1" dirty="0" err="1">
                <a:latin typeface="DFKai-SB"/>
              </a:rPr>
              <a:t>就彀了</a:t>
            </a:r>
            <a:r>
              <a:rPr sz="5400" b="1" dirty="0">
                <a:latin typeface="DFKai-SB"/>
              </a:rPr>
              <a:t>。」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標楷體"/>
              </a:rP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1"/>
            <a:ext cx="12192000" cy="5867400"/>
          </a:xfrm>
        </p:spPr>
        <p:txBody>
          <a:bodyPr/>
          <a:lstStyle/>
          <a:p>
            <a:endParaRPr lang="en-US" sz="8000" dirty="0"/>
          </a:p>
          <a:p>
            <a:r>
              <a:rPr sz="8000" dirty="0" err="1"/>
              <a:t>不要憂慮</a:t>
            </a:r>
            <a:r>
              <a:rPr sz="5000" b="1" dirty="0">
                <a:latin typeface="DFKai-SB"/>
              </a:rPr>
              <a:t>                                </a:t>
            </a:r>
            <a:r>
              <a:rPr lang="zh-TW" altLang="en-US" sz="5000" b="1" dirty="0">
                <a:latin typeface="DFKai-SB"/>
              </a:rPr>
              <a:t>   </a:t>
            </a:r>
            <a:br>
              <a:rPr lang="en-US" altLang="zh-TW" sz="5000" b="1" dirty="0">
                <a:latin typeface="DFKai-SB"/>
              </a:rPr>
            </a:br>
            <a:r>
              <a:rPr lang="zh-TW" altLang="en-US" sz="5000" b="1" dirty="0">
                <a:latin typeface="DFKai-SB"/>
              </a:rPr>
              <a:t>        </a:t>
            </a:r>
            <a:r>
              <a:rPr sz="4400" b="1" dirty="0" err="1">
                <a:latin typeface="標楷體"/>
              </a:rPr>
              <a:t>陳信銘牧師</a:t>
            </a:r>
            <a:endParaRPr sz="4400" b="1" dirty="0">
              <a:latin typeface="標楷體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一</a:t>
            </a:r>
            <a:r>
              <a:rPr dirty="0"/>
              <a:t>. </a:t>
            </a:r>
            <a:r>
              <a:rPr dirty="0" err="1"/>
              <a:t>不必憂慮</a:t>
            </a:r>
            <a:r>
              <a:rPr dirty="0"/>
              <a:t>：</a:t>
            </a:r>
            <a:br>
              <a:rPr lang="en-US" dirty="0"/>
            </a:br>
            <a:r>
              <a:rPr dirty="0"/>
              <a:t>1.生命勝於飲食，身體勝於衣裳！</a:t>
            </a:r>
            <a:br>
              <a:rPr lang="en-US" dirty="0"/>
            </a:br>
            <a:r>
              <a:rPr dirty="0"/>
              <a:t>2.天父尚且養活飛鳥，我們比飛鳥貴重</a:t>
            </a:r>
            <a:br>
              <a:rPr lang="en-US" dirty="0"/>
            </a:br>
            <a:r>
              <a:rPr lang="zh-TW" altLang="en-US" dirty="0"/>
              <a:t> </a:t>
            </a:r>
            <a:r>
              <a:rPr dirty="0" err="1"/>
              <a:t>得多</a:t>
            </a:r>
            <a:r>
              <a:rPr dirty="0"/>
              <a:t>！</a:t>
            </a:r>
            <a:br>
              <a:rPr lang="en-US" dirty="0"/>
            </a:br>
            <a:r>
              <a:rPr dirty="0"/>
              <a:t>3.所羅門極榮華的時候所穿戴的，還不</a:t>
            </a:r>
            <a:br>
              <a:rPr lang="en-US" dirty="0"/>
            </a:br>
            <a:r>
              <a:rPr lang="zh-TW" altLang="en-US" dirty="0"/>
              <a:t> </a:t>
            </a:r>
            <a:r>
              <a:rPr dirty="0" err="1"/>
              <a:t>如野地的百合花</a:t>
            </a:r>
            <a:r>
              <a:rPr dirty="0"/>
              <a:t>！</a:t>
            </a:r>
            <a:br>
              <a:rPr lang="en-US" dirty="0"/>
            </a:br>
            <a:r>
              <a:rPr lang="en-US" altLang="zh-TW" dirty="0"/>
              <a:t>4.</a:t>
            </a:r>
            <a:r>
              <a:rPr lang="zh-TW" altLang="en-US" dirty="0"/>
              <a:t>哪一個能用思慮使壽數多加一刻呢？</a:t>
            </a:r>
          </a:p>
          <a:p>
            <a:pPr algn="l"/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二</a:t>
            </a:r>
            <a:r>
              <a:rPr dirty="0"/>
              <a:t>. </a:t>
            </a:r>
            <a:r>
              <a:rPr dirty="0" err="1"/>
              <a:t>過份憂慮帶來「憂鬱</a:t>
            </a:r>
            <a:r>
              <a:rPr dirty="0"/>
              <a:t>」！</a:t>
            </a:r>
            <a:br>
              <a:rPr lang="en-US" dirty="0"/>
            </a:br>
            <a:r>
              <a:rPr dirty="0"/>
              <a:t>1.「過份憂慮」破壞身心健康</a:t>
            </a:r>
            <a:br>
              <a:rPr lang="en-US" dirty="0"/>
            </a:br>
            <a:r>
              <a:rPr dirty="0"/>
              <a:t>2.難治的「憂鬱症」！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-99152"/>
            <a:ext cx="12192000" cy="6957152"/>
          </a:xfrm>
        </p:spPr>
        <p:txBody>
          <a:bodyPr/>
          <a:lstStyle/>
          <a:p>
            <a:r>
              <a:rPr sz="4400" b="1" dirty="0" err="1">
                <a:solidFill>
                  <a:srgbClr val="66FFFF"/>
                </a:solidFill>
                <a:latin typeface="標楷體"/>
              </a:rPr>
              <a:t>今日信息</a:t>
            </a:r>
            <a:endParaRPr sz="4400" b="1" dirty="0">
              <a:solidFill>
                <a:srgbClr val="66FFFF"/>
              </a:solidFill>
              <a:latin typeface="標楷體"/>
            </a:endParaRPr>
          </a:p>
          <a:p>
            <a:pPr algn="l"/>
            <a:r>
              <a:rPr dirty="0" err="1"/>
              <a:t>三</a:t>
            </a:r>
            <a:r>
              <a:rPr dirty="0"/>
              <a:t>. </a:t>
            </a:r>
            <a:r>
              <a:rPr dirty="0" err="1"/>
              <a:t>不要憂慮的方法</a:t>
            </a:r>
            <a:r>
              <a:rPr dirty="0"/>
              <a:t>：</a:t>
            </a:r>
            <a:br>
              <a:rPr lang="en-US" dirty="0"/>
            </a:br>
            <a:r>
              <a:rPr dirty="0"/>
              <a:t>1.我們要吃甚麼/</a:t>
            </a:r>
            <a:r>
              <a:rPr dirty="0" err="1"/>
              <a:t>喝甚麼</a:t>
            </a:r>
            <a:r>
              <a:rPr dirty="0"/>
              <a:t>/</a:t>
            </a:r>
            <a:r>
              <a:rPr dirty="0" err="1"/>
              <a:t>穿甚麼？天父</a:t>
            </a:r>
            <a:br>
              <a:rPr lang="en-US" dirty="0"/>
            </a:br>
            <a:r>
              <a:rPr lang="zh-TW" altLang="en-US" dirty="0"/>
              <a:t>  </a:t>
            </a:r>
            <a:r>
              <a:rPr dirty="0" err="1"/>
              <a:t>是知道的</a:t>
            </a:r>
            <a:r>
              <a:rPr dirty="0"/>
              <a:t>！</a:t>
            </a:r>
            <a:br>
              <a:rPr lang="en-US" dirty="0"/>
            </a:br>
            <a:r>
              <a:rPr dirty="0"/>
              <a:t>2.要先求天父的國和天父的義，這些東</a:t>
            </a:r>
            <a:br>
              <a:rPr lang="en-US" dirty="0"/>
            </a:br>
            <a:r>
              <a:rPr lang="zh-TW" altLang="en-US" dirty="0"/>
              <a:t>  </a:t>
            </a:r>
            <a:r>
              <a:rPr dirty="0" err="1"/>
              <a:t>西都要加給你們了</a:t>
            </a:r>
            <a:r>
              <a:rPr dirty="0"/>
              <a:t>！</a:t>
            </a:r>
            <a:br>
              <a:rPr lang="en-US" dirty="0"/>
            </a:br>
            <a:r>
              <a:rPr lang="en-US" altLang="zh-TW" dirty="0"/>
              <a:t>3.</a:t>
            </a:r>
            <a:r>
              <a:rPr lang="zh-TW" altLang="en-US" dirty="0"/>
              <a:t>不要為「明天」憂慮，一天的難處一</a:t>
            </a:r>
            <a:br>
              <a:rPr lang="en-US" altLang="zh-TW" dirty="0"/>
            </a:br>
            <a:r>
              <a:rPr lang="zh-TW" altLang="en-US" dirty="0"/>
              <a:t>  天當就夠了！</a:t>
            </a:r>
          </a:p>
          <a:p>
            <a:pPr algn="l"/>
            <a:endParaRPr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B50C8F8-96C7-DBCE-494C-87B8E30113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254A: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我認救主無驚見誚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D0CB21E-FC41-B9B6-AED5-E84975861B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我認救主無驚見誚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好膽干證道理 好膽干證道理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稱呼耶穌恩典奧妙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歡喜趁祂教示 歡喜趁祂教示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歡喜趁祂教示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1930149-C150-05FA-0701-0D630B9823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254A: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我認救主無驚見誚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C8801F5-0C53-610A-F862-F71289749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耶穌聖名至貴至寶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世間無名可比 世間無名可比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生前靠主免致煩惱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死後永享福氣 死後永享福氣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死後永享福氣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A57140A-8B1C-1415-8175-45885DD8D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254A: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我認救主無驚見誚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856CA9A-68AF-9F92-B254-B10C61F986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耶穌全能真能庇佑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我知救主誠實 我知救主誠實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身體靈魂交祂的手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保全直到末日 保全直到末日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保全直到末日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F07B8D9-A0FE-5988-0E19-FB005A92B8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254A: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我認救主無驚見誚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889726B-4C34-D115-A234-4E8706B264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審判的日上帝面前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救主認我賤名 救主認我賤名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在父的厝給我房間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永站天頂聖城 永站天頂聖城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永站天頂聖城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ext Box 2"/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聖餐</a:t>
            </a:r>
          </a:p>
        </p:txBody>
      </p:sp>
    </p:spTree>
    <p:extLst>
      <p:ext uri="{BB962C8B-B14F-4D97-AF65-F5344CB8AC3E}">
        <p14:creationId xmlns:p14="http://schemas.microsoft.com/office/powerpoint/2010/main" val="1073264047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215:</a:t>
            </a:r>
            <a:r>
              <a:rPr lang="zh-TW" altLang="en-US" dirty="0"/>
              <a:t>耶穌身軀替咱釘死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115715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耶穌身軀替咱釘死</a:t>
            </a:r>
            <a:endParaRPr lang="en-US" altLang="zh-TW" dirty="0"/>
          </a:p>
          <a:p>
            <a:r>
              <a:rPr lang="zh-TW" altLang="en-US" dirty="0"/>
              <a:t>擘餅傳授奧妙道理</a:t>
            </a:r>
            <a:endParaRPr lang="en-US" altLang="zh-TW" dirty="0"/>
          </a:p>
          <a:p>
            <a:r>
              <a:rPr lang="zh-TW" altLang="en-US" dirty="0"/>
              <a:t>寶血流出會救學生</a:t>
            </a:r>
            <a:endParaRPr lang="en-US" altLang="zh-TW" dirty="0"/>
          </a:p>
          <a:p>
            <a:r>
              <a:rPr lang="zh-TW" altLang="en-US" dirty="0"/>
              <a:t>葡萄紅汁代代表明</a:t>
            </a:r>
            <a:endParaRPr lang="en-US" altLang="zh-TW" dirty="0"/>
          </a:p>
          <a:p>
            <a:r>
              <a:rPr lang="zh-TW" altLang="en-US" dirty="0"/>
              <a:t>阿們</a:t>
            </a:r>
          </a:p>
        </p:txBody>
      </p:sp>
    </p:spTree>
    <p:extLst>
      <p:ext uri="{BB962C8B-B14F-4D97-AF65-F5344CB8AC3E}">
        <p14:creationId xmlns:p14="http://schemas.microsoft.com/office/powerpoint/2010/main" val="87641941"/>
      </p:ext>
    </p:extLst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 noChangeArrowheads="1"/>
          </p:cNvSpPr>
          <p:nvPr>
            <p:ph type="title"/>
          </p:nvPr>
        </p:nvSpPr>
        <p:spPr>
          <a:xfrm>
            <a:off x="1524000" y="-152400"/>
            <a:ext cx="9144000" cy="1981200"/>
          </a:xfrm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TW" altLang="en-US" sz="6600">
                <a:solidFill>
                  <a:srgbClr val="00FFFF"/>
                </a:solidFill>
              </a:rPr>
              <a:t>聖餐</a:t>
            </a:r>
          </a:p>
        </p:txBody>
      </p:sp>
      <p:sp>
        <p:nvSpPr>
          <p:cNvPr id="117763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zh-TW" sz="3200"/>
          </a:p>
          <a:p>
            <a:r>
              <a:rPr lang="zh-TW" altLang="en-US" sz="6600"/>
              <a:t>與主同桌</a:t>
            </a:r>
            <a:endParaRPr lang="en-US" altLang="zh-TW" sz="6600"/>
          </a:p>
          <a:p>
            <a:r>
              <a:rPr lang="zh-TW" altLang="en-US" sz="6600"/>
              <a:t>紀念主愛</a:t>
            </a:r>
            <a:endParaRPr lang="en-US" altLang="zh-TW" sz="6600"/>
          </a:p>
          <a:p>
            <a:endParaRPr lang="en-US" altLang="zh-TW" sz="3600"/>
          </a:p>
          <a:p>
            <a:r>
              <a:rPr lang="zh-TW" altLang="en-US" sz="3600"/>
              <a:t> </a:t>
            </a:r>
            <a:r>
              <a:rPr lang="en-US" altLang="zh-TW" sz="3600"/>
              <a:t>(</a:t>
            </a:r>
            <a:r>
              <a:rPr lang="zh-TW" altLang="en-US" sz="3600"/>
              <a:t>只幼兒洗，或尚未堅信洗禮者，請僅觀禮</a:t>
            </a:r>
            <a:r>
              <a:rPr lang="en-US" altLang="zh-TW" sz="36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4648572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新城中文學校徵求同工參與中文教</a:t>
            </a:r>
            <a:br>
              <a:rPr lang="en-US" dirty="0"/>
            </a:br>
            <a:r>
              <a:rPr dirty="0" err="1"/>
              <a:t>學、聖經</a:t>
            </a:r>
            <a:r>
              <a:rPr dirty="0"/>
              <a:t>/</a:t>
            </a:r>
            <a:r>
              <a:rPr dirty="0" err="1"/>
              <a:t>福音課程</a:t>
            </a:r>
            <a:r>
              <a:rPr dirty="0"/>
              <a:t> </a:t>
            </a:r>
            <a:r>
              <a:rPr dirty="0" err="1"/>
              <a:t>或行政工作。同</a:t>
            </a:r>
            <a:br>
              <a:rPr lang="en-US" dirty="0"/>
            </a:br>
            <a:r>
              <a:rPr dirty="0" err="1"/>
              <a:t>時徵召新學年度青年義工。有負擔或</a:t>
            </a:r>
            <a:br>
              <a:rPr lang="en-US" dirty="0"/>
            </a:br>
            <a:r>
              <a:rPr dirty="0" err="1"/>
              <a:t>希望了解詳情的弟兄姐妹請與逸如姐</a:t>
            </a:r>
            <a:br>
              <a:rPr lang="en-US" dirty="0"/>
            </a:br>
            <a:r>
              <a:rPr dirty="0"/>
              <a:t>妹連絡：347-337-1559或</a:t>
            </a:r>
            <a:br>
              <a:rPr lang="en-US" dirty="0"/>
            </a:br>
            <a:r>
              <a:rPr dirty="0" err="1"/>
              <a:t>微信</a:t>
            </a:r>
            <a:r>
              <a:rPr dirty="0"/>
              <a:t> </a:t>
            </a:r>
            <a:r>
              <a:rPr dirty="0" err="1"/>
              <a:t>minuitmiao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1. </a:t>
            </a:r>
            <a:r>
              <a:rPr dirty="0" err="1"/>
              <a:t>主日學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今天11:30在交誼廳,陳牧師帶領課程： 「</a:t>
            </a:r>
            <a:r>
              <a:rPr dirty="0" err="1"/>
              <a:t>啟示錄第七課</a:t>
            </a:r>
            <a:r>
              <a:rPr dirty="0"/>
              <a:t>---</a:t>
            </a:r>
            <a:r>
              <a:rPr dirty="0" err="1"/>
              <a:t>七位天使吹七號,小</a:t>
            </a:r>
            <a:br>
              <a:rPr lang="en-US" dirty="0"/>
            </a:br>
            <a:r>
              <a:rPr dirty="0" err="1"/>
              <a:t>書卷與兩個見証人</a:t>
            </a:r>
            <a:r>
              <a:rPr dirty="0"/>
              <a:t>」。</a:t>
            </a:r>
            <a:r>
              <a:rPr dirty="0" err="1"/>
              <a:t>歡迎大家參加</a:t>
            </a:r>
            <a:r>
              <a:rPr dirty="0"/>
              <a:t>。</a:t>
            </a:r>
            <a:br>
              <a:rPr lang="en-US" dirty="0"/>
            </a:br>
            <a:r>
              <a:rPr dirty="0" err="1"/>
              <a:t>線上:</a:t>
            </a:r>
            <a:r>
              <a:rPr sz="5000" dirty="0" err="1"/>
              <a:t>https</a:t>
            </a:r>
            <a:r>
              <a:rPr sz="5000" dirty="0"/>
              <a:t>://</a:t>
            </a:r>
            <a:r>
              <a:rPr sz="5000" dirty="0" err="1"/>
              <a:t>zoom.us</a:t>
            </a:r>
            <a:r>
              <a:rPr sz="5000" dirty="0"/>
              <a:t>/j/99429704298</a:t>
            </a:r>
            <a:r>
              <a:rPr sz="5200" dirty="0"/>
              <a:t>,</a:t>
            </a:r>
            <a:br>
              <a:rPr lang="en-US" dirty="0"/>
            </a:br>
            <a:r>
              <a:rPr dirty="0" err="1"/>
              <a:t>會號</a:t>
            </a:r>
            <a:r>
              <a:rPr dirty="0"/>
              <a:t> 994 2970 4298, </a:t>
            </a:r>
            <a:r>
              <a:rPr dirty="0" err="1"/>
              <a:t>密碼</a:t>
            </a:r>
            <a:r>
              <a:rPr dirty="0"/>
              <a:t> 626954; </a:t>
            </a:r>
            <a:r>
              <a:rPr dirty="0" err="1"/>
              <a:t>電話</a:t>
            </a:r>
            <a:r>
              <a:rPr dirty="0"/>
              <a:t> 646-558-8656。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2. </a:t>
            </a:r>
            <a:r>
              <a:rPr dirty="0" err="1"/>
              <a:t>週三線上聯合禱告</a:t>
            </a:r>
            <a:r>
              <a:rPr dirty="0"/>
              <a:t>---</a:t>
            </a:r>
            <a:br>
              <a:rPr lang="en-US" dirty="0"/>
            </a:br>
            <a:r>
              <a:rPr dirty="0"/>
              <a:t>邀請您參加8/5晚8點台華語聯合禱告</a:t>
            </a:r>
            <a:br>
              <a:rPr lang="en-US" dirty="0"/>
            </a:br>
            <a:r>
              <a:rPr dirty="0" err="1"/>
              <a:t>會</a:t>
            </a:r>
            <a:r>
              <a:rPr dirty="0"/>
              <a:t>,(</a:t>
            </a:r>
            <a:r>
              <a:rPr dirty="0" err="1"/>
              <a:t>線上</a:t>
            </a:r>
            <a:r>
              <a:rPr lang="en-US" dirty="0"/>
              <a:t> </a:t>
            </a:r>
            <a:r>
              <a:rPr sz="5000" dirty="0"/>
              <a:t>https://</a:t>
            </a:r>
            <a:r>
              <a:rPr sz="5000" dirty="0" err="1"/>
              <a:t>zoom.us</a:t>
            </a:r>
            <a:r>
              <a:rPr sz="5000" dirty="0"/>
              <a:t>/j/529965674</a:t>
            </a:r>
            <a:br>
              <a:rPr lang="en-US" dirty="0"/>
            </a:br>
            <a:r>
              <a:rPr dirty="0" err="1"/>
              <a:t>會號</a:t>
            </a:r>
            <a:r>
              <a:rPr dirty="0"/>
              <a:t> 529965674</a:t>
            </a:r>
            <a:r>
              <a:rPr lang="en-US" dirty="0"/>
              <a:t>;</a:t>
            </a:r>
            <a:r>
              <a:rPr dirty="0"/>
              <a:t>電話 646-558-8656), </a:t>
            </a:r>
            <a:r>
              <a:rPr dirty="0" err="1"/>
              <a:t>教會所有事工都需要以禱告來到上帝面前,求上帝扶持祝福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3. </a:t>
            </a:r>
            <a:r>
              <a:rPr dirty="0" err="1"/>
              <a:t>宣教組為回應大使命,今年將籌組短宣隊到緬甸宣教,即日起招募隊員</a:t>
            </a:r>
            <a:r>
              <a:rPr dirty="0"/>
              <a:t>！</a:t>
            </a:r>
            <a:br>
              <a:rPr lang="en-US" dirty="0"/>
            </a:br>
            <a:r>
              <a:rPr dirty="0"/>
              <a:t>短宣時間：11/4~11/16,有福音負擔</a:t>
            </a:r>
            <a:br>
              <a:rPr lang="en-US" dirty="0"/>
            </a:br>
            <a:r>
              <a:rPr dirty="0" err="1"/>
              <a:t>的兄姐,請與溫媺執事聯繫,報名截止</a:t>
            </a:r>
            <a:br>
              <a:rPr lang="en-US" dirty="0"/>
            </a:br>
            <a:r>
              <a:rPr dirty="0" err="1"/>
              <a:t>日為</a:t>
            </a:r>
            <a:r>
              <a:rPr dirty="0"/>
              <a:t> 8/23。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4. 教育組繼續推動每日讀經。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5. </a:t>
            </a:r>
            <a:r>
              <a:rPr dirty="0" err="1"/>
              <a:t>請為教會守望代禱</a:t>
            </a:r>
            <a:r>
              <a:rPr dirty="0"/>
              <a:t>---</a:t>
            </a:r>
            <a:br>
              <a:rPr lang="en-US" dirty="0"/>
            </a:br>
            <a:r>
              <a:rPr dirty="0" err="1"/>
              <a:t>中文學校,兒童事工,兄弟姐妹的健康</a:t>
            </a:r>
            <a:r>
              <a:rPr dirty="0"/>
              <a:t>, </a:t>
            </a:r>
            <a:r>
              <a:rPr dirty="0" err="1"/>
              <a:t>家人信主,年輕會友立業成家,紐約治</a:t>
            </a:r>
            <a:br>
              <a:rPr lang="en-US" dirty="0"/>
            </a:br>
            <a:r>
              <a:rPr dirty="0" err="1"/>
              <a:t>安,國際關係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dirty="0"/>
              <a:t>6. 黎宗瀚弟兄的父親於7/25安息主懷, 將於8/3在台灣舉行安息禮拜,求主安</a:t>
            </a:r>
            <a:br>
              <a:rPr lang="en-US" dirty="0"/>
            </a:br>
            <a:r>
              <a:rPr dirty="0" err="1"/>
              <a:t>慰宗瀚兄及家族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6737</TotalTime>
  <Words>1922</Words>
  <Application>Microsoft Macintosh PowerPoint</Application>
  <PresentationFormat>Widescreen</PresentationFormat>
  <Paragraphs>302</Paragraphs>
  <Slides>75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75</vt:i4>
      </vt:variant>
    </vt:vector>
  </HeadingPairs>
  <TitlesOfParts>
    <vt:vector size="88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71：我心讚美至高上帝(1/5)</vt:lpstr>
      <vt:lpstr>71：我心讚美至高上帝(1/5)</vt:lpstr>
      <vt:lpstr>71：我心讚美至高上帝(2/5)</vt:lpstr>
      <vt:lpstr>71：我心讚美至高上帝(2/5)</vt:lpstr>
      <vt:lpstr>71：我心讚美至高上帝(3/5)</vt:lpstr>
      <vt:lpstr>71：我心讚美至高上帝(3/5)</vt:lpstr>
      <vt:lpstr>71：我心讚美至高上帝(4/5)</vt:lpstr>
      <vt:lpstr>71：我心讚美至高上帝(4/5)</vt:lpstr>
      <vt:lpstr>71：我心讚美至高上帝(5/5)</vt:lpstr>
      <vt:lpstr>71：我心讚美至高上帝(5/5)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啟應文6: 詩篇23</vt:lpstr>
      <vt:lpstr>啟應文6: 詩篇23</vt:lpstr>
      <vt:lpstr>啟應文6: 詩篇23</vt:lpstr>
      <vt:lpstr>啟應文6: 詩篇23</vt:lpstr>
      <vt:lpstr>啟應文6: 詩篇23</vt:lpstr>
      <vt:lpstr>啟應文6: 詩篇23</vt:lpstr>
      <vt:lpstr>PowerPoint Presentation</vt:lpstr>
      <vt:lpstr>PowerPoint Presentation</vt:lpstr>
      <vt:lpstr>我真愛聼主的故事</vt:lpstr>
      <vt:lpstr>我真愛聼主的故事</vt:lpstr>
      <vt:lpstr>我真愛聼主的故事</vt:lpstr>
      <vt:lpstr>我真愛聼主的故事</vt:lpstr>
      <vt:lpstr>我真愛聼主的故事</vt:lpstr>
      <vt:lpstr>我真愛聼主的故事</vt:lpstr>
      <vt:lpstr>我真愛聼主的故事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今日信息</vt:lpstr>
      <vt:lpstr>PowerPoint Presentation</vt:lpstr>
      <vt:lpstr>PowerPoint Presentation</vt:lpstr>
      <vt:lpstr>PowerPoint Presentation</vt:lpstr>
      <vt:lpstr>254A:我認救主無驚見誚(1/4)</vt:lpstr>
      <vt:lpstr>254A:我認救主無驚見誚(2/4)</vt:lpstr>
      <vt:lpstr>254A:我認救主無驚見誚(3/4)</vt:lpstr>
      <vt:lpstr>254A:我認救主無驚見誚(4/4)</vt:lpstr>
      <vt:lpstr>PowerPoint Presentation</vt:lpstr>
      <vt:lpstr>奉獻</vt:lpstr>
      <vt:lpstr>奉獻詩: 我的生命獻給祢</vt:lpstr>
      <vt:lpstr>PowerPoint Presentation</vt:lpstr>
      <vt:lpstr>215:耶穌身軀替咱釘死 (1/3)</vt:lpstr>
      <vt:lpstr>聖餐</vt:lpstr>
      <vt:lpstr>PowerPoint Presentation</vt:lpstr>
      <vt:lpstr>PowerPoint Presentation</vt:lpstr>
      <vt:lpstr>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553</cp:revision>
  <dcterms:created xsi:type="dcterms:W3CDTF">2020-10-09T17:40:37Z</dcterms:created>
  <dcterms:modified xsi:type="dcterms:W3CDTF">2026-08-01T03:42:54Z</dcterms:modified>
</cp:coreProperties>
</file>