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compatMode="1" saveSubsetFonts="1">
  <p:sldMasterIdLst>
    <p:sldMasterId id="2147483648" r:id="rId1"/>
    <p:sldMasterId id="2147483660" r:id="rId2"/>
  </p:sldMasterIdLst>
  <p:notesMasterIdLst>
    <p:notesMasterId r:id="rId13"/>
  </p:notesMasterIdLst>
  <p:handoutMasterIdLst>
    <p:handoutMasterId r:id="rId14"/>
  </p:handoutMasterIdLst>
  <p:sldIdLst>
    <p:sldId id="552" r:id="rId3"/>
    <p:sldId id="563" r:id="rId4"/>
    <p:sldId id="554" r:id="rId5"/>
    <p:sldId id="562" r:id="rId6"/>
    <p:sldId id="556" r:id="rId7"/>
    <p:sldId id="564" r:id="rId8"/>
    <p:sldId id="558" r:id="rId9"/>
    <p:sldId id="565" r:id="rId10"/>
    <p:sldId id="560" r:id="rId11"/>
    <p:sldId id="561" r:id="rId12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6900" b="1" kern="1200">
        <a:solidFill>
          <a:schemeClr val="tx1"/>
        </a:solidFill>
        <a:latin typeface="Arial" panose="020B0604020202020204" pitchFamily="34" charset="0"/>
        <a:ea typeface="標楷體" panose="03000509000000000000" pitchFamily="49" charset="-120"/>
        <a:cs typeface="Arial" panose="020B0604020202020204" pitchFamily="34" charset="0"/>
      </a:defRPr>
    </a:lvl1pPr>
    <a:lvl2pPr marL="457200" algn="l" rtl="0" fontAlgn="base">
      <a:spcBef>
        <a:spcPct val="0"/>
      </a:spcBef>
      <a:spcAft>
        <a:spcPct val="0"/>
      </a:spcAft>
      <a:defRPr sz="6900" b="1" kern="1200">
        <a:solidFill>
          <a:schemeClr val="tx1"/>
        </a:solidFill>
        <a:latin typeface="Arial" panose="020B0604020202020204" pitchFamily="34" charset="0"/>
        <a:ea typeface="標楷體" panose="03000509000000000000" pitchFamily="49" charset="-120"/>
        <a:cs typeface="Arial" panose="020B0604020202020204" pitchFamily="34" charset="0"/>
      </a:defRPr>
    </a:lvl2pPr>
    <a:lvl3pPr marL="914400" algn="l" rtl="0" fontAlgn="base">
      <a:spcBef>
        <a:spcPct val="0"/>
      </a:spcBef>
      <a:spcAft>
        <a:spcPct val="0"/>
      </a:spcAft>
      <a:defRPr sz="6900" b="1" kern="1200">
        <a:solidFill>
          <a:schemeClr val="tx1"/>
        </a:solidFill>
        <a:latin typeface="Arial" panose="020B0604020202020204" pitchFamily="34" charset="0"/>
        <a:ea typeface="標楷體" panose="03000509000000000000" pitchFamily="49" charset="-120"/>
        <a:cs typeface="Arial" panose="020B0604020202020204" pitchFamily="34" charset="0"/>
      </a:defRPr>
    </a:lvl3pPr>
    <a:lvl4pPr marL="1371600" algn="l" rtl="0" fontAlgn="base">
      <a:spcBef>
        <a:spcPct val="0"/>
      </a:spcBef>
      <a:spcAft>
        <a:spcPct val="0"/>
      </a:spcAft>
      <a:defRPr sz="6900" b="1" kern="1200">
        <a:solidFill>
          <a:schemeClr val="tx1"/>
        </a:solidFill>
        <a:latin typeface="Arial" panose="020B0604020202020204" pitchFamily="34" charset="0"/>
        <a:ea typeface="標楷體" panose="03000509000000000000" pitchFamily="49" charset="-120"/>
        <a:cs typeface="Arial" panose="020B0604020202020204" pitchFamily="34" charset="0"/>
      </a:defRPr>
    </a:lvl4pPr>
    <a:lvl5pPr marL="1828800" algn="l" rtl="0" fontAlgn="base">
      <a:spcBef>
        <a:spcPct val="0"/>
      </a:spcBef>
      <a:spcAft>
        <a:spcPct val="0"/>
      </a:spcAft>
      <a:defRPr sz="6900" b="1" kern="1200">
        <a:solidFill>
          <a:schemeClr val="tx1"/>
        </a:solidFill>
        <a:latin typeface="Arial" panose="020B0604020202020204" pitchFamily="34" charset="0"/>
        <a:ea typeface="標楷體" panose="03000509000000000000" pitchFamily="49" charset="-120"/>
        <a:cs typeface="Arial" panose="020B0604020202020204" pitchFamily="34" charset="0"/>
      </a:defRPr>
    </a:lvl5pPr>
    <a:lvl6pPr marL="2286000" algn="l" defTabSz="914400" rtl="0" eaLnBrk="1" latinLnBrk="0" hangingPunct="1">
      <a:defRPr sz="6900" b="1" kern="1200">
        <a:solidFill>
          <a:schemeClr val="tx1"/>
        </a:solidFill>
        <a:latin typeface="Arial" panose="020B0604020202020204" pitchFamily="34" charset="0"/>
        <a:ea typeface="標楷體" panose="03000509000000000000" pitchFamily="49" charset="-120"/>
        <a:cs typeface="Arial" panose="020B0604020202020204" pitchFamily="34" charset="0"/>
      </a:defRPr>
    </a:lvl6pPr>
    <a:lvl7pPr marL="2743200" algn="l" defTabSz="914400" rtl="0" eaLnBrk="1" latinLnBrk="0" hangingPunct="1">
      <a:defRPr sz="6900" b="1" kern="1200">
        <a:solidFill>
          <a:schemeClr val="tx1"/>
        </a:solidFill>
        <a:latin typeface="Arial" panose="020B0604020202020204" pitchFamily="34" charset="0"/>
        <a:ea typeface="標楷體" panose="03000509000000000000" pitchFamily="49" charset="-120"/>
        <a:cs typeface="Arial" panose="020B0604020202020204" pitchFamily="34" charset="0"/>
      </a:defRPr>
    </a:lvl7pPr>
    <a:lvl8pPr marL="3200400" algn="l" defTabSz="914400" rtl="0" eaLnBrk="1" latinLnBrk="0" hangingPunct="1">
      <a:defRPr sz="6900" b="1" kern="1200">
        <a:solidFill>
          <a:schemeClr val="tx1"/>
        </a:solidFill>
        <a:latin typeface="Arial" panose="020B0604020202020204" pitchFamily="34" charset="0"/>
        <a:ea typeface="標楷體" panose="03000509000000000000" pitchFamily="49" charset="-120"/>
        <a:cs typeface="Arial" panose="020B0604020202020204" pitchFamily="34" charset="0"/>
      </a:defRPr>
    </a:lvl8pPr>
    <a:lvl9pPr marL="3657600" algn="l" defTabSz="914400" rtl="0" eaLnBrk="1" latinLnBrk="0" hangingPunct="1">
      <a:defRPr sz="6900" b="1" kern="1200">
        <a:solidFill>
          <a:schemeClr val="tx1"/>
        </a:solidFill>
        <a:latin typeface="Arial" panose="020B0604020202020204" pitchFamily="34" charset="0"/>
        <a:ea typeface="標楷體" panose="03000509000000000000" pitchFamily="49" charset="-120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1348" autoAdjust="0"/>
    <p:restoredTop sz="87671" autoAdjust="0"/>
  </p:normalViewPr>
  <p:slideViewPr>
    <p:cSldViewPr>
      <p:cViewPr varScale="1">
        <p:scale>
          <a:sx n="44" d="100"/>
          <a:sy n="44" d="100"/>
        </p:scale>
        <p:origin x="208" y="163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60" d="100"/>
          <a:sy n="60" d="100"/>
        </p:scale>
        <p:origin x="-2478" y="-78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presProps" Target="presProp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760FDB4C-E106-D977-31A7-E67DFFA836B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Arial" charset="0"/>
                <a:ea typeface="標楷體" pitchFamily="65" charset="-120"/>
                <a:cs typeface="+mn-cs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7EAEF1E-C5D1-A6B3-B25F-668377538C87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Arial" charset="0"/>
                <a:ea typeface="標楷體" pitchFamily="65" charset="-120"/>
                <a:cs typeface="+mn-cs"/>
              </a:defRPr>
            </a:lvl1pPr>
          </a:lstStyle>
          <a:p>
            <a:pPr>
              <a:defRPr/>
            </a:pPr>
            <a:fld id="{05179A5D-6471-7943-AFD5-AE9A5232AD7A}" type="datetimeFigureOut">
              <a:rPr lang="zh-TW" altLang="en-US"/>
              <a:pPr>
                <a:defRPr/>
              </a:pPr>
              <a:t>2026/7/31</a:t>
            </a:fld>
            <a:endParaRPr lang="zh-TW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4DC2B23-A7E4-37A3-EB4B-45F68A11760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Arial" charset="0"/>
                <a:ea typeface="標楷體" pitchFamily="65" charset="-120"/>
                <a:cs typeface="+mn-cs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8D9D533-4F99-733A-498E-47814EA81C50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9E62088E-739F-5445-B35F-0BEB6D745E10}" type="slidenum">
              <a:rPr lang="zh-TW" altLang="en-US"/>
              <a:pPr/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A1B752D3-9EF9-DFDB-9C77-62CC108164B8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 b="0">
                <a:latin typeface="Arial" charset="0"/>
                <a:ea typeface="新細明體" pitchFamily="18" charset="-120"/>
                <a:cs typeface="+mn-cs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4099" name="Rectangle 3">
            <a:extLst>
              <a:ext uri="{FF2B5EF4-FFF2-40B4-BE49-F238E27FC236}">
                <a16:creationId xmlns:a16="http://schemas.microsoft.com/office/drawing/2014/main" id="{ACE58BE5-0E6C-13F3-19E0-D8C82590290D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 b="0">
                <a:latin typeface="Arial" charset="0"/>
                <a:ea typeface="新細明體" pitchFamily="18" charset="-120"/>
                <a:cs typeface="+mn-cs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3316" name="Rectangle 4">
            <a:extLst>
              <a:ext uri="{FF2B5EF4-FFF2-40B4-BE49-F238E27FC236}">
                <a16:creationId xmlns:a16="http://schemas.microsoft.com/office/drawing/2014/main" id="{9BCF2E64-FC43-1A64-75BD-EE65C6F3C12D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101" name="Rectangle 5">
            <a:extLst>
              <a:ext uri="{FF2B5EF4-FFF2-40B4-BE49-F238E27FC236}">
                <a16:creationId xmlns:a16="http://schemas.microsoft.com/office/drawing/2014/main" id="{C51CD64C-9519-B427-0ED1-958BD60AE395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 noProof="0"/>
              <a:t>Click to edit Master text styles</a:t>
            </a:r>
          </a:p>
          <a:p>
            <a:pPr lvl="1"/>
            <a:r>
              <a:rPr lang="en-US" altLang="zh-TW" noProof="0"/>
              <a:t>Second level</a:t>
            </a:r>
          </a:p>
          <a:p>
            <a:pPr lvl="2"/>
            <a:r>
              <a:rPr lang="en-US" altLang="zh-TW" noProof="0"/>
              <a:t>Third level</a:t>
            </a:r>
          </a:p>
          <a:p>
            <a:pPr lvl="3"/>
            <a:r>
              <a:rPr lang="en-US" altLang="zh-TW" noProof="0"/>
              <a:t>Fourth level</a:t>
            </a:r>
          </a:p>
          <a:p>
            <a:pPr lvl="4"/>
            <a:r>
              <a:rPr lang="en-US" altLang="zh-TW" noProof="0"/>
              <a:t>Fifth level</a:t>
            </a:r>
          </a:p>
        </p:txBody>
      </p:sp>
      <p:sp>
        <p:nvSpPr>
          <p:cNvPr id="4102" name="Rectangle 6">
            <a:extLst>
              <a:ext uri="{FF2B5EF4-FFF2-40B4-BE49-F238E27FC236}">
                <a16:creationId xmlns:a16="http://schemas.microsoft.com/office/drawing/2014/main" id="{147CDF2F-FDE4-AD4E-C16A-4E3F4B66CFE9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 b="0">
                <a:latin typeface="Arial" charset="0"/>
                <a:ea typeface="新細明體" pitchFamily="18" charset="-120"/>
                <a:cs typeface="+mn-cs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4103" name="Rectangle 7">
            <a:extLst>
              <a:ext uri="{FF2B5EF4-FFF2-40B4-BE49-F238E27FC236}">
                <a16:creationId xmlns:a16="http://schemas.microsoft.com/office/drawing/2014/main" id="{61974AC7-C00E-BF7F-2522-42C06AC2AA7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 b="0">
                <a:ea typeface="新細明體" panose="02020500000000000000" pitchFamily="18" charset="-120"/>
              </a:defRPr>
            </a:lvl1pPr>
          </a:lstStyle>
          <a:p>
            <a:fld id="{24280240-8C2B-B347-8CAA-0B69093CBBAA}" type="slidenum">
              <a:rPr lang="zh-TW" altLang="en-US"/>
              <a:pPr/>
              <a:t>‹#›</a:t>
            </a:fld>
            <a:endParaRPr lang="en-US" altLang="zh-TW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詩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152400"/>
            <a:ext cx="9144000" cy="1143000"/>
          </a:xfrm>
        </p:spPr>
        <p:txBody>
          <a:bodyPr/>
          <a:lstStyle>
            <a:lvl1pPr algn="ctr">
              <a:defRPr sz="4000" b="1" u="sng">
                <a:solidFill>
                  <a:srgbClr val="66FFFF"/>
                </a:solidFill>
                <a:latin typeface="標楷體" pitchFamily="65" charset="-120"/>
                <a:ea typeface="標楷體" pitchFamily="65" charset="-120"/>
              </a:defRPr>
            </a:lvl1pPr>
          </a:lstStyle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990600"/>
            <a:ext cx="9144000" cy="5867400"/>
          </a:xfrm>
        </p:spPr>
        <p:txBody>
          <a:bodyPr/>
          <a:lstStyle>
            <a:lvl1pPr algn="ctr">
              <a:buNone/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1pPr>
            <a:lvl2pPr algn="ctr">
              <a:buNone/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2pPr>
            <a:lvl3pPr algn="ctr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3pPr>
            <a:lvl4pPr algn="ctr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4pPr>
            <a:lvl5pPr algn="ctr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5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AB57E601-8F9F-38EC-F1EC-75026D34DBF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87F51622-E8FA-6629-9680-2B1E384FFF1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C9BA5874-B761-8269-E537-F6920BD47E5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EC8CD30-0365-6A44-843B-E7521D5DBDB7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3291457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013D7294-25C0-7674-53D6-982F689856B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F22721F6-C9FC-6892-561A-28614091801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94E70969-FAE6-690A-8612-A8A613CE98D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487A299-CBFF-0141-BEF3-6B9D44222DD5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1735766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起應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152400"/>
            <a:ext cx="9144000" cy="1143000"/>
          </a:xfrm>
        </p:spPr>
        <p:txBody>
          <a:bodyPr/>
          <a:lstStyle>
            <a:lvl1pPr algn="ctr">
              <a:defRPr b="1" u="sng">
                <a:solidFill>
                  <a:srgbClr val="66FFFF"/>
                </a:solidFill>
                <a:latin typeface="標楷體" pitchFamily="65" charset="-120"/>
                <a:ea typeface="標楷體" pitchFamily="65" charset="-120"/>
              </a:defRPr>
            </a:lvl1pPr>
          </a:lstStyle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990600"/>
            <a:ext cx="9144000" cy="5867400"/>
          </a:xfrm>
        </p:spPr>
        <p:txBody>
          <a:bodyPr/>
          <a:lstStyle>
            <a:lvl1pPr algn="l">
              <a:buNone/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1pPr>
            <a:lvl2pPr algn="ctr">
              <a:buNone/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2pPr>
            <a:lvl3pPr algn="ctr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3pPr>
            <a:lvl4pPr algn="ctr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4pPr>
            <a:lvl5pPr algn="ctr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5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811ED700-8C11-978F-4F43-83567BAA0F5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4238FCD3-9F80-963A-86F6-554BE0404E2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727AB472-F5B3-48DC-DB7C-0F61EFA92A5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880D737-7CA8-EA48-95BD-A07113A59C39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1843305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B163E46C-2860-E537-3CF1-DD752BA9075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696ACD9C-E3B2-6A33-094B-D0A3F9F007F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DB51FD8E-4AFD-D554-9509-30FE81A7BC5B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b="0">
                <a:latin typeface="Arial" charset="0"/>
                <a:ea typeface="新細明體" pitchFamily="18" charset="-120"/>
                <a:cs typeface="+mn-cs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AE1A861E-B7CF-4AB3-424E-3BF33EBF9489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b="0">
                <a:latin typeface="Arial" charset="0"/>
                <a:ea typeface="新細明體" pitchFamily="18" charset="-120"/>
                <a:cs typeface="+mn-cs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065E37DE-494A-9ACA-2367-948B4189A3CF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b="0">
                <a:ea typeface="新細明體" panose="02020500000000000000" pitchFamily="18" charset="-120"/>
              </a:defRPr>
            </a:lvl1pPr>
          </a:lstStyle>
          <a:p>
            <a:fld id="{7337373C-9CF9-1144-8B3F-1BADFF4A69C0}" type="slidenum">
              <a:rPr lang="zh-TW" altLang="en-US"/>
              <a:pPr/>
              <a:t>‹#›</a:t>
            </a:fld>
            <a:endParaRPr lang="en-US" altLang="zh-TW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54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66B5AB20-1E1A-E653-E7C7-D1C5AE1DCAF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Click to edit Master title style</a:t>
            </a:r>
          </a:p>
        </p:txBody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FC9E30DF-C3EE-4F25-D5AD-46DA99D84A9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D3D2F95C-AC05-B11B-29D7-93C1A77F778D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b="0">
                <a:latin typeface="Arial" charset="0"/>
                <a:ea typeface="新細明體" pitchFamily="18" charset="-120"/>
                <a:cs typeface="+mn-cs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9001C429-4B06-8F05-73A1-0F770AEB9C7C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b="0">
                <a:latin typeface="Arial" charset="0"/>
                <a:ea typeface="新細明體" pitchFamily="18" charset="-120"/>
                <a:cs typeface="+mn-cs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51937A94-DC23-D247-FE2C-DB451EBC3030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b="0">
                <a:ea typeface="新細明體" panose="02020500000000000000" pitchFamily="18" charset="-120"/>
              </a:defRPr>
            </a:lvl1pPr>
          </a:lstStyle>
          <a:p>
            <a:fld id="{243A20BB-D79E-A74A-83CB-06C67502ED87}" type="slidenum">
              <a:rPr lang="zh-TW" altLang="en-US"/>
              <a:pPr/>
              <a:t>‹#›</a:t>
            </a:fld>
            <a:endParaRPr lang="en-US" altLang="zh-TW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63" r:id="rId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54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4">
            <a:extLst>
              <a:ext uri="{FF2B5EF4-FFF2-40B4-BE49-F238E27FC236}">
                <a16:creationId xmlns:a16="http://schemas.microsoft.com/office/drawing/2014/main" id="{2AD11044-4E6E-F3CD-75B8-74107302B93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71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：我心讚美至高上帝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(1/5)</a:t>
            </a:r>
          </a:p>
        </p:txBody>
      </p:sp>
      <p:sp>
        <p:nvSpPr>
          <p:cNvPr id="3075" name="Rectangle 5">
            <a:extLst>
              <a:ext uri="{FF2B5EF4-FFF2-40B4-BE49-F238E27FC236}">
                <a16:creationId xmlns:a16="http://schemas.microsoft.com/office/drawing/2014/main" id="{09EAF286-E464-60C4-4B98-65D608DCE1C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r>
              <a:rPr lang="zh-TW" altLang="en-US" dirty="0"/>
              <a:t>我心</a:t>
            </a:r>
            <a:r>
              <a:rPr lang="zh-TW" altLang="en-US" u="sng" dirty="0"/>
              <a:t>讚美</a:t>
            </a:r>
            <a:r>
              <a:rPr lang="en-US" altLang="zh-TW" sz="3200" dirty="0">
                <a:latin typeface="+mj-lt"/>
              </a:rPr>
              <a:t>(o</a:t>
            </a:r>
            <a:r>
              <a:rPr lang="nl-NL" altLang="zh-TW" sz="3200" dirty="0">
                <a:latin typeface="+mj-lt"/>
              </a:rPr>
              <a:t>-ló</a:t>
            </a:r>
            <a:r>
              <a:rPr lang="en-US" altLang="zh-TW" sz="3200" dirty="0">
                <a:latin typeface="+mj-lt"/>
              </a:rPr>
              <a:t>)</a:t>
            </a:r>
            <a:r>
              <a:rPr lang="zh-TW" altLang="en-US" dirty="0"/>
              <a:t>至</a:t>
            </a:r>
            <a:r>
              <a:rPr lang="zh-TW" altLang="en-US" u="sng" dirty="0"/>
              <a:t>高</a:t>
            </a:r>
            <a:r>
              <a:rPr lang="en-US" altLang="zh-TW" sz="3200" dirty="0">
                <a:latin typeface="+mj-lt"/>
              </a:rPr>
              <a:t>(</a:t>
            </a:r>
            <a:r>
              <a:rPr lang="en-US" altLang="zh-TW" sz="3200" dirty="0" err="1">
                <a:latin typeface="+mj-lt"/>
              </a:rPr>
              <a:t>koân</a:t>
            </a:r>
            <a:r>
              <a:rPr lang="en-US" altLang="zh-TW" sz="3200" dirty="0">
                <a:latin typeface="+mj-lt"/>
              </a:rPr>
              <a:t>)</a:t>
            </a:r>
            <a:r>
              <a:rPr lang="zh-TW" altLang="en-US" dirty="0"/>
              <a:t>上帝</a:t>
            </a:r>
            <a:r>
              <a:rPr lang="en-US" altLang="zh-TW" dirty="0"/>
              <a:t>,</a:t>
            </a:r>
          </a:p>
          <a:p>
            <a:pPr>
              <a:defRPr/>
            </a:pPr>
            <a:r>
              <a:rPr lang="zh-TW" altLang="en-US" dirty="0"/>
              <a:t>萬民</a:t>
            </a:r>
            <a:r>
              <a:rPr lang="zh-TW" altLang="en-US" u="sng" dirty="0"/>
              <a:t>伏</a:t>
            </a:r>
            <a:r>
              <a:rPr lang="en-US" altLang="zh-TW" sz="3200" dirty="0">
                <a:latin typeface="+mj-lt"/>
              </a:rPr>
              <a:t>(</a:t>
            </a:r>
            <a:r>
              <a:rPr lang="en-US" altLang="zh-TW" sz="3200" dirty="0" err="1">
                <a:latin typeface="+mj-lt"/>
              </a:rPr>
              <a:t>phak</a:t>
            </a:r>
            <a:r>
              <a:rPr lang="en-US" altLang="zh-TW" sz="3200" dirty="0">
                <a:latin typeface="+mj-lt"/>
              </a:rPr>
              <a:t>)</a:t>
            </a:r>
            <a:r>
              <a:rPr lang="zh-TW" altLang="en-US" dirty="0"/>
              <a:t>拜祂脚</a:t>
            </a:r>
            <a:r>
              <a:rPr lang="zh-TW" altLang="en-US" u="sng" dirty="0"/>
              <a:t>下</a:t>
            </a:r>
            <a:r>
              <a:rPr lang="en-US" altLang="zh-TW" sz="3200" dirty="0">
                <a:latin typeface="+mj-lt"/>
              </a:rPr>
              <a:t>(ē)</a:t>
            </a:r>
            <a:r>
              <a:rPr lang="en-US" altLang="zh-TW" dirty="0"/>
              <a:t>,</a:t>
            </a:r>
          </a:p>
          <a:p>
            <a:pPr>
              <a:defRPr/>
            </a:pPr>
            <a:r>
              <a:rPr lang="zh-TW" altLang="en-US" dirty="0"/>
              <a:t>贖回醫治</a:t>
            </a:r>
            <a:r>
              <a:rPr lang="en-US" altLang="zh-TW" dirty="0"/>
              <a:t>,</a:t>
            </a:r>
            <a:r>
              <a:rPr lang="zh-TW" altLang="en-US" dirty="0"/>
              <a:t>赦免滿滿</a:t>
            </a:r>
            <a:r>
              <a:rPr lang="en-US" altLang="zh-TW" dirty="0"/>
              <a:t>,</a:t>
            </a:r>
          </a:p>
          <a:p>
            <a:pPr>
              <a:defRPr/>
            </a:pPr>
            <a:r>
              <a:rPr lang="zh-TW" altLang="en-US" dirty="0"/>
              <a:t>咱著</a:t>
            </a:r>
            <a:r>
              <a:rPr lang="zh-TW" altLang="en-US" u="sng" dirty="0"/>
              <a:t>讚美</a:t>
            </a:r>
            <a:r>
              <a:rPr lang="en-US" altLang="zh-TW" sz="3200" dirty="0">
                <a:latin typeface="+mj-lt"/>
              </a:rPr>
              <a:t>(o</a:t>
            </a:r>
            <a:r>
              <a:rPr lang="nl-NL" altLang="zh-TW" sz="3200" dirty="0">
                <a:latin typeface="+mj-lt"/>
              </a:rPr>
              <a:t>-ló</a:t>
            </a:r>
            <a:r>
              <a:rPr lang="en-US" altLang="zh-TW" sz="3200" dirty="0">
                <a:latin typeface="+mj-lt"/>
              </a:rPr>
              <a:t>)</a:t>
            </a:r>
            <a:r>
              <a:rPr lang="zh-TW" altLang="en-US" dirty="0"/>
              <a:t>來近</a:t>
            </a:r>
            <a:r>
              <a:rPr lang="zh-TW" altLang="en-US" u="sng" dirty="0"/>
              <a:t>倚</a:t>
            </a:r>
            <a:r>
              <a:rPr lang="en-US" altLang="zh-TW" sz="3200" dirty="0">
                <a:latin typeface="Arial" pitchFamily="34" charset="0"/>
                <a:cs typeface="Arial" pitchFamily="34" charset="0"/>
              </a:rPr>
              <a:t>(</a:t>
            </a:r>
            <a:r>
              <a:rPr lang="en-US" altLang="zh-TW" sz="3200" dirty="0" err="1">
                <a:latin typeface="Arial" pitchFamily="34" charset="0"/>
                <a:cs typeface="Arial" pitchFamily="34" charset="0"/>
              </a:rPr>
              <a:t>oá</a:t>
            </a:r>
            <a:r>
              <a:rPr lang="en-US" altLang="zh-TW" sz="3200" dirty="0">
                <a:latin typeface="Arial" pitchFamily="34" charset="0"/>
                <a:cs typeface="Arial" pitchFamily="34" charset="0"/>
              </a:rPr>
              <a:t>),</a:t>
            </a:r>
          </a:p>
          <a:p>
            <a:pPr>
              <a:defRPr/>
            </a:pPr>
            <a:endParaRPr lang="en-US" altLang="zh-TW" dirty="0"/>
          </a:p>
          <a:p>
            <a:pPr>
              <a:defRPr/>
            </a:pPr>
            <a:endParaRPr lang="en-US" altLang="zh-TW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4">
            <a:extLst>
              <a:ext uri="{FF2B5EF4-FFF2-40B4-BE49-F238E27FC236}">
                <a16:creationId xmlns:a16="http://schemas.microsoft.com/office/drawing/2014/main" id="{36CAA9FC-D856-AE13-B80C-1DBA29FEFB7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71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：我心讚美至高上帝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(1/5)</a:t>
            </a:r>
          </a:p>
        </p:txBody>
      </p:sp>
      <p:sp>
        <p:nvSpPr>
          <p:cNvPr id="3075" name="Rectangle 5">
            <a:extLst>
              <a:ext uri="{FF2B5EF4-FFF2-40B4-BE49-F238E27FC236}">
                <a16:creationId xmlns:a16="http://schemas.microsoft.com/office/drawing/2014/main" id="{6BC37193-9345-2C85-F978-D4A2A1BB910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r>
              <a:rPr lang="zh-TW" altLang="en-US" u="sng" dirty="0"/>
              <a:t>讚美</a:t>
            </a:r>
            <a:r>
              <a:rPr lang="en-US" altLang="zh-TW" sz="3200" dirty="0">
                <a:latin typeface="Arial" pitchFamily="34" charset="0"/>
                <a:cs typeface="Arial" pitchFamily="34" charset="0"/>
              </a:rPr>
              <a:t>(o</a:t>
            </a:r>
            <a:r>
              <a:rPr lang="nl-NL" altLang="zh-TW" sz="3200" dirty="0">
                <a:latin typeface="Arial" pitchFamily="34" charset="0"/>
                <a:cs typeface="Arial" pitchFamily="34" charset="0"/>
              </a:rPr>
              <a:t>-ló</a:t>
            </a:r>
            <a:r>
              <a:rPr lang="en-US" altLang="zh-TW" sz="3200" dirty="0">
                <a:latin typeface="Arial" pitchFamily="34" charset="0"/>
                <a:cs typeface="Arial" pitchFamily="34" charset="0"/>
              </a:rPr>
              <a:t>)</a:t>
            </a:r>
            <a:r>
              <a:rPr lang="zh-TW" altLang="en-US" dirty="0"/>
              <a:t>敬奉</a:t>
            </a:r>
            <a:r>
              <a:rPr lang="en-US" altLang="zh-TW" dirty="0"/>
              <a:t>,</a:t>
            </a:r>
          </a:p>
          <a:p>
            <a:pPr>
              <a:defRPr/>
            </a:pPr>
            <a:r>
              <a:rPr lang="zh-TW" altLang="en-US" u="sng" dirty="0"/>
              <a:t>讚美</a:t>
            </a:r>
            <a:r>
              <a:rPr lang="en-US" altLang="zh-TW" sz="3200" dirty="0">
                <a:latin typeface="+mj-lt"/>
              </a:rPr>
              <a:t>(o</a:t>
            </a:r>
            <a:r>
              <a:rPr lang="nl-NL" altLang="zh-TW" sz="3200" dirty="0">
                <a:latin typeface="+mj-lt"/>
              </a:rPr>
              <a:t>-ló</a:t>
            </a:r>
            <a:r>
              <a:rPr lang="en-US" altLang="zh-TW" sz="3200" dirty="0">
                <a:latin typeface="+mj-lt"/>
              </a:rPr>
              <a:t>)</a:t>
            </a:r>
            <a:r>
              <a:rPr lang="zh-TW" altLang="en-US" dirty="0"/>
              <a:t>敬奉</a:t>
            </a:r>
            <a:r>
              <a:rPr lang="en-US" altLang="zh-TW" dirty="0"/>
              <a:t>,</a:t>
            </a:r>
          </a:p>
          <a:p>
            <a:pPr>
              <a:defRPr/>
            </a:pPr>
            <a:r>
              <a:rPr lang="zh-TW" altLang="en-US" dirty="0"/>
              <a:t>讚美永遠活君王</a:t>
            </a:r>
            <a:r>
              <a:rPr lang="en-US" altLang="zh-TW" dirty="0"/>
              <a:t>.</a:t>
            </a:r>
          </a:p>
          <a:p>
            <a:pPr>
              <a:defRPr/>
            </a:pPr>
            <a:endParaRPr lang="en-US" altLang="zh-TW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26CEA72B-66C5-721F-0CB6-1BA0FCF3C66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71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：我心讚美至高上帝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(2/5)</a:t>
            </a:r>
          </a:p>
        </p:txBody>
      </p:sp>
      <p:sp>
        <p:nvSpPr>
          <p:cNvPr id="4099" name="Rectangle 3">
            <a:extLst>
              <a:ext uri="{FF2B5EF4-FFF2-40B4-BE49-F238E27FC236}">
                <a16:creationId xmlns:a16="http://schemas.microsoft.com/office/drawing/2014/main" id="{F333D77F-0B9E-6BC5-0835-46EA63E5B67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r>
              <a:rPr lang="zh-TW" altLang="en-US" dirty="0"/>
              <a:t>讚美</a:t>
            </a:r>
            <a:r>
              <a:rPr lang="en-US" altLang="zh-TW" sz="3200" dirty="0">
                <a:latin typeface="+mj-lt"/>
              </a:rPr>
              <a:t>(o</a:t>
            </a:r>
            <a:r>
              <a:rPr lang="nl-NL" altLang="zh-TW" sz="3200" dirty="0">
                <a:latin typeface="+mj-lt"/>
              </a:rPr>
              <a:t>-ló</a:t>
            </a:r>
            <a:r>
              <a:rPr lang="en-US" altLang="zh-TW" sz="3200" dirty="0">
                <a:latin typeface="+mj-lt"/>
              </a:rPr>
              <a:t>)</a:t>
            </a:r>
            <a:r>
              <a:rPr lang="zh-TW" altLang="en-US" dirty="0"/>
              <a:t>我主</a:t>
            </a:r>
            <a:endParaRPr lang="nl-NL" altLang="zh-TW" dirty="0"/>
          </a:p>
          <a:p>
            <a:pPr>
              <a:defRPr/>
            </a:pPr>
            <a:r>
              <a:rPr lang="zh-TW" altLang="en-US" dirty="0"/>
              <a:t>恩典</a:t>
            </a:r>
            <a:r>
              <a:rPr lang="zh-TW" altLang="en-US" u="sng" dirty="0"/>
              <a:t>愛疼</a:t>
            </a:r>
            <a:r>
              <a:rPr lang="nl-NL" altLang="zh-TW" sz="3200" dirty="0">
                <a:latin typeface="+mj-lt"/>
              </a:rPr>
              <a:t>(thiàⁿ-thàng)</a:t>
            </a:r>
            <a:r>
              <a:rPr lang="en-US" altLang="zh-TW" dirty="0"/>
              <a:t>,</a:t>
            </a:r>
          </a:p>
          <a:p>
            <a:pPr>
              <a:defRPr/>
            </a:pPr>
            <a:r>
              <a:rPr lang="zh-TW" altLang="en-US" dirty="0"/>
              <a:t>施落歷代困苦</a:t>
            </a:r>
            <a:r>
              <a:rPr lang="zh-TW" altLang="en-US" u="sng" dirty="0"/>
              <a:t>人</a:t>
            </a:r>
            <a:r>
              <a:rPr lang="en-US" altLang="zh-TW" sz="3200" dirty="0">
                <a:latin typeface="Arial" pitchFamily="34" charset="0"/>
                <a:cs typeface="Arial" pitchFamily="34" charset="0"/>
              </a:rPr>
              <a:t>(</a:t>
            </a:r>
            <a:r>
              <a:rPr lang="en-US" altLang="zh-TW" sz="3200" dirty="0" err="1">
                <a:latin typeface="Arial" pitchFamily="34" charset="0"/>
                <a:cs typeface="Arial" pitchFamily="34" charset="0"/>
              </a:rPr>
              <a:t>lâng</a:t>
            </a:r>
            <a:r>
              <a:rPr lang="en-US" altLang="zh-TW" sz="3200" dirty="0">
                <a:latin typeface="Arial" pitchFamily="34" charset="0"/>
                <a:cs typeface="Arial" pitchFamily="34" charset="0"/>
              </a:rPr>
              <a:t>),</a:t>
            </a:r>
          </a:p>
          <a:p>
            <a:pPr>
              <a:defRPr/>
            </a:pPr>
            <a:r>
              <a:rPr lang="zh-TW" altLang="en-US" u="sng" dirty="0"/>
              <a:t>讚美</a:t>
            </a:r>
            <a:r>
              <a:rPr lang="en-US" altLang="zh-TW" sz="3200" dirty="0">
                <a:latin typeface="+mj-lt"/>
              </a:rPr>
              <a:t>(o</a:t>
            </a:r>
            <a:r>
              <a:rPr lang="nl-NL" altLang="zh-TW" sz="3200" dirty="0">
                <a:latin typeface="+mj-lt"/>
              </a:rPr>
              <a:t>-ló</a:t>
            </a:r>
            <a:r>
              <a:rPr lang="en-US" altLang="zh-TW" sz="3200" dirty="0">
                <a:latin typeface="+mj-lt"/>
              </a:rPr>
              <a:t>)</a:t>
            </a:r>
            <a:r>
              <a:rPr lang="zh-TW" altLang="en-US" dirty="0"/>
              <a:t>我主永遠無變</a:t>
            </a:r>
            <a:r>
              <a:rPr lang="en-US" altLang="zh-TW" dirty="0"/>
              <a:t>,</a:t>
            </a:r>
          </a:p>
          <a:p>
            <a:pPr>
              <a:defRPr/>
            </a:pPr>
            <a:r>
              <a:rPr lang="zh-TW" altLang="en-US" dirty="0"/>
              <a:t>祝福人類賜恩典</a:t>
            </a:r>
            <a:r>
              <a:rPr lang="en-US" altLang="zh-TW" dirty="0"/>
              <a:t>,</a:t>
            </a:r>
          </a:p>
          <a:p>
            <a:pPr>
              <a:defRPr/>
            </a:pPr>
            <a:endParaRPr lang="en-US" altLang="zh-TW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D0FC05A1-0C88-0F02-7B81-5755A9BE149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71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：我心讚美至高上帝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(2/5)</a:t>
            </a:r>
          </a:p>
        </p:txBody>
      </p:sp>
      <p:sp>
        <p:nvSpPr>
          <p:cNvPr id="4099" name="Rectangle 3">
            <a:extLst>
              <a:ext uri="{FF2B5EF4-FFF2-40B4-BE49-F238E27FC236}">
                <a16:creationId xmlns:a16="http://schemas.microsoft.com/office/drawing/2014/main" id="{04595A2D-864E-9203-2841-CB980B7865F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r>
              <a:rPr lang="zh-TW" altLang="en-US" u="sng" dirty="0"/>
              <a:t>讚美</a:t>
            </a:r>
            <a:r>
              <a:rPr lang="en-US" altLang="zh-TW" sz="4000" dirty="0">
                <a:latin typeface="+mj-lt"/>
              </a:rPr>
              <a:t>(o</a:t>
            </a:r>
            <a:r>
              <a:rPr lang="nl-NL" altLang="zh-TW" sz="4000" dirty="0">
                <a:latin typeface="+mj-lt"/>
              </a:rPr>
              <a:t>-ló</a:t>
            </a:r>
            <a:r>
              <a:rPr lang="en-US" altLang="zh-TW" sz="4000" dirty="0">
                <a:latin typeface="+mj-lt"/>
              </a:rPr>
              <a:t>)</a:t>
            </a:r>
            <a:r>
              <a:rPr lang="zh-TW" altLang="en-US" dirty="0"/>
              <a:t>我主</a:t>
            </a:r>
            <a:r>
              <a:rPr lang="en-US" altLang="zh-TW" dirty="0"/>
              <a:t>,</a:t>
            </a:r>
          </a:p>
          <a:p>
            <a:pPr>
              <a:defRPr/>
            </a:pPr>
            <a:r>
              <a:rPr lang="zh-TW" altLang="en-US" dirty="0"/>
              <a:t>讚美我主</a:t>
            </a:r>
            <a:r>
              <a:rPr lang="en-US" altLang="zh-TW" dirty="0"/>
              <a:t>,</a:t>
            </a:r>
          </a:p>
          <a:p>
            <a:pPr>
              <a:defRPr/>
            </a:pPr>
            <a:r>
              <a:rPr lang="zh-TW" altLang="en-US" dirty="0"/>
              <a:t>榮光無變</a:t>
            </a:r>
            <a:endParaRPr lang="en-US" altLang="zh-TW" dirty="0"/>
          </a:p>
          <a:p>
            <a:pPr>
              <a:defRPr/>
            </a:pPr>
            <a:r>
              <a:rPr lang="zh-TW" altLang="en-US" dirty="0"/>
              <a:t>大</a:t>
            </a:r>
            <a:r>
              <a:rPr lang="zh-TW" altLang="en-US" u="sng" dirty="0"/>
              <a:t>富有</a:t>
            </a:r>
            <a:r>
              <a:rPr lang="en-US" altLang="zh-TW" sz="3200" dirty="0">
                <a:latin typeface="Arial" pitchFamily="34" charset="0"/>
                <a:cs typeface="Arial" pitchFamily="34" charset="0"/>
              </a:rPr>
              <a:t>(</a:t>
            </a:r>
            <a:r>
              <a:rPr lang="en-US" altLang="zh-TW" sz="3200" dirty="0" err="1">
                <a:latin typeface="Arial" pitchFamily="34" charset="0"/>
                <a:cs typeface="Arial" pitchFamily="34" charset="0"/>
              </a:rPr>
              <a:t>pù</a:t>
            </a:r>
            <a:r>
              <a:rPr lang="en-US" altLang="zh-TW" sz="3200" dirty="0">
                <a:latin typeface="Arial" pitchFamily="34" charset="0"/>
                <a:cs typeface="Arial" pitchFamily="34" charset="0"/>
              </a:rPr>
              <a:t>-ū).</a:t>
            </a:r>
          </a:p>
          <a:p>
            <a:pPr>
              <a:defRPr/>
            </a:pPr>
            <a:endParaRPr lang="en-US" altLang="zh-TW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031FB9BA-3D75-3641-5A40-A79FFFEC342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71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：我心讚美至高上帝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(3/5)</a:t>
            </a:r>
          </a:p>
        </p:txBody>
      </p:sp>
      <p:sp>
        <p:nvSpPr>
          <p:cNvPr id="7171" name="Rectangle 3">
            <a:extLst>
              <a:ext uri="{FF2B5EF4-FFF2-40B4-BE49-F238E27FC236}">
                <a16:creationId xmlns:a16="http://schemas.microsoft.com/office/drawing/2014/main" id="{A4E1F5CB-F850-D07A-526A-C9D256140D6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慈悲憐憫仁愛天父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知咱軟弱快受迷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用祂溫柔聖手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抱</a:t>
            </a:r>
            <a:r>
              <a:rPr lang="nl-NL" altLang="zh-TW" sz="3200">
                <a:latin typeface="Arial" panose="020B0604020202020204" pitchFamily="34" charset="0"/>
                <a:ea typeface="標楷體" panose="03000509000000000000" pitchFamily="49" charset="-120"/>
                <a:cs typeface="Arial" panose="020B0604020202020204" pitchFamily="34" charset="0"/>
              </a:rPr>
              <a:t>(phō)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咱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救咱脫出眾苦難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endParaRPr lang="en-US" altLang="zh-TW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endParaRPr lang="en-US" altLang="zh-TW">
              <a:latin typeface="標楷體" panose="03000509000000000000" pitchFamily="49" charset="-120"/>
              <a:ea typeface="標楷體" panose="03000509000000000000" pitchFamily="49" charset="-12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4D94B27F-46CB-D405-B253-3D79B3B1FD2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71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：我心讚美至高上帝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(3/5)</a:t>
            </a:r>
          </a:p>
        </p:txBody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id="{D4D5DCA2-301B-603C-0D7A-7DCECB75039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r>
              <a:rPr lang="zh-TW" altLang="en-US" u="sng" dirty="0"/>
              <a:t>讚美</a:t>
            </a:r>
            <a:r>
              <a:rPr lang="en-US" altLang="zh-TW" sz="4000" dirty="0">
                <a:latin typeface="+mj-lt"/>
              </a:rPr>
              <a:t>(o</a:t>
            </a:r>
            <a:r>
              <a:rPr lang="nl-NL" altLang="zh-TW" sz="4000" dirty="0">
                <a:latin typeface="+mj-lt"/>
              </a:rPr>
              <a:t>-ló</a:t>
            </a:r>
            <a:r>
              <a:rPr lang="en-US" altLang="zh-TW" sz="4000" dirty="0">
                <a:latin typeface="+mj-lt"/>
              </a:rPr>
              <a:t>)</a:t>
            </a:r>
            <a:r>
              <a:rPr lang="zh-TW" altLang="en-US" dirty="0"/>
              <a:t>稱讚</a:t>
            </a:r>
            <a:r>
              <a:rPr lang="en-US" altLang="zh-TW" dirty="0"/>
              <a:t>,</a:t>
            </a:r>
          </a:p>
          <a:p>
            <a:pPr>
              <a:defRPr/>
            </a:pPr>
            <a:r>
              <a:rPr lang="zh-TW" altLang="en-US" dirty="0"/>
              <a:t>讚美稱讚</a:t>
            </a:r>
            <a:r>
              <a:rPr lang="en-US" altLang="zh-TW" dirty="0"/>
              <a:t>,</a:t>
            </a:r>
          </a:p>
          <a:p>
            <a:pPr>
              <a:defRPr/>
            </a:pPr>
            <a:r>
              <a:rPr lang="zh-TW" altLang="en-US" u="sng" dirty="0"/>
              <a:t>讚美</a:t>
            </a:r>
            <a:r>
              <a:rPr lang="en-US" altLang="zh-TW" sz="4000" dirty="0">
                <a:latin typeface="+mj-lt"/>
              </a:rPr>
              <a:t>(o</a:t>
            </a:r>
            <a:r>
              <a:rPr lang="nl-NL" altLang="zh-TW" sz="4000" dirty="0">
                <a:latin typeface="+mj-lt"/>
              </a:rPr>
              <a:t>-ló</a:t>
            </a:r>
            <a:r>
              <a:rPr lang="en-US" altLang="zh-TW" sz="4000" dirty="0">
                <a:latin typeface="+mj-lt"/>
              </a:rPr>
              <a:t>)</a:t>
            </a:r>
            <a:r>
              <a:rPr lang="zh-TW" altLang="en-US" dirty="0"/>
              <a:t>主</a:t>
            </a:r>
            <a:r>
              <a:rPr lang="zh-TW" altLang="en-US" u="sng" dirty="0"/>
              <a:t>愛</a:t>
            </a:r>
            <a:r>
              <a:rPr lang="en-US" altLang="zh-TW" sz="3200" dirty="0">
                <a:latin typeface="Arial" pitchFamily="34" charset="0"/>
                <a:cs typeface="Arial" pitchFamily="34" charset="0"/>
              </a:rPr>
              <a:t>(</a:t>
            </a:r>
            <a:r>
              <a:rPr lang="en-US" altLang="zh-TW" sz="3200" dirty="0" err="1">
                <a:latin typeface="Arial" pitchFamily="34" charset="0"/>
                <a:cs typeface="Arial" pitchFamily="34" charset="0"/>
              </a:rPr>
              <a:t>thiàⁿ</a:t>
            </a:r>
            <a:r>
              <a:rPr lang="en-US" altLang="zh-TW" sz="3200" dirty="0">
                <a:latin typeface="Arial" pitchFamily="34" charset="0"/>
                <a:cs typeface="Arial" pitchFamily="34" charset="0"/>
              </a:rPr>
              <a:t>)</a:t>
            </a:r>
          </a:p>
          <a:p>
            <a:pPr>
              <a:defRPr/>
            </a:pPr>
            <a:r>
              <a:rPr lang="zh-TW" altLang="en-US" dirty="0"/>
              <a:t>到永遠</a:t>
            </a:r>
            <a:r>
              <a:rPr lang="en-US" altLang="zh-TW" dirty="0"/>
              <a:t>.</a:t>
            </a:r>
          </a:p>
          <a:p>
            <a:pPr>
              <a:defRPr/>
            </a:pPr>
            <a:endParaRPr lang="en-US" altLang="zh-TW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:a16="http://schemas.microsoft.com/office/drawing/2014/main" id="{7646B7EE-C001-C2F9-9638-55A090AEBD5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71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：我心讚美至高上帝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(4/5)</a:t>
            </a:r>
          </a:p>
        </p:txBody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7B10E30F-0676-A6A8-BBC1-EFB635AC712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r>
              <a:rPr lang="zh-TW" altLang="en-US" dirty="0"/>
              <a:t>人</a:t>
            </a:r>
            <a:r>
              <a:rPr lang="zh-TW" altLang="en-US" u="sng" dirty="0"/>
              <a:t>如</a:t>
            </a:r>
            <a:r>
              <a:rPr lang="nl-NL" altLang="zh-TW" sz="3200" dirty="0">
                <a:latin typeface="+mj-lt"/>
              </a:rPr>
              <a:t>(ná)</a:t>
            </a:r>
            <a:r>
              <a:rPr lang="zh-TW" altLang="en-US" u="sng" dirty="0"/>
              <a:t>夏</a:t>
            </a:r>
            <a:r>
              <a:rPr lang="nl-NL" altLang="zh-TW" sz="3200" dirty="0">
                <a:latin typeface="+mj-lt"/>
              </a:rPr>
              <a:t>(hē)</a:t>
            </a:r>
            <a:r>
              <a:rPr lang="zh-TW" altLang="en-US" dirty="0"/>
              <a:t>天花草茂盛</a:t>
            </a:r>
            <a:r>
              <a:rPr lang="en-US" altLang="zh-TW" dirty="0"/>
              <a:t>,</a:t>
            </a:r>
          </a:p>
          <a:p>
            <a:pPr>
              <a:defRPr/>
            </a:pPr>
            <a:r>
              <a:rPr lang="zh-TW" altLang="en-US" dirty="0"/>
              <a:t>大風吹來就掃清</a:t>
            </a:r>
            <a:r>
              <a:rPr lang="en-US" altLang="zh-TW" dirty="0"/>
              <a:t>,</a:t>
            </a:r>
          </a:p>
          <a:p>
            <a:pPr>
              <a:defRPr/>
            </a:pPr>
            <a:r>
              <a:rPr lang="zh-TW" altLang="en-US" dirty="0"/>
              <a:t>雖然人類歷史變遷</a:t>
            </a:r>
            <a:r>
              <a:rPr lang="en-US" altLang="zh-TW" dirty="0"/>
              <a:t>,</a:t>
            </a:r>
          </a:p>
          <a:p>
            <a:pPr>
              <a:defRPr/>
            </a:pPr>
            <a:r>
              <a:rPr lang="zh-TW" altLang="en-US" dirty="0"/>
              <a:t>上帝永遠</a:t>
            </a:r>
            <a:r>
              <a:rPr lang="zh-TW" altLang="en-US" u="sng" dirty="0"/>
              <a:t>不</a:t>
            </a:r>
            <a:r>
              <a:rPr lang="nl-NL" altLang="zh-TW" sz="3200" dirty="0">
                <a:latin typeface="+mj-lt"/>
              </a:rPr>
              <a:t>(bōe)</a:t>
            </a:r>
            <a:r>
              <a:rPr lang="zh-TW" altLang="en-US" dirty="0"/>
              <a:t>改變</a:t>
            </a:r>
            <a:r>
              <a:rPr lang="en-US" altLang="zh-TW" dirty="0"/>
              <a:t>,</a:t>
            </a:r>
          </a:p>
          <a:p>
            <a:pPr>
              <a:defRPr/>
            </a:pPr>
            <a:endParaRPr lang="en-US" altLang="zh-TW" dirty="0"/>
          </a:p>
          <a:p>
            <a:pPr>
              <a:defRPr/>
            </a:pPr>
            <a:endParaRPr lang="en-US" altLang="zh-TW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639564E9-3C08-94C0-BC8D-4B0646CFDF5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71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：我心讚美至高上帝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(4/5)</a:t>
            </a:r>
          </a:p>
        </p:txBody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EEE29D23-A870-F925-D565-E249A404228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r>
              <a:rPr lang="zh-TW" altLang="en-US" u="sng" dirty="0"/>
              <a:t>讚美</a:t>
            </a:r>
            <a:r>
              <a:rPr lang="en-US" altLang="zh-TW" sz="4000" dirty="0">
                <a:latin typeface="+mj-lt"/>
              </a:rPr>
              <a:t>(o</a:t>
            </a:r>
            <a:r>
              <a:rPr lang="nl-NL" altLang="zh-TW" sz="4000" dirty="0">
                <a:latin typeface="+mj-lt"/>
              </a:rPr>
              <a:t>-ló</a:t>
            </a:r>
            <a:r>
              <a:rPr lang="en-US" altLang="zh-TW" sz="4000" dirty="0">
                <a:latin typeface="+mj-lt"/>
              </a:rPr>
              <a:t>)</a:t>
            </a:r>
            <a:r>
              <a:rPr lang="zh-TW" altLang="en-US" dirty="0"/>
              <a:t>我主</a:t>
            </a:r>
            <a:r>
              <a:rPr lang="en-US" altLang="zh-TW" dirty="0"/>
              <a:t>,</a:t>
            </a:r>
          </a:p>
          <a:p>
            <a:pPr>
              <a:defRPr/>
            </a:pPr>
            <a:r>
              <a:rPr lang="zh-TW" altLang="en-US" dirty="0"/>
              <a:t>讚美我主</a:t>
            </a:r>
            <a:r>
              <a:rPr lang="en-US" altLang="zh-TW" dirty="0"/>
              <a:t>,</a:t>
            </a:r>
          </a:p>
          <a:p>
            <a:pPr>
              <a:defRPr/>
            </a:pPr>
            <a:r>
              <a:rPr lang="zh-TW" altLang="en-US" u="sng" dirty="0"/>
              <a:t>讚美</a:t>
            </a:r>
            <a:r>
              <a:rPr lang="en-US" altLang="zh-TW" sz="4000" dirty="0">
                <a:latin typeface="+mj-lt"/>
              </a:rPr>
              <a:t>(o</a:t>
            </a:r>
            <a:r>
              <a:rPr lang="nl-NL" altLang="zh-TW" sz="4000" dirty="0">
                <a:latin typeface="+mj-lt"/>
              </a:rPr>
              <a:t>-ló</a:t>
            </a:r>
            <a:r>
              <a:rPr lang="en-US" altLang="zh-TW" sz="4000" dirty="0">
                <a:latin typeface="+mj-lt"/>
              </a:rPr>
              <a:t>)</a:t>
            </a:r>
            <a:r>
              <a:rPr lang="zh-TW" altLang="en-US" dirty="0"/>
              <a:t>我主</a:t>
            </a:r>
            <a:endParaRPr lang="en-US" altLang="zh-TW" dirty="0"/>
          </a:p>
          <a:p>
            <a:pPr>
              <a:defRPr/>
            </a:pPr>
            <a:r>
              <a:rPr lang="zh-TW" altLang="en-US" dirty="0"/>
              <a:t>大仁慈</a:t>
            </a:r>
            <a:r>
              <a:rPr lang="en-US" altLang="zh-TW" dirty="0"/>
              <a:t>.</a:t>
            </a:r>
          </a:p>
          <a:p>
            <a:pPr>
              <a:defRPr/>
            </a:pPr>
            <a:endParaRPr lang="en-US" altLang="zh-TW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C9578971-4CE8-469A-2FFE-4D92BCF5C91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71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：我心讚美至高上帝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(5/5)</a:t>
            </a:r>
          </a:p>
        </p:txBody>
      </p:sp>
      <p:sp>
        <p:nvSpPr>
          <p:cNvPr id="7171" name="Rectangle 3">
            <a:extLst>
              <a:ext uri="{FF2B5EF4-FFF2-40B4-BE49-F238E27FC236}">
                <a16:creationId xmlns:a16="http://schemas.microsoft.com/office/drawing/2014/main" id="{808A3F2D-AE89-34ED-0BB9-8F4F9899CBA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r>
              <a:rPr lang="zh-TW" altLang="en-US" dirty="0"/>
              <a:t>天使世</a:t>
            </a:r>
            <a:r>
              <a:rPr lang="zh-TW" altLang="en-US" u="sng" dirty="0"/>
              <a:t>人</a:t>
            </a:r>
            <a:r>
              <a:rPr lang="en-US" altLang="zh-TW" sz="3200" dirty="0">
                <a:latin typeface="Arial" pitchFamily="34" charset="0"/>
                <a:cs typeface="Arial" pitchFamily="34" charset="0"/>
              </a:rPr>
              <a:t>(</a:t>
            </a:r>
            <a:r>
              <a:rPr lang="en-US" altLang="zh-TW" sz="3200" dirty="0" err="1">
                <a:latin typeface="Arial" pitchFamily="34" charset="0"/>
                <a:cs typeface="Arial" pitchFamily="34" charset="0"/>
              </a:rPr>
              <a:t>jîn</a:t>
            </a:r>
            <a:r>
              <a:rPr lang="en-US" altLang="zh-TW" sz="3200" dirty="0">
                <a:latin typeface="Arial" pitchFamily="34" charset="0"/>
                <a:cs typeface="Arial" pitchFamily="34" charset="0"/>
              </a:rPr>
              <a:t>)</a:t>
            </a:r>
            <a:r>
              <a:rPr lang="zh-TW" altLang="en-US" dirty="0"/>
              <a:t>同心敬拜</a:t>
            </a:r>
            <a:r>
              <a:rPr lang="en-US" altLang="zh-TW" dirty="0"/>
              <a:t>,</a:t>
            </a:r>
          </a:p>
          <a:p>
            <a:pPr>
              <a:defRPr/>
            </a:pPr>
            <a:r>
              <a:rPr lang="zh-TW" altLang="en-US" dirty="0"/>
              <a:t>朝見祂面</a:t>
            </a:r>
            <a:r>
              <a:rPr lang="zh-TW" altLang="en-US" u="sng" dirty="0"/>
              <a:t>同</a:t>
            </a:r>
            <a:r>
              <a:rPr lang="nl-NL" altLang="zh-TW" sz="3200" dirty="0">
                <a:latin typeface="+mj-lt"/>
              </a:rPr>
              <a:t>(tâng)</a:t>
            </a:r>
            <a:r>
              <a:rPr lang="zh-TW" altLang="en-US" u="sng" dirty="0"/>
              <a:t>服事</a:t>
            </a:r>
            <a:r>
              <a:rPr lang="nl-NL" altLang="zh-TW" sz="3200" dirty="0">
                <a:latin typeface="+mj-lt"/>
              </a:rPr>
              <a:t>(h</a:t>
            </a:r>
            <a:r>
              <a:rPr lang="en-US" altLang="zh-TW" sz="3200" dirty="0" err="1">
                <a:latin typeface="+mj-lt"/>
              </a:rPr>
              <a:t>o̍k</a:t>
            </a:r>
            <a:r>
              <a:rPr lang="nl-NL" altLang="zh-TW" sz="3200" dirty="0">
                <a:latin typeface="+mj-lt"/>
              </a:rPr>
              <a:t>-sāi)</a:t>
            </a:r>
            <a:r>
              <a:rPr lang="en-US" altLang="zh-TW" dirty="0"/>
              <a:t>,</a:t>
            </a:r>
          </a:p>
          <a:p>
            <a:pPr>
              <a:defRPr/>
            </a:pPr>
            <a:r>
              <a:rPr lang="zh-TW" altLang="en-US" dirty="0"/>
              <a:t>日月星辰</a:t>
            </a:r>
            <a:r>
              <a:rPr lang="zh-TW" altLang="en-US" u="sng" dirty="0"/>
              <a:t>伏</a:t>
            </a:r>
            <a:r>
              <a:rPr lang="nl-NL" altLang="zh-TW" sz="3200" dirty="0">
                <a:latin typeface="+mj-lt"/>
              </a:rPr>
              <a:t>(phak)</a:t>
            </a:r>
            <a:r>
              <a:rPr lang="zh-TW" altLang="en-US" dirty="0"/>
              <a:t>拜恭敬</a:t>
            </a:r>
            <a:r>
              <a:rPr lang="en-US" altLang="zh-TW" dirty="0"/>
              <a:t>,</a:t>
            </a:r>
          </a:p>
          <a:p>
            <a:pPr>
              <a:defRPr/>
            </a:pPr>
            <a:r>
              <a:rPr lang="zh-TW" altLang="en-US" dirty="0"/>
              <a:t>吟詩</a:t>
            </a:r>
            <a:r>
              <a:rPr lang="zh-TW" altLang="en-US" u="sng" dirty="0"/>
              <a:t>讚美</a:t>
            </a:r>
            <a:r>
              <a:rPr lang="en-US" altLang="zh-TW" sz="4000" dirty="0">
                <a:latin typeface="+mj-lt"/>
              </a:rPr>
              <a:t>(o</a:t>
            </a:r>
            <a:r>
              <a:rPr lang="nl-NL" altLang="zh-TW" sz="4000" dirty="0">
                <a:latin typeface="+mj-lt"/>
              </a:rPr>
              <a:t>-ló</a:t>
            </a:r>
            <a:r>
              <a:rPr lang="en-US" altLang="zh-TW" sz="4000" dirty="0">
                <a:latin typeface="+mj-lt"/>
              </a:rPr>
              <a:t>)</a:t>
            </a:r>
            <a:r>
              <a:rPr lang="zh-TW" altLang="en-US" dirty="0"/>
              <a:t>永無停</a:t>
            </a:r>
            <a:r>
              <a:rPr lang="en-US" altLang="zh-TW" dirty="0"/>
              <a:t>,</a:t>
            </a:r>
          </a:p>
          <a:p>
            <a:pPr>
              <a:defRPr/>
            </a:pPr>
            <a:endParaRPr lang="en-US" altLang="zh-TW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>
            <a:extLst>
              <a:ext uri="{FF2B5EF4-FFF2-40B4-BE49-F238E27FC236}">
                <a16:creationId xmlns:a16="http://schemas.microsoft.com/office/drawing/2014/main" id="{F87A8883-3377-C636-0B71-D8C401B6D01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71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：我心讚美至高上帝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(5/5)</a:t>
            </a:r>
          </a:p>
        </p:txBody>
      </p:sp>
      <p:sp>
        <p:nvSpPr>
          <p:cNvPr id="8195" name="Rectangle 3">
            <a:extLst>
              <a:ext uri="{FF2B5EF4-FFF2-40B4-BE49-F238E27FC236}">
                <a16:creationId xmlns:a16="http://schemas.microsoft.com/office/drawing/2014/main" id="{E2E8D725-12BB-442C-1D70-3111CC9938B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r>
              <a:rPr lang="zh-TW" altLang="en-US" u="sng" dirty="0"/>
              <a:t>讚美</a:t>
            </a:r>
            <a:r>
              <a:rPr lang="en-US" altLang="zh-TW" sz="4000" dirty="0">
                <a:latin typeface="+mj-lt"/>
              </a:rPr>
              <a:t>(o</a:t>
            </a:r>
            <a:r>
              <a:rPr lang="nl-NL" altLang="zh-TW" sz="4000" dirty="0">
                <a:latin typeface="+mj-lt"/>
              </a:rPr>
              <a:t>-ló</a:t>
            </a:r>
            <a:r>
              <a:rPr lang="en-US" altLang="zh-TW" sz="4000" dirty="0">
                <a:latin typeface="+mj-lt"/>
              </a:rPr>
              <a:t>)</a:t>
            </a:r>
            <a:r>
              <a:rPr lang="zh-TW" altLang="en-US" dirty="0"/>
              <a:t>稱讚</a:t>
            </a:r>
            <a:r>
              <a:rPr lang="en-US" altLang="zh-TW" dirty="0"/>
              <a:t>,</a:t>
            </a:r>
          </a:p>
          <a:p>
            <a:pPr>
              <a:defRPr/>
            </a:pPr>
            <a:r>
              <a:rPr lang="zh-TW" altLang="en-US" u="sng" dirty="0"/>
              <a:t>讚美</a:t>
            </a:r>
            <a:r>
              <a:rPr lang="en-US" altLang="zh-TW" sz="4000" dirty="0">
                <a:latin typeface="+mj-lt"/>
              </a:rPr>
              <a:t>(o</a:t>
            </a:r>
            <a:r>
              <a:rPr lang="nl-NL" altLang="zh-TW" sz="4000" dirty="0">
                <a:latin typeface="+mj-lt"/>
              </a:rPr>
              <a:t>-ló</a:t>
            </a:r>
            <a:r>
              <a:rPr lang="en-US" altLang="zh-TW" sz="4000" dirty="0">
                <a:latin typeface="+mj-lt"/>
              </a:rPr>
              <a:t>)</a:t>
            </a:r>
            <a:r>
              <a:rPr lang="zh-TW" altLang="en-US" dirty="0"/>
              <a:t>稱讚</a:t>
            </a:r>
            <a:r>
              <a:rPr lang="en-US" altLang="zh-TW" dirty="0"/>
              <a:t>,</a:t>
            </a:r>
          </a:p>
          <a:p>
            <a:pPr>
              <a:defRPr/>
            </a:pPr>
            <a:r>
              <a:rPr lang="zh-TW" altLang="en-US" u="sng" dirty="0"/>
              <a:t>讚美</a:t>
            </a:r>
            <a:r>
              <a:rPr lang="en-US" altLang="zh-TW" sz="4000" dirty="0">
                <a:latin typeface="+mj-lt"/>
              </a:rPr>
              <a:t>(o</a:t>
            </a:r>
            <a:r>
              <a:rPr lang="nl-NL" altLang="zh-TW" sz="4000" dirty="0">
                <a:latin typeface="+mj-lt"/>
              </a:rPr>
              <a:t>-ló</a:t>
            </a:r>
            <a:r>
              <a:rPr lang="en-US" altLang="zh-TW" sz="4000" dirty="0">
                <a:latin typeface="+mj-lt"/>
              </a:rPr>
              <a:t>)</a:t>
            </a:r>
            <a:r>
              <a:rPr lang="zh-TW" altLang="en-US" dirty="0"/>
              <a:t>主名</a:t>
            </a:r>
            <a:endParaRPr lang="en-US" altLang="zh-TW" dirty="0"/>
          </a:p>
          <a:p>
            <a:pPr>
              <a:defRPr/>
            </a:pPr>
            <a:r>
              <a:rPr lang="zh-TW" altLang="en-US" dirty="0"/>
              <a:t>到永遠</a:t>
            </a:r>
            <a:r>
              <a:rPr lang="en-US" altLang="zh-TW" dirty="0"/>
              <a:t>.</a:t>
            </a:r>
          </a:p>
          <a:p>
            <a:pPr>
              <a:defRPr/>
            </a:pPr>
            <a:r>
              <a:rPr lang="zh-TW" altLang="en-US" dirty="0"/>
              <a:t>阿們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Aspect">
      <a:dk1>
        <a:sysClr val="windowText" lastClr="000000"/>
      </a:dk1>
      <a:lt1>
        <a:sysClr val="window" lastClr="FFFFFF"/>
      </a:lt1>
      <a:dk2>
        <a:srgbClr val="323232"/>
      </a:dk2>
      <a:lt2>
        <a:srgbClr val="E3DED1"/>
      </a:lt2>
      <a:accent1>
        <a:srgbClr val="F07F09"/>
      </a:accent1>
      <a:accent2>
        <a:srgbClr val="9F2936"/>
      </a:accent2>
      <a:accent3>
        <a:srgbClr val="1B587C"/>
      </a:accent3>
      <a:accent4>
        <a:srgbClr val="4E8542"/>
      </a:accent4>
      <a:accent5>
        <a:srgbClr val="604878"/>
      </a:accent5>
      <a:accent6>
        <a:srgbClr val="C19859"/>
      </a:accent6>
      <a:hlink>
        <a:srgbClr val="6B9F25"/>
      </a:hlink>
      <a:folHlink>
        <a:srgbClr val="B26B02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69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標楷體" pitchFamily="65" charset="-12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69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標楷體" pitchFamily="65" charset="-12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1_Default Design">
  <a:themeElements>
    <a:clrScheme name="Aspect">
      <a:dk1>
        <a:sysClr val="windowText" lastClr="000000"/>
      </a:dk1>
      <a:lt1>
        <a:sysClr val="window" lastClr="FFFFFF"/>
      </a:lt1>
      <a:dk2>
        <a:srgbClr val="323232"/>
      </a:dk2>
      <a:lt2>
        <a:srgbClr val="E3DED1"/>
      </a:lt2>
      <a:accent1>
        <a:srgbClr val="F07F09"/>
      </a:accent1>
      <a:accent2>
        <a:srgbClr val="9F2936"/>
      </a:accent2>
      <a:accent3>
        <a:srgbClr val="1B587C"/>
      </a:accent3>
      <a:accent4>
        <a:srgbClr val="4E8542"/>
      </a:accent4>
      <a:accent5>
        <a:srgbClr val="604878"/>
      </a:accent5>
      <a:accent6>
        <a:srgbClr val="C19859"/>
      </a:accent6>
      <a:hlink>
        <a:srgbClr val="6B9F25"/>
      </a:hlink>
      <a:folHlink>
        <a:srgbClr val="B26B02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69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標楷體" pitchFamily="65" charset="-12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69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標楷體" pitchFamily="65" charset="-12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9644</TotalTime>
  <Words>397</Words>
  <Application>Microsoft Macintosh PowerPoint</Application>
  <PresentationFormat>On-screen Show (4:3)</PresentationFormat>
  <Paragraphs>51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標楷體</vt:lpstr>
      <vt:lpstr>新細明體</vt:lpstr>
      <vt:lpstr>Default Design</vt:lpstr>
      <vt:lpstr>1_Default Design</vt:lpstr>
      <vt:lpstr>71：我心讚美至高上帝(1/5)</vt:lpstr>
      <vt:lpstr>71：我心讚美至高上帝(1/5)</vt:lpstr>
      <vt:lpstr>71：我心讚美至高上帝(2/5)</vt:lpstr>
      <vt:lpstr>71：我心讚美至高上帝(2/5)</vt:lpstr>
      <vt:lpstr>71：我心讚美至高上帝(3/5)</vt:lpstr>
      <vt:lpstr>71：我心讚美至高上帝(3/5)</vt:lpstr>
      <vt:lpstr>71：我心讚美至高上帝(4/5)</vt:lpstr>
      <vt:lpstr>71：我心讚美至高上帝(4/5)</vt:lpstr>
      <vt:lpstr>71：我心讚美至高上帝(5/5)</vt:lpstr>
      <vt:lpstr>71：我心讚美至高上帝(5/5)</vt:lpstr>
    </vt:vector>
  </TitlesOfParts>
  <Company>The Reformed Church of Newtown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taiwanese</dc:creator>
  <cp:lastModifiedBy>Joseph Chen</cp:lastModifiedBy>
  <cp:revision>390</cp:revision>
  <dcterms:created xsi:type="dcterms:W3CDTF">2007-02-04T16:15:54Z</dcterms:created>
  <dcterms:modified xsi:type="dcterms:W3CDTF">2026-08-01T00:00:40Z</dcterms:modified>
</cp:coreProperties>
</file>