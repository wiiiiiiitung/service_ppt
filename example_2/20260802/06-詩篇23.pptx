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13731F-C7C9-4E8B-85DA-F8DF64C8AE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C1CC2-3B2D-4352-A43B-3B94A62416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83494A15-C201-4541-A971-EF63588EBBBC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F6F4140-904F-4D6C-8F9C-4611D745C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0D361F0-5840-4814-892E-A3C807755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C0784-E52F-45F6-9C7C-08FF94B42C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27EE7-AB66-4893-8E58-C942A4D3B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80CE8FBF-8DFB-184F-9B3E-6472B4B301E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210FD349-9EE9-B84F-A82F-48DBD80CD7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F5656A-10D7-C24F-A45F-FB6595E857B6}" type="slidenum">
              <a:rPr lang="en-US" altLang="zh-TW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E63199F4-F4CE-E73F-F4DE-B246A29D39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A8AED3CE-BDB7-788C-9913-82396CDC7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3F3E63-ADAC-DC46-202E-C19EE1F85D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6D4DFF-9C37-B240-A3E1-5F153F125A47}" type="slidenum">
              <a:rPr lang="en-US" altLang="zh-TW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5B7F832-D285-7F19-660C-8AFF4F79AF4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8BD24BB-81FE-F763-1C5C-006E4C251A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B930158-1D93-EC6C-39C8-3CBC7CC2A6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1263CC-84C1-ED41-B1A3-8E85C26C1624}" type="slidenum">
              <a:rPr lang="en-US" altLang="zh-TW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FEF39ACA-4F2B-653C-A5F3-88D0FDA820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D0671AC4-FA6B-CCD6-9AAC-403FE637B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4B51B023-5ECF-DEB7-ACC7-31B0F0EDF0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021384-3D2B-254F-9199-6B5F4D26B413}" type="slidenum">
              <a:rPr lang="en-US" altLang="zh-TW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AE951C8-1028-E438-F63D-09E0ABF6BC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EBEFAE3-B039-AB4D-7E0C-1C5342268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21DD66FE-66B5-B770-D75C-25A5F23428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E1AD85-B981-9E4C-9C50-D15850B9FE08}" type="slidenum">
              <a:rPr lang="en-US" altLang="zh-TW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AF954F1-0446-A78F-365C-2A59EF6DC4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63CCF5E8-FC67-ABAD-63CC-029BA5056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2917F84-044C-2C40-460B-A36734FA1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49ED79-5031-9445-A6DB-ABC88FD8B547}" type="slidenum">
              <a:rPr lang="en-US" altLang="zh-TW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71645BC7-8747-24F9-10C0-B9378EF4F3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2C80D173-6069-7FC1-B1AE-DA066DF4F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705E5-8FBF-6E46-A048-C2DFF6B4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99B49A-6B4E-A741-98AF-BE56284CEC37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B5800-37C4-A627-0596-EAF65458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EBFEF-218D-698C-3F49-B7BE7977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A60628-8F9A-DA48-8258-3F19175D3A7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237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00FF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8CBA-C097-E4DA-04FE-ED945F2A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FB95F-30E9-554B-BC73-45A121515F09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DB67C-D2D7-5F86-87CB-C2011D54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264EE-4263-03E1-DEAC-38B8A446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37A949-85AB-6B42-9B14-77747A2651C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5541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0FFB2-EAB5-12B6-D175-2DB35A89A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8E459-F76F-2545-9B40-A601A9EBB47E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71F64-FFDB-37A0-97A0-D53195B7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8948D-954E-6661-D309-533A7FD6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B43499-EC3A-3748-A98B-E62DDACB5A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663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118608B-14F2-E178-E513-DAD98CB1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C545A2-2136-084B-AE6A-C60202C0D11B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906A84E-0BC0-8DE3-00A2-01F16FE4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9D17B71-D2CA-1673-141F-D9F94BE4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6BDB1F-F9B8-364C-8A9A-C4A9A3063E6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8165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85DC0EE-B24F-45AE-DE79-3839C1EA6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D388D-D317-B740-9D28-A8474E117BEF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810C2EC-FA1E-DA01-02E5-53ED6DE5C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C9D49E-DDE3-D5D5-4329-551D02FE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D3C333-D011-DA4F-836E-7C94EB4EDBF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787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E84468-D398-7171-10E7-A193AB5D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5311A-427A-9C40-A843-C1C81C9E491D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C6D160-0634-D689-6E53-2CE5187C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6D0346-677C-FBF1-566F-16D14BE4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6734E-AD00-994D-B108-DD81351D2B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873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B01FB23-E514-416C-12B0-22BF1CB53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7D864-1F94-1743-B920-5ACB2AC384B5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DEC0C8-CBC4-F6AA-CE46-CD61D7E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A98876-A19A-A605-119C-892457CC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0DDE97-9EC6-D546-9365-1FF836F6484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657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1A04627-16EF-58FD-8B2C-AD469566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C5EAD-9ABE-0447-8185-B3AA1D699644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0DA795-7ACE-48DE-26AB-CA20D3FC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3A9364-949C-684B-B7CE-45D380FA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5BD697-03A9-CB42-9C08-5ED1A0D692C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617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758B34C-0F97-14EA-E98C-1CF74991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B9416-F6AF-5B44-9DAC-7943FC69600E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D152D2-556D-8A27-F9F4-44B214B50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313A24-F5A8-584D-0D48-C5B982A2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47BDD-B5E5-9941-8F44-EC370522A76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4947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BE035-4104-412E-CC5A-BB526ED9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5D8842-8CD5-D747-A769-692C589AB0B0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8A518-23DB-8655-3A83-E6F9AFF5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25164-B904-6BE3-14AA-C5937AF1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41EFDF-95B1-B04B-BA51-C87090FF1BB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915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72E11-C134-F44D-2F6A-CD2983E6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738AD-283B-5E49-B6F4-0D0BDF87A696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CCF7-6262-3E8F-F1CD-5B163566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F22F-4DDB-4C53-FF72-4E5FE99B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5A6E27-CA9D-994F-AE19-25274DD351B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596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F4437F3-33D6-696E-C1BE-001D2467686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5703C46-4A2E-AEC6-ECD9-EBC20B16A0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65FB1-9BF3-4954-BF52-BCFE1F30C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DC1FCDE-4B4F-FF42-A5FF-78B1AB802646}" type="datetimeFigureOut">
              <a:rPr lang="zh-TW" altLang="en-US"/>
              <a:pPr>
                <a:defRPr/>
              </a:pPr>
              <a:t>2026/7/31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098B8-88D6-4AB5-B2E3-439CE0750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218F7-41BA-4077-A40E-4C348F76B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B8E3559-4444-D04C-873A-6B101925173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2B0F29B-A19E-74D8-22D7-67239121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8510FF4-7E0B-55E7-ED3D-C9C8A1CE3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2578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耶和華是我的牧者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我無欠缺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(hō͘ 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我倒在青翠的草埔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我在安靜的水邊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06DB97-E120-D7D6-877C-0EAB0AB3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3EB45BD-2ACB-B073-2BCA-E5E7FB15E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祂使我的靈魂精英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為着祂的名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義的路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我雖然行過死蔭的山谷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  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驚災害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FA9430F-E66F-B5A9-B0D6-86147AF6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5E1C99B-A1C2-5F97-68DC-B519F2F00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因為祢與我在的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(thûi)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(koáiⁿ)</a:t>
            </a:r>
          </a:p>
          <a:p>
            <a:pPr>
              <a:lnSpc>
                <a:spcPct val="90000"/>
              </a:lnSpc>
            </a:pP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安慰我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5137997-40DE-D1F3-5C6C-F809CE29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F2673BB-99C9-7FE1-079C-C3AF24203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在我對敵的面前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我排設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(iân-sia̍h)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C263B64-0E1A-844E-AB8C-232AEA63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7C1F548-D61C-F645-0E11-F8CE674C1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你用油抺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(boah)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我的頭殼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我的杯滿出來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6F448EC-7522-3493-B11A-2A19CBE8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2648413-A0FC-8F58-26AB-A498AE6F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恩典及慈悲的確隨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(tè)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我到一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世人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居起在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(khiā-khí  tī)</a:t>
            </a:r>
          </a:p>
          <a:p>
            <a:pPr>
              <a:lnSpc>
                <a:spcPct val="90000"/>
              </a:lnSpc>
            </a:pP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厝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(chhù)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240</Words>
  <Application>Microsoft Macintosh PowerPoint</Application>
  <PresentationFormat>On-screen Show (4:3)</PresentationFormat>
  <Paragraphs>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新細明體</vt:lpstr>
      <vt:lpstr>標楷體</vt:lpstr>
      <vt:lpstr>Office Theme</vt:lpstr>
      <vt:lpstr>啟應文6: 詩篇23</vt:lpstr>
      <vt:lpstr>啟應文6: 詩篇23</vt:lpstr>
      <vt:lpstr>啟應文6: 詩篇23</vt:lpstr>
      <vt:lpstr>啟應文6: 詩篇23</vt:lpstr>
      <vt:lpstr>啟應文6: 詩篇23</vt:lpstr>
      <vt:lpstr>啟應文6: 詩篇23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36</cp:revision>
  <dcterms:created xsi:type="dcterms:W3CDTF">2007-08-21T03:41:16Z</dcterms:created>
  <dcterms:modified xsi:type="dcterms:W3CDTF">2026-07-31T23:58:56Z</dcterms:modified>
</cp:coreProperties>
</file>