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  <p:sldMasterId id="2147483660" r:id="rId2"/>
  </p:sldMasterIdLst>
  <p:notesMasterIdLst>
    <p:notesMasterId r:id="rId11"/>
  </p:notesMasterIdLst>
  <p:handoutMasterIdLst>
    <p:handoutMasterId r:id="rId12"/>
  </p:handoutMasterIdLst>
  <p:sldIdLst>
    <p:sldId id="553" r:id="rId3"/>
    <p:sldId id="555" r:id="rId4"/>
    <p:sldId id="556" r:id="rId5"/>
    <p:sldId id="557" r:id="rId6"/>
    <p:sldId id="558" r:id="rId7"/>
    <p:sldId id="559" r:id="rId8"/>
    <p:sldId id="560" r:id="rId9"/>
    <p:sldId id="561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5pPr>
    <a:lvl6pPr marL="22860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6pPr>
    <a:lvl7pPr marL="27432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7pPr>
    <a:lvl8pPr marL="32004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8pPr>
    <a:lvl9pPr marL="36576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07" autoAdjust="0"/>
    <p:restoredTop sz="87671" autoAdjust="0"/>
  </p:normalViewPr>
  <p:slideViewPr>
    <p:cSldViewPr>
      <p:cViewPr varScale="1">
        <p:scale>
          <a:sx n="111" d="100"/>
          <a:sy n="111" d="100"/>
        </p:scale>
        <p:origin x="121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478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1F1AD63-0A30-D727-CE18-5F7A494B25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389417-2304-F48D-8263-CE61AAA27F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fld id="{072DBEC0-AB4D-954D-BB13-5E727C8922B2}" type="datetimeFigureOut">
              <a:rPr lang="zh-TW" altLang="en-US"/>
              <a:pPr>
                <a:defRPr/>
              </a:pPr>
              <a:t>2026/8/21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46798D-7651-A9B9-068F-AC385B18F8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865328-B564-3F64-7CA9-5B610B961D7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5F409AB-C68B-F446-A3C5-64F784A5BFD0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164D2C5-AC76-D2E8-06C3-83DE4124991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7CA66C2C-F62B-67A4-BCC6-B04F0F40DCC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16A07E82-5B13-7CC0-58FF-D686FF0B503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1ADC3F21-3FFD-8B00-6FCE-1E4B9B68778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A3B8E8D6-ED5C-0FCD-6A77-751876F9197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D9F56400-5F62-89F1-DE21-F9CBFACE20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新細明體" panose="02020500000000000000" pitchFamily="18" charset="-120"/>
              </a:defRPr>
            </a:lvl1pPr>
          </a:lstStyle>
          <a:p>
            <a:fld id="{D397C9B7-1EB4-B04D-B6F8-D1BCDC245D78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9A025976-EFC9-B9F4-55B3-196F934E476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53E51806-4396-F539-0F93-527DF4B4C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DF1C1399-03C5-3222-DBCF-3780467215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1pPr>
            <a:lvl2pPr marL="742950" indent="-28575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2pPr>
            <a:lvl3pPr marL="11430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3pPr>
            <a:lvl4pPr marL="16002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4pPr>
            <a:lvl5pPr marL="20574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9pPr>
          </a:lstStyle>
          <a:p>
            <a:pPr eaLnBrk="1" hangingPunct="1"/>
            <a:fld id="{BE52D5C8-D0E0-124D-86CC-6C09278E054A}" type="slidenum">
              <a:rPr lang="en-US" altLang="zh-TW" sz="1200" b="0">
                <a:ea typeface="新細明體" panose="02020500000000000000" pitchFamily="18" charset="-120"/>
              </a:rPr>
              <a:pPr eaLnBrk="1" hangingPunct="1"/>
              <a:t>1</a:t>
            </a:fld>
            <a:endParaRPr lang="en-US" altLang="zh-TW" sz="1200" b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>
            <a:extLst>
              <a:ext uri="{FF2B5EF4-FFF2-40B4-BE49-F238E27FC236}">
                <a16:creationId xmlns:a16="http://schemas.microsoft.com/office/drawing/2014/main" id="{1D4D7A54-C7BF-3D4C-0FFA-1009B432DC6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5" name="Notes Placeholder 2">
            <a:extLst>
              <a:ext uri="{FF2B5EF4-FFF2-40B4-BE49-F238E27FC236}">
                <a16:creationId xmlns:a16="http://schemas.microsoft.com/office/drawing/2014/main" id="{831482D1-4C42-32C4-83EC-0AF8FFBD7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66AA6106-1625-E60C-03F9-6CF654F75B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1pPr>
            <a:lvl2pPr marL="742950" indent="-28575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2pPr>
            <a:lvl3pPr marL="11430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3pPr>
            <a:lvl4pPr marL="16002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4pPr>
            <a:lvl5pPr marL="20574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9pPr>
          </a:lstStyle>
          <a:p>
            <a:pPr eaLnBrk="1" hangingPunct="1"/>
            <a:fld id="{776D3D2C-BD9A-6043-8AED-1CAD271E3151}" type="slidenum">
              <a:rPr lang="en-US" altLang="zh-TW" sz="1200" b="0">
                <a:ea typeface="新細明體" panose="02020500000000000000" pitchFamily="18" charset="-120"/>
              </a:rPr>
              <a:pPr eaLnBrk="1" hangingPunct="1"/>
              <a:t>2</a:t>
            </a:fld>
            <a:endParaRPr lang="en-US" altLang="zh-TW" sz="1200" b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6C86BB8F-2A14-DD7B-07EC-0E2DE4874C9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12548049-CA81-4BE7-9694-CF890BDB1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E43453E0-4CB6-A072-063F-7E8233EAE1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1pPr>
            <a:lvl2pPr marL="742950" indent="-28575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2pPr>
            <a:lvl3pPr marL="11430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3pPr>
            <a:lvl4pPr marL="16002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4pPr>
            <a:lvl5pPr marL="20574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9pPr>
          </a:lstStyle>
          <a:p>
            <a:pPr eaLnBrk="1" hangingPunct="1"/>
            <a:fld id="{65A63B06-506A-844C-9326-F195430C8F68}" type="slidenum">
              <a:rPr lang="en-US" altLang="zh-TW" sz="1200" b="0">
                <a:ea typeface="新細明體" panose="02020500000000000000" pitchFamily="18" charset="-120"/>
              </a:rPr>
              <a:pPr eaLnBrk="1" hangingPunct="1"/>
              <a:t>3</a:t>
            </a:fld>
            <a:endParaRPr lang="en-US" altLang="zh-TW" sz="1200" b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5AC1705C-8A59-39CD-7167-40FA95282D1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C0C3C18B-E7A3-6E2F-C4EF-850FA0D13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24CEE82E-D7C3-B61C-2E67-F375846B8E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1pPr>
            <a:lvl2pPr marL="742950" indent="-28575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2pPr>
            <a:lvl3pPr marL="11430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3pPr>
            <a:lvl4pPr marL="16002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4pPr>
            <a:lvl5pPr marL="20574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9pPr>
          </a:lstStyle>
          <a:p>
            <a:pPr eaLnBrk="1" hangingPunct="1"/>
            <a:fld id="{9700686A-E6F2-2A4D-92C3-8A8CB4171CB2}" type="slidenum">
              <a:rPr lang="en-US" altLang="zh-TW" sz="1200" b="0">
                <a:ea typeface="新細明體" panose="02020500000000000000" pitchFamily="18" charset="-120"/>
              </a:rPr>
              <a:pPr eaLnBrk="1" hangingPunct="1"/>
              <a:t>4</a:t>
            </a:fld>
            <a:endParaRPr lang="en-US" altLang="zh-TW" sz="1200" b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D962605E-5515-4330-74CC-B95661343E5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B2C8754A-9D2D-885B-6B9B-D6AAB1444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72438E1A-980F-8479-EA0E-642229DADA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1pPr>
            <a:lvl2pPr marL="742950" indent="-28575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2pPr>
            <a:lvl3pPr marL="11430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3pPr>
            <a:lvl4pPr marL="16002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4pPr>
            <a:lvl5pPr marL="20574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9pPr>
          </a:lstStyle>
          <a:p>
            <a:pPr eaLnBrk="1" hangingPunct="1"/>
            <a:fld id="{DB1DCC09-A37F-D94B-8F2B-3194BD991BD2}" type="slidenum">
              <a:rPr lang="en-US" altLang="zh-TW" sz="1200" b="0">
                <a:ea typeface="新細明體" panose="02020500000000000000" pitchFamily="18" charset="-120"/>
              </a:rPr>
              <a:pPr eaLnBrk="1" hangingPunct="1"/>
              <a:t>5</a:t>
            </a:fld>
            <a:endParaRPr lang="en-US" altLang="zh-TW" sz="1200" b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A1E55477-80C8-ED76-B629-F4535E19A5B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D54D75F0-256D-C4A0-13D6-E7AEAE2BA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8EADAB3C-AFED-98B1-1279-B41AD0AF76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1pPr>
            <a:lvl2pPr marL="742950" indent="-28575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2pPr>
            <a:lvl3pPr marL="11430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3pPr>
            <a:lvl4pPr marL="16002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4pPr>
            <a:lvl5pPr marL="20574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9pPr>
          </a:lstStyle>
          <a:p>
            <a:pPr eaLnBrk="1" hangingPunct="1"/>
            <a:fld id="{D146CF89-DD08-C149-B3E4-775AD9E2D7A1}" type="slidenum">
              <a:rPr lang="en-US" altLang="zh-TW" sz="1200" b="0">
                <a:ea typeface="新細明體" panose="02020500000000000000" pitchFamily="18" charset="-120"/>
              </a:rPr>
              <a:pPr eaLnBrk="1" hangingPunct="1"/>
              <a:t>6</a:t>
            </a:fld>
            <a:endParaRPr lang="en-US" altLang="zh-TW" sz="1200" b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E6F66A45-BD6D-92FB-F745-52E828465CE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67EAD31C-B0C1-607B-4E84-572F87FFC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A26C7686-5636-DBA7-2BDF-9F2E1CDAEF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1pPr>
            <a:lvl2pPr marL="742950" indent="-28575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2pPr>
            <a:lvl3pPr marL="11430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3pPr>
            <a:lvl4pPr marL="16002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4pPr>
            <a:lvl5pPr marL="20574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9pPr>
          </a:lstStyle>
          <a:p>
            <a:pPr eaLnBrk="1" hangingPunct="1"/>
            <a:fld id="{92685E6B-44A3-9D4D-AC3C-1361C135748C}" type="slidenum">
              <a:rPr lang="en-US" altLang="zh-TW" sz="1200" b="0">
                <a:ea typeface="新細明體" panose="02020500000000000000" pitchFamily="18" charset="-120"/>
              </a:rPr>
              <a:pPr eaLnBrk="1" hangingPunct="1"/>
              <a:t>7</a:t>
            </a:fld>
            <a:endParaRPr lang="en-US" altLang="zh-TW" sz="1200" b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D1528EA0-D5BE-7F32-26E8-59791B1F14B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BE81895D-F594-558C-2BF9-087D9F78E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7646B75D-86D9-1548-C433-A313518D52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1pPr>
            <a:lvl2pPr marL="742950" indent="-28575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2pPr>
            <a:lvl3pPr marL="11430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3pPr>
            <a:lvl4pPr marL="16002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4pPr>
            <a:lvl5pPr marL="20574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9pPr>
          </a:lstStyle>
          <a:p>
            <a:pPr eaLnBrk="1" hangingPunct="1"/>
            <a:fld id="{93133F92-251A-DC49-8C5C-C73C48C2F1CE}" type="slidenum">
              <a:rPr lang="en-US" altLang="zh-TW" sz="1200" b="0">
                <a:ea typeface="新細明體" panose="02020500000000000000" pitchFamily="18" charset="-120"/>
              </a:rPr>
              <a:pPr eaLnBrk="1" hangingPunct="1"/>
              <a:t>8</a:t>
            </a:fld>
            <a:endParaRPr lang="en-US" altLang="zh-TW" sz="1200" b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6E7C0FA-2295-EFCB-5820-3377C395CD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C7EC48-5154-8811-F816-ECDD1308BB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E856F7A-D544-288D-0D5D-6EBA4D6E46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812E6A-C80F-8647-B396-2D0D8C6E160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95329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4A11989-B853-F7DA-1B96-060A36537E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790A312-BD81-E0E8-753E-440B0D9384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7B5EF2D-4D53-14ED-2ED1-814CF90C58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244CCD-0129-3249-8388-1FA32BD4885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80309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96060F6-81F8-4CEB-1717-B427DD1CA5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E9F9EB-2170-6872-F313-600045BD02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8FA2C51-D334-CBE5-DE5B-1DFF18A6DA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331883-08FA-454A-BBFF-48A019D9423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60170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AB94924-0442-8D33-6C7F-5D0F885988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D620755-56D3-0263-653F-A9931311F0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509FE90-7DB9-5575-2267-BD45C5FEAB0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DB2001E-B304-9A54-9584-6A5E09AF158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261B89A-7437-279A-7498-0D626034B02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a typeface="新細明體" panose="02020500000000000000" pitchFamily="18" charset="-120"/>
              </a:defRPr>
            </a:lvl1pPr>
          </a:lstStyle>
          <a:p>
            <a:fld id="{839B70B1-6DFC-CE4F-9545-A33580038F76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A3C2587-76B3-B678-5FD8-B352C45D17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6AA1DAC-1695-5D61-0415-034190BC76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B9DD514-1CEF-1314-DAC9-299B4B66F50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267203A-CF71-B32A-68AE-5AC80BE6EFF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1275221-4461-6FA5-A583-C16E1FC63F2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a typeface="新細明體" panose="02020500000000000000" pitchFamily="18" charset="-120"/>
              </a:defRPr>
            </a:lvl1pPr>
          </a:lstStyle>
          <a:p>
            <a:fld id="{0C771C42-5511-5143-951F-B606A428A446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1FA55CB-44F8-6534-5FAD-36E4290BAB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320: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上帝是咱安全要塞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46C475E8-346E-492D-EBA3-D9C168C456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上帝是咱安全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要塞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(iàu-sài)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堅固盾牌與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器械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(khì-hâi)</a:t>
            </a:r>
            <a:r>
              <a:rPr lang="nl-NL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艱難困苦迫近目前</a:t>
            </a:r>
            <a:r>
              <a:rPr lang="nl-NL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要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助咱大得勝</a:t>
            </a:r>
            <a:r>
              <a:rPr lang="nl-NL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F9FAC03-0074-8E8E-A4A3-FD17934176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320: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上帝是咱安全要塞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EAE51513-F776-2881-BA87-483D4CB9D8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暗世君王興起</a:t>
            </a:r>
            <a:r>
              <a:rPr lang="nl-NL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靠他戰甲計智</a:t>
            </a:r>
            <a:r>
              <a:rPr lang="nl-NL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勢力雖然兇猛</a:t>
            </a:r>
            <a:r>
              <a:rPr lang="nl-NL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罩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倚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(tà  óa)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到咱面前</a:t>
            </a:r>
            <a:r>
              <a:rPr lang="nl-NL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救主助咱大得勝</a:t>
            </a:r>
            <a:r>
              <a:rPr lang="nl-NL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8ADC407-930A-6C21-9BBB-C1DB2355F6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320: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上帝是咱安全要塞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27F723B6-DAFF-10DF-3252-73141058AB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若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(nā)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倚靠自己能力</a:t>
            </a:r>
            <a:r>
              <a:rPr lang="nl-NL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臨邊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(liâm-piⁿ)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失敗無利益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佳哉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(kai-chài)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人子為咱交戰</a:t>
            </a:r>
            <a:r>
              <a:rPr lang="nl-NL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天父吩咐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向前</a:t>
            </a:r>
            <a:r>
              <a:rPr lang="nl-NL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21F2293-7E42-FF24-7484-04B337715A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320: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上帝是咱安全要塞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02CA7224-7CAC-E41E-3ABF-70950BCCD5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人子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(jîn-chú)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到底是誰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耶穌基督祂名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萬軍的主聖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子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(kiáⁿ)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祂是獨一無二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交戰得著大勝利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9339F90-CA8E-5985-C3FF-9D589700F7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320: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上帝是咱安全要塞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6933A1AE-D5D6-9C63-F85D-F6A6A20757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魔鬼雖然遍滿世間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四處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(sì-kòe)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行遊吞咬咱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咱心自在決斷無驚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救主助咱穩當贏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EB5D878-F21C-329B-234A-B01420917F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320: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上帝是咱安全要塞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6ECC36B5-52F7-FF1B-5E60-473FC4600B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暗世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人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(jîn)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君惡毒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勢面實在兇惡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他要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共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(kā)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何奈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(siáⁿ-tāi)</a:t>
            </a:r>
            <a:r>
              <a:rPr lang="en-US" altLang="zh-TW" sz="4400"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到尾他就能知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聖道寶劍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共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(kā)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他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殺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(thâi)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330AC00-7030-02F6-6BAD-AA84B16946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320: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上帝是咱安全要塞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569DE828-5BA9-6307-2D88-799F7E048D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上帝親手所寫的話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打滅魔鬼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奸詐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(kan-chà)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計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暗世君王雖然弄權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分毫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不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(m̄)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准他侵犯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558433FB-DD93-CDC7-9B61-82990EBFC8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320: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上帝是咱安全要塞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3B8DEE9-7DAA-81A9-14CE-39BC71DD62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雖莽咱的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妻子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(bó͘-kiáⁿ)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貨物錢財生命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以及地位名聲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攏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被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(hō͘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魔鬼搶去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上帝聖城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不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(bōe)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滅去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9566</TotalTime>
  <Words>371</Words>
  <Application>Microsoft Macintosh PowerPoint</Application>
  <PresentationFormat>On-screen Show (4:3)</PresentationFormat>
  <Paragraphs>53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標楷體</vt:lpstr>
      <vt:lpstr>新細明體</vt:lpstr>
      <vt:lpstr>Default Design</vt:lpstr>
      <vt:lpstr>1_Default Design</vt:lpstr>
      <vt:lpstr>320:上帝是咱安全要塞(1/4)</vt:lpstr>
      <vt:lpstr>320:上帝是咱安全要塞(1/4)</vt:lpstr>
      <vt:lpstr>320:上帝是咱安全要塞(2/4)</vt:lpstr>
      <vt:lpstr>320:上帝是咱安全要塞(2/4)</vt:lpstr>
      <vt:lpstr>320:上帝是咱安全要塞(3/4)</vt:lpstr>
      <vt:lpstr>320:上帝是咱安全要塞(3/4)</vt:lpstr>
      <vt:lpstr>320:上帝是咱安全要塞(4/4)</vt:lpstr>
      <vt:lpstr>320:上帝是咱安全要塞(4/4)</vt:lpstr>
    </vt:vector>
  </TitlesOfParts>
  <Company>The Reformed Church of Newtown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taiwanese</dc:creator>
  <cp:lastModifiedBy>Joseph Chen</cp:lastModifiedBy>
  <cp:revision>382</cp:revision>
  <dcterms:created xsi:type="dcterms:W3CDTF">2007-02-04T16:15:54Z</dcterms:created>
  <dcterms:modified xsi:type="dcterms:W3CDTF">2026-08-22T01:09:57Z</dcterms:modified>
</cp:coreProperties>
</file>