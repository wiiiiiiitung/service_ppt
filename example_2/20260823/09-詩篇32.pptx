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62" r:id="rId5"/>
    <p:sldId id="258" r:id="rId6"/>
    <p:sldId id="263" r:id="rId7"/>
    <p:sldId id="264" r:id="rId8"/>
    <p:sldId id="259" r:id="rId9"/>
    <p:sldId id="260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58" autoAdjust="0"/>
  </p:normalViewPr>
  <p:slideViewPr>
    <p:cSldViewPr>
      <p:cViewPr varScale="1">
        <p:scale>
          <a:sx n="52" d="100"/>
          <a:sy n="52" d="100"/>
        </p:scale>
        <p:origin x="192" y="1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8D053A-7639-454F-943E-BFC9271151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A7B58-1DA9-45FD-AB81-E62763A5F65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36D9489A-2352-CF44-A5ED-B271FF0DED92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055815-29F9-4DDC-9D9A-E462F4BF9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559C06C-A159-44B5-BAC4-4F2DF7D02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D9543-EE5E-459B-B22E-2029D0B7D7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27B93-BA48-4FA2-9D8F-6D5140ADA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F3E15DFB-F504-B148-B276-8633408A9C6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377CAEA3-F5DE-6A89-B1D4-F42E199954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F6B49DEF-0AAC-75D1-E028-44C2F63F68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C8A4DEAC-C74B-B771-C039-A3B0A5BC3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1CA837-1218-CF4C-A3E6-659F4C7E24A4}" type="slidenum">
              <a:rPr lang="zh-TW" altLang="en-US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8A7AA546-04DC-7549-AA03-3BBABDF634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34473C7D-4336-78CB-6A7E-2B23BEF22D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7D1AD328-A71C-B06B-B778-C2802795F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A424E8-F6BA-2645-B5A0-621D5C3EF781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62151A25-1395-A1D5-BF4A-338E716111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FDF2FD2C-4EF0-4C88-6CD9-2408C9465E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0A0C54A-29B6-AA0E-C9DE-536ACE42F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5FCBBA-F2EE-2A49-A336-547E713AF736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E573564F-D493-829E-1501-D786246D80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FAB08364-7E4E-BA73-B948-CCAE7C159F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1E67C210-0EAD-C9FD-0BDB-9EECED4D3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191AA4-CC4A-4048-B007-EF8CAF21A16B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4419952-0223-99FA-1EF9-0E6D61E3AC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3617DD6-A464-C6B1-8086-4E2B01B39A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6448DCCC-323F-BD36-1ACB-8A3028D6D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D533E2-6700-7B49-84CA-520D8E2E7417}" type="slidenum">
              <a:rPr lang="zh-TW" altLang="en-US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9DB12668-8522-8AE3-0D24-8698B871A7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43259FB-7264-99C6-C71E-4D7DBCC617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3FFCB06D-EB51-6BEC-6EF6-2965CD41F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B576A0-E5A9-524A-9B8A-509FB7D968C6}" type="slidenum">
              <a:rPr lang="zh-TW" altLang="en-US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5019ECEA-46A3-B381-5A7D-7068B4105F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9C1B42F-1725-A861-DE66-A10EA49B5F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3A48E98-524C-1F55-79D4-08E9E6E49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A4847E-BD4E-0248-A870-A38A2766D52A}" type="slidenum">
              <a:rPr lang="zh-TW" altLang="en-US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2A0DAA27-6FC2-E019-BE6A-6819BB2BA2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95ACC035-5738-01DE-367C-56987493AB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9A337A94-57BC-037D-DB3B-3711AEA90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7CEB9D-5D12-AE4C-B81A-CF144ED83809}" type="slidenum">
              <a:rPr lang="zh-TW" altLang="en-US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0C877877-31C9-2B9F-990F-0A0C1AB449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A195E714-22CB-D2BC-FE62-5E19BFCA5A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DDC31F16-4779-5A00-46A5-AB2B8874B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8CD4B5-98A8-D74E-B9DB-4AE89D18FFF8}" type="slidenum">
              <a:rPr lang="zh-TW" altLang="en-US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772135C1-95B5-7AD8-1168-2DDF3BF7CC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EABBFDA1-2918-7AD8-27AF-AC4F04DF60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E2E33AA6-1CF5-7603-E3ED-60C270420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85DF34-1E95-674F-9569-3582A54C71F4}" type="slidenum">
              <a:rPr lang="zh-TW" altLang="en-US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EEBF3-856D-4CB3-9A61-480B1D44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5F7E5-F38D-AD4E-81C3-D19D379E3BE6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0BB3C-8030-6A3E-711F-4E0F0C80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6FC0-E04B-8A8D-0F0E-72E1E40A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EA046-1407-164E-9C7E-36CD69F78E0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815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FC66-DD50-343D-DFD8-10C1E830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A7C71-5508-AE42-B81F-AD87950A5F03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F6471-64B3-0E9C-F0A5-09C5B433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8368-1CBB-04CE-CEAD-F5B6CAD1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8E348-E7A3-EF42-94D8-DFB9C9C8961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43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F65BB-F316-FB00-BBB1-0B17A37D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078905-2CBB-364D-9283-5B06C95B7C23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6B04B-53FA-4D78-3AB7-740F3620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6C4F2-E647-1E7E-AF1E-470FC5CD4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F5C6F-7073-B34F-98E6-7228A7A829C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720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0137DA-D4DA-A6C8-B07C-D91EE887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CD761-6759-974C-8FDA-91C665AB903B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CDED3EB-D102-2B3A-6A17-E296A25D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1AE524-3977-DBF2-71AE-0AAD7C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BED22-37A9-4C48-9E7A-A79A98622F1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165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4FA06A0-1FD1-0B80-D275-8D01ED99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D1784-544A-104E-B4B8-3E8B3A63B6A1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A4DF93-B223-2C7C-DAB2-00DC541C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7AFED9-DE75-DC13-E7A8-F8183737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A1952B-E0E9-D349-A550-7ACB387D45D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451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7DB480D-26E0-B8D4-81B8-30D3E76D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ADB5C-2C6B-FB45-8A73-8262297A80C4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B705B57-DC06-AAB4-5EA9-E4547134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421D2F-DA8E-D1C4-D2DE-85E74ACB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CAD6C-6670-4C44-A491-230033D6012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7259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5B1227A-1E91-68AF-AC51-36B1EEF8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A7B65-DEB2-A944-88A4-68C854C5F9CA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B022B1C-5C40-0ADC-A1AE-2F646602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1D7BBD-7A5E-F607-FDB5-1CCE6C0C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16ACCD-B885-4544-8098-B491C7CE41C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09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7A41562-3CAD-8E89-E351-BF0648D2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DE3B7-232F-444A-8541-0E0BEEB9BD3D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4B9FD0E-DE7A-F680-6308-9FDDF1D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B9C1B8F-D694-68DC-2D85-92704582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FFC43-5EE3-4A48-9F6A-6DEDDE790D7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332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EAF8A2-6DA1-7949-BF22-9837FFB6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50650-40E8-7A43-8763-64ACD15DE21E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32D729-F706-F8C6-5FDC-5EF6F1DA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DC1DBEB-9208-7471-AF99-F9DAD2B5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2E5C39-1A9D-D944-BF2A-639C90E6327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225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BDF84-C479-F942-8228-0E45A795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53A53-0B03-CA47-B238-35906936B326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A2ED-FB7E-2EDA-2385-AED22782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4AC93-C2A1-3D35-84F9-E57BEA20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804BC1-2369-EC49-A90C-F42E087C378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582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B3F3C-51BB-669F-F8F1-74FAB5CF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4C9F6-C815-364F-95A4-3AF53FDBEFE8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EC5C-1D9F-D11B-2F82-673920D4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1B06C-F6F5-F546-3DD3-7B3775FD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85EAD-4AAC-4645-A5F9-8258CFC7A68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985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E8425E4-FD75-3D7C-2DFC-FDB704E6D27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AC2D867-9062-A3F1-0234-A57D09A508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C0DA2-7E96-4754-9911-13A2D8FF6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4FD5A195-C73F-1C47-8616-67EA9A361E63}" type="datetimeFigureOut">
              <a:rPr lang="zh-TW" altLang="en-US"/>
              <a:pPr>
                <a:defRPr/>
              </a:pPr>
              <a:t>2026/8/21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4816-E4D8-41C0-960D-06BE5FB36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EF209-AA40-49CF-9137-9952C6D68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284E87-28A4-FB45-861C-BE7B26251E7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B8FB1AD-99D3-6B77-75A6-D59D6C12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606791A-264A-397B-9024-BF6B14CFA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過失得着赦免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罪過得着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遮</a:t>
            </a:r>
            <a:endParaRPr lang="en-US" altLang="zh-TW" u="sng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蓋者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(jia-khàm--ê)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這人有福氣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B127627-9AFD-AA33-F896-49C5E5F8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81F4FDE-256F-E603-532B-256A2270E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耶和華無算他有罪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他的心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無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奸詐者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(kan-chà--ê)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這人有福氣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3ADB4DC-61C7-4A3D-3B80-400A8223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E5D13F4-7841-CAC8-00E8-B7BA0F9B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2578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我靜靜的時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我的骨頭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枯焦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spcBef>
                <a:spcPct val="0"/>
              </a:spcBef>
            </a:pPr>
            <a:r>
              <a:rPr lang="zh-TW" altLang="en-US" sz="40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            </a:t>
            </a:r>
            <a:r>
              <a:rPr lang="en-US" altLang="zh-TW" sz="40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sz="40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(ko-tâ)</a:t>
            </a:r>
          </a:p>
          <a:p>
            <a:pPr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因為我通日大聲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(háu)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spcBef>
                <a:spcPct val="0"/>
              </a:spcBef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我對祢排列我的罪過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隱瞞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(ún-môa)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我的罪惡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0E0DCFE-0563-469E-ECB0-7BC5D78A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E8E6349-8580-75DB-9107-7A63F8FE2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我要對耶和華承認我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的過失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祢就赦免我犯法的罪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16CE62E-7597-B909-5240-13801633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37251B1-928A-FFDE-AF8F-607058AA0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因為如此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凡若虔誠的人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在可尋着祢的時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當祈禱祢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氾濫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(hoàn-lām)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的確不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(tek-khak</a:t>
            </a: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(hia)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51F1C70-00F0-0EBC-7C2E-58BC364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9FE1F-A85D-3BCC-D948-D1598FD24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祢是我閃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匿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(bih)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的所在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庇佑我脫離艱苦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A03B982-9679-3C4E-9F26-F562600B2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EFD073B-EA05-F7AD-C99B-0C0F67E89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祢必用得救的歌四面圍我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我要教示你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指示你應該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6C8FC0D-072B-6249-D226-D94BC28E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C0B37E1-CD60-327F-8106-C5FEA53A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448800" cy="57150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我要注目看你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來勸戒你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親像馬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騾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(lô)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600">
                <a:latin typeface="Arial" panose="020B0604020202020204" pitchFamily="34" charset="0"/>
                <a:ea typeface="標楷體" panose="03000509000000000000" pitchFamily="49" charset="-120"/>
              </a:rPr>
              <a:t>(in)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無智識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 sz="36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着用馬咬韁馬勒索約束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(in)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600">
                <a:latin typeface="Arial" panose="020B0604020202020204" pitchFamily="34" charset="0"/>
                <a:ea typeface="標楷體" panose="03000509000000000000" pitchFamily="49" charset="-120"/>
              </a:rPr>
              <a:t>(in)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倚近你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8E62F31-870F-B3A7-0290-34463A8F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361789A-B65F-648C-2185-035AFF83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惡人受多多苦難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獨獨倚靠耶和華的人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有慈愛四面圍他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6948881-1913-F93C-FD23-B1B0D7B6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26533FE-11E4-AD8E-E27D-74A35C0E9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恁義人啊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當因為耶和華來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歡喜快樂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心正直的人啊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出歡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434</Words>
  <Application>Microsoft Macintosh PowerPoint</Application>
  <PresentationFormat>On-screen Show (4:3)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新細明體</vt:lpstr>
      <vt:lpstr>標楷體</vt:lpstr>
      <vt:lpstr>Office Theme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26</cp:revision>
  <dcterms:created xsi:type="dcterms:W3CDTF">2007-08-21T03:41:16Z</dcterms:created>
  <dcterms:modified xsi:type="dcterms:W3CDTF">2026-08-22T01:09:38Z</dcterms:modified>
</cp:coreProperties>
</file>