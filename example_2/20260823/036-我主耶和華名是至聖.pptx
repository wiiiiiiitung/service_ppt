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aveSubsetFonts="1">
  <p:sldMasterIdLst>
    <p:sldMasterId id="2147483648" r:id="rId1"/>
    <p:sldMasterId id="2147483660" r:id="rId2"/>
  </p:sldMasterIdLst>
  <p:notesMasterIdLst>
    <p:notesMasterId r:id="rId11"/>
  </p:notesMasterIdLst>
  <p:handoutMasterIdLst>
    <p:handoutMasterId r:id="rId12"/>
  </p:handoutMasterIdLst>
  <p:sldIdLst>
    <p:sldId id="535" r:id="rId3"/>
    <p:sldId id="539" r:id="rId4"/>
    <p:sldId id="536" r:id="rId5"/>
    <p:sldId id="540" r:id="rId6"/>
    <p:sldId id="537" r:id="rId7"/>
    <p:sldId id="541" r:id="rId8"/>
    <p:sldId id="538" r:id="rId9"/>
    <p:sldId id="542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5pPr>
    <a:lvl6pPr marL="2286000" algn="l" defTabSz="914400" rtl="0" eaLnBrk="1" latinLnBrk="0" hangingPunct="1"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6pPr>
    <a:lvl7pPr marL="2743200" algn="l" defTabSz="914400" rtl="0" eaLnBrk="1" latinLnBrk="0" hangingPunct="1"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7pPr>
    <a:lvl8pPr marL="3200400" algn="l" defTabSz="914400" rtl="0" eaLnBrk="1" latinLnBrk="0" hangingPunct="1"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8pPr>
    <a:lvl9pPr marL="3657600" algn="l" defTabSz="914400" rtl="0" eaLnBrk="1" latinLnBrk="0" hangingPunct="1">
      <a:defRPr sz="6900" b="1" kern="1200">
        <a:solidFill>
          <a:schemeClr val="tx1"/>
        </a:solidFill>
        <a:latin typeface="Arial" panose="020B0604020202020204" pitchFamily="34" charset="0"/>
        <a:ea typeface="標楷體" panose="03000509000000000000" pitchFamily="49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507" autoAdjust="0"/>
    <p:restoredTop sz="87671" autoAdjust="0"/>
  </p:normalViewPr>
  <p:slideViewPr>
    <p:cSldViewPr>
      <p:cViewPr varScale="1">
        <p:scale>
          <a:sx n="111" d="100"/>
          <a:sy n="111" d="100"/>
        </p:scale>
        <p:origin x="1216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-2478" y="-7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CA83C1A-FDAD-62AC-3997-97741705BA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  <a:ea typeface="標楷體" pitchFamily="65" charset="-120"/>
                <a:cs typeface="+mn-cs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3F8DE0-9190-339D-89C7-69840ED9DB7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  <a:ea typeface="標楷體" pitchFamily="65" charset="-120"/>
                <a:cs typeface="+mn-cs"/>
              </a:defRPr>
            </a:lvl1pPr>
          </a:lstStyle>
          <a:p>
            <a:pPr>
              <a:defRPr/>
            </a:pPr>
            <a:fld id="{97608330-3533-B34B-9836-0BDE9EB66C53}" type="datetimeFigureOut">
              <a:rPr lang="zh-TW" altLang="en-US"/>
              <a:pPr>
                <a:defRPr/>
              </a:pPr>
              <a:t>2026/8/21</a:t>
            </a:fld>
            <a:endParaRPr lang="zh-TW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B9E0DB-C2AC-2913-FD0A-CBB79060245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  <a:ea typeface="標楷體" pitchFamily="65" charset="-120"/>
                <a:cs typeface="+mn-cs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BF714D-33BF-7F71-2EE8-07D74613A0B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E26EF55-6F5E-8D4F-9E03-A7008DACDCDB}" type="slidenum">
              <a:rPr lang="zh-TW" altLang="en-US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873E5202-7444-096B-2039-DE27F329F6F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F92385FA-27FF-022F-D0FA-675BB7B65CED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1268" name="Rectangle 4">
            <a:extLst>
              <a:ext uri="{FF2B5EF4-FFF2-40B4-BE49-F238E27FC236}">
                <a16:creationId xmlns:a16="http://schemas.microsoft.com/office/drawing/2014/main" id="{560C6B7A-E74C-2DA3-BB43-8FB34D99B1B0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115E578F-CFAD-858F-28E2-712AF365E56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noProof="0"/>
              <a:t>Click to edit Master text styles</a:t>
            </a:r>
          </a:p>
          <a:p>
            <a:pPr lvl="1"/>
            <a:r>
              <a:rPr lang="en-US" altLang="zh-TW" noProof="0"/>
              <a:t>Second level</a:t>
            </a:r>
          </a:p>
          <a:p>
            <a:pPr lvl="2"/>
            <a:r>
              <a:rPr lang="en-US" altLang="zh-TW" noProof="0"/>
              <a:t>Third level</a:t>
            </a:r>
          </a:p>
          <a:p>
            <a:pPr lvl="3"/>
            <a:r>
              <a:rPr lang="en-US" altLang="zh-TW" noProof="0"/>
              <a:t>Fourth level</a:t>
            </a:r>
          </a:p>
          <a:p>
            <a:pPr lvl="4"/>
            <a:r>
              <a:rPr lang="en-US" altLang="zh-TW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AE579FD6-F2BC-4723-D7A7-F1FCB11065B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1227B196-8B81-6C43-B300-2B0F03AADD0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ea typeface="新細明體" panose="02020500000000000000" pitchFamily="18" charset="-120"/>
              </a:defRPr>
            </a:lvl1pPr>
          </a:lstStyle>
          <a:p>
            <a:fld id="{E4AEE652-68BB-C94B-ADBE-C9577CE8AC98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BEBE6E93-746C-9EA0-7BF4-FDA85146C52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C28645BD-4976-F5A6-FEFE-3164BAD4A5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2292" name="Slide Number Placeholder 3">
            <a:extLst>
              <a:ext uri="{FF2B5EF4-FFF2-40B4-BE49-F238E27FC236}">
                <a16:creationId xmlns:a16="http://schemas.microsoft.com/office/drawing/2014/main" id="{79F2B611-9A5C-621C-C044-AB7654CA9A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1pPr>
            <a:lvl2pPr marL="742950" indent="-28575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2pPr>
            <a:lvl3pPr marL="1143000" indent="-22860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3pPr>
            <a:lvl4pPr marL="1600200" indent="-22860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4pPr>
            <a:lvl5pPr marL="2057400" indent="-228600" eaLnBrk="0" hangingPunct="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49" charset="-120"/>
              </a:defRPr>
            </a:lvl9pPr>
          </a:lstStyle>
          <a:p>
            <a:pPr eaLnBrk="1" hangingPunct="1"/>
            <a:fld id="{2961D2D0-6BDE-2842-9544-3891093FB8EE}" type="slidenum">
              <a:rPr lang="zh-TW" altLang="en-US" sz="1200" b="0">
                <a:ea typeface="新細明體" panose="02020500000000000000" pitchFamily="18" charset="-120"/>
              </a:rPr>
              <a:pPr eaLnBrk="1" hangingPunct="1"/>
              <a:t>5</a:t>
            </a:fld>
            <a:endParaRPr lang="en-US" altLang="zh-TW" sz="1200" b="0"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9144000" cy="1143000"/>
          </a:xfrm>
        </p:spPr>
        <p:txBody>
          <a:bodyPr/>
          <a:lstStyle>
            <a:lvl1pPr algn="ctr">
              <a:defRPr sz="4000"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9144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481EFA7-F60D-904B-A6A7-611757D8F70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617EBCA-BA99-9479-0E35-7EB22A4D4D2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692BFF1-63D8-ED41-EC82-7EF8C9D2691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3DE704D-87BB-9C4F-8B78-F28D60BB7020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76422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E735BB52-DFE0-EEA6-B777-2AF28D6F993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C2512EF9-E6A7-ECAA-D1F3-BA968B18055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A106598-0DA3-508D-920D-2915467469D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6DEB17A-043D-4542-A5C4-1376BFC0BB96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70472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起應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9144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9144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6CC7F4A-A247-1CD3-6D76-7E8446FDEA0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8522353-CE2A-8050-577A-062C9286499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72EA058-898B-2D6B-3175-AF1E6BF5E7E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EC8D662-FDCA-F747-84AF-FC2FBF3B4A60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8442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F3960275-BE7C-D073-7136-DE555650D6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22E502E-BC0D-CAEA-18CD-93D1B6DFE7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97FE087-E55E-0233-57E8-DEF01F96619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0946B85-B353-AD94-B9FB-61843A0E9B0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E94CB72-D045-51DA-D685-AD06221923B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ea typeface="新細明體" panose="02020500000000000000" pitchFamily="18" charset="-120"/>
              </a:defRPr>
            </a:lvl1pPr>
          </a:lstStyle>
          <a:p>
            <a:fld id="{F910717E-A636-7146-AB66-FF3367D72C23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0195B6A4-C13E-7836-639B-7DC9DF008C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DF8EE464-024D-AA43-19FE-C9BF174C0F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0694111-B222-4431-557D-1AEF20124A2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94365999-3CF3-DF04-EB54-4468DE49AD5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FEB57F8A-97EB-C37E-A14B-A3384BBE9E8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ea typeface="新細明體" panose="02020500000000000000" pitchFamily="18" charset="-120"/>
              </a:defRPr>
            </a:lvl1pPr>
          </a:lstStyle>
          <a:p>
            <a:fld id="{8003095D-D926-7142-AAAE-C5E282F35EB1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>
            <a:extLst>
              <a:ext uri="{FF2B5EF4-FFF2-40B4-BE49-F238E27FC236}">
                <a16:creationId xmlns:a16="http://schemas.microsoft.com/office/drawing/2014/main" id="{716B6767-98E2-6B73-9C70-6A697021F03A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400">
                <a:latin typeface="標楷體" panose="03000509000000000000" pitchFamily="49" charset="-120"/>
                <a:ea typeface="標楷體" panose="03000509000000000000" pitchFamily="49" charset="-120"/>
              </a:rPr>
              <a:t>36:</a:t>
            </a:r>
            <a:r>
              <a:rPr lang="zh-TW" altLang="en-US" sz="4400">
                <a:latin typeface="標楷體" panose="03000509000000000000" pitchFamily="49" charset="-120"/>
                <a:ea typeface="標楷體" panose="03000509000000000000" pitchFamily="49" charset="-120"/>
              </a:rPr>
              <a:t>我主耶和華</a:t>
            </a:r>
            <a:r>
              <a:rPr lang="en-US" altLang="zh-TW" sz="440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sz="4400">
                <a:latin typeface="標楷體" panose="03000509000000000000" pitchFamily="49" charset="-120"/>
                <a:ea typeface="標楷體" panose="03000509000000000000" pitchFamily="49" charset="-120"/>
              </a:rPr>
              <a:t>祢名是至聖 </a:t>
            </a:r>
            <a:r>
              <a:rPr lang="en-US" altLang="zh-TW" sz="4400">
                <a:latin typeface="標楷體" panose="03000509000000000000" pitchFamily="49" charset="-120"/>
                <a:ea typeface="標楷體" panose="03000509000000000000" pitchFamily="49" charset="-120"/>
              </a:rPr>
              <a:t>(1/4)</a:t>
            </a:r>
          </a:p>
        </p:txBody>
      </p:sp>
      <p:sp>
        <p:nvSpPr>
          <p:cNvPr id="3075" name="Rectangle 5">
            <a:extLst>
              <a:ext uri="{FF2B5EF4-FFF2-40B4-BE49-F238E27FC236}">
                <a16:creationId xmlns:a16="http://schemas.microsoft.com/office/drawing/2014/main" id="{AF599900-8B13-7D80-5505-E847192B7CD5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我主耶和華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祢名是至聖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祢將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極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(ke̍k)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尊榮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與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(kap)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威嚴來穿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endParaRPr lang="en-US" altLang="zh-TW" sz="6000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4">
            <a:extLst>
              <a:ext uri="{FF2B5EF4-FFF2-40B4-BE49-F238E27FC236}">
                <a16:creationId xmlns:a16="http://schemas.microsoft.com/office/drawing/2014/main" id="{BFE80593-D2AF-EBE7-9784-011D9D9449C1}"/>
              </a:ext>
            </a:extLst>
          </p:cNvPr>
          <p:cNvSpPr>
            <a:spLocks noGrp="1" noRot="1" noChangeArrowheads="1"/>
          </p:cNvSpPr>
          <p:nvPr>
            <p:ph type="title" idx="4294967295"/>
          </p:nvPr>
        </p:nvSpPr>
        <p:spPr>
          <a:xfrm>
            <a:off x="0" y="-152400"/>
            <a:ext cx="9144000" cy="1143000"/>
          </a:xfrm>
        </p:spPr>
        <p:txBody>
          <a:bodyPr/>
          <a:lstStyle/>
          <a:p>
            <a:r>
              <a:rPr lang="en-US" altLang="zh-TW" b="1" u="sng">
                <a:solidFill>
                  <a:srgbClr val="66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36:</a:t>
            </a:r>
            <a:r>
              <a:rPr lang="zh-TW" altLang="en-US" b="1" u="sng">
                <a:solidFill>
                  <a:srgbClr val="66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我主耶和華</a:t>
            </a:r>
            <a:r>
              <a:rPr lang="en-US" altLang="zh-TW" b="1" u="sng">
                <a:solidFill>
                  <a:srgbClr val="66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b="1" u="sng">
                <a:solidFill>
                  <a:srgbClr val="66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祢名是至聖 </a:t>
            </a:r>
            <a:r>
              <a:rPr lang="en-US" altLang="zh-TW" b="1" u="sng">
                <a:solidFill>
                  <a:srgbClr val="66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(1/4)</a:t>
            </a:r>
          </a:p>
        </p:txBody>
      </p:sp>
      <p:sp>
        <p:nvSpPr>
          <p:cNvPr id="4099" name="Rectangle 5">
            <a:extLst>
              <a:ext uri="{FF2B5EF4-FFF2-40B4-BE49-F238E27FC236}">
                <a16:creationId xmlns:a16="http://schemas.microsoft.com/office/drawing/2014/main" id="{0E171CDF-11FD-A5E5-7273-2859E9A848B0}"/>
              </a:ext>
            </a:extLst>
          </p:cNvPr>
          <p:cNvSpPr>
            <a:spLocks noGrp="1" noRot="1" noChangeArrowheads="1"/>
          </p:cNvSpPr>
          <p:nvPr>
            <p:ph type="body" idx="4294967295"/>
          </p:nvPr>
        </p:nvSpPr>
        <p:spPr>
          <a:xfrm>
            <a:off x="0" y="990600"/>
            <a:ext cx="9144000" cy="5867400"/>
          </a:xfrm>
        </p:spPr>
        <p:txBody>
          <a:bodyPr/>
          <a:lstStyle/>
          <a:p>
            <a:pPr algn="ctr">
              <a:buFontTx/>
              <a:buNone/>
            </a:pPr>
            <a:r>
              <a:rPr lang="zh-TW" altLang="en-US" b="1">
                <a:latin typeface="標楷體" panose="03000509000000000000" pitchFamily="49" charset="-120"/>
                <a:ea typeface="標楷體" panose="03000509000000000000" pitchFamily="49" charset="-120"/>
              </a:rPr>
              <a:t>開</a:t>
            </a:r>
            <a:r>
              <a:rPr lang="zh-TW" altLang="en-US" b="1" u="sng">
                <a:latin typeface="標楷體" panose="03000509000000000000" pitchFamily="49" charset="-120"/>
                <a:ea typeface="標楷體" panose="03000509000000000000" pitchFamily="49" charset="-120"/>
              </a:rPr>
              <a:t>穹蒼</a:t>
            </a:r>
            <a:r>
              <a:rPr lang="en-US" altLang="zh-TW" sz="3200" b="1">
                <a:ea typeface="標楷體" panose="03000509000000000000" pitchFamily="49" charset="-120"/>
              </a:rPr>
              <a:t>(kiong-chhong)</a:t>
            </a:r>
          </a:p>
          <a:p>
            <a:pPr algn="ctr">
              <a:buFontTx/>
              <a:buNone/>
            </a:pPr>
            <a:r>
              <a:rPr lang="zh-TW" altLang="en-US" b="1" u="sng">
                <a:latin typeface="標楷體" panose="03000509000000000000" pitchFamily="49" charset="-120"/>
                <a:ea typeface="標楷體" panose="03000509000000000000" pitchFamily="49" charset="-120"/>
              </a:rPr>
              <a:t>如</a:t>
            </a:r>
            <a:r>
              <a:rPr lang="zh-TW" altLang="en-US" sz="3200" b="1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b="1" u="sng">
                <a:latin typeface="標楷體" panose="03000509000000000000" pitchFamily="49" charset="-120"/>
                <a:ea typeface="標楷體" panose="03000509000000000000" pitchFamily="49" charset="-120"/>
              </a:rPr>
              <a:t>帳幅</a:t>
            </a:r>
            <a:r>
              <a:rPr lang="en-US" altLang="zh-TW" sz="3200" b="1">
                <a:ea typeface="標楷體" panose="03000509000000000000" pitchFamily="49" charset="-120"/>
              </a:rPr>
              <a:t>(ná  tiùⁿ-pak)</a:t>
            </a:r>
            <a:r>
              <a:rPr lang="en-US" altLang="zh-TW" sz="3200" b="1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zh-TW" altLang="en-US" sz="3200" b="1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ctr">
              <a:buFontTx/>
              <a:buNone/>
            </a:pPr>
            <a:r>
              <a:rPr lang="zh-TW" altLang="en-US" b="1">
                <a:latin typeface="標楷體" panose="03000509000000000000" pitchFamily="49" charset="-120"/>
                <a:ea typeface="標楷體" panose="03000509000000000000" pitchFamily="49" charset="-120"/>
              </a:rPr>
              <a:t>用雲來做車</a:t>
            </a:r>
            <a:r>
              <a:rPr lang="en-US" altLang="zh-TW" b="1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ctr">
              <a:buFontTx/>
              <a:buNone/>
            </a:pPr>
            <a:r>
              <a:rPr lang="zh-TW" altLang="en-US" b="1">
                <a:latin typeface="標楷體" panose="03000509000000000000" pitchFamily="49" charset="-120"/>
                <a:ea typeface="標楷體" panose="03000509000000000000" pitchFamily="49" charset="-120"/>
              </a:rPr>
              <a:t>水中安</a:t>
            </a:r>
            <a:r>
              <a:rPr lang="zh-TW" altLang="en-US" b="1" u="sng">
                <a:latin typeface="標楷體" panose="03000509000000000000" pitchFamily="49" charset="-120"/>
                <a:ea typeface="標楷體" panose="03000509000000000000" pitchFamily="49" charset="-120"/>
              </a:rPr>
              <a:t>置</a:t>
            </a:r>
            <a:r>
              <a:rPr lang="zh-TW" altLang="en-US" sz="3200" b="1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b="1" u="sng">
                <a:latin typeface="標楷體" panose="03000509000000000000" pitchFamily="49" charset="-120"/>
                <a:ea typeface="標楷體" panose="03000509000000000000" pitchFamily="49" charset="-120"/>
              </a:rPr>
              <a:t>樓閣</a:t>
            </a:r>
            <a:r>
              <a:rPr lang="en-US" altLang="zh-TW" sz="3200" b="1">
                <a:ea typeface="標楷體" panose="03000509000000000000" pitchFamily="49" charset="-120"/>
              </a:rPr>
              <a:t>(tì  lâu-koh)</a:t>
            </a:r>
            <a:r>
              <a:rPr lang="en-US" altLang="zh-TW" sz="3200" b="1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ctr">
              <a:buFontTx/>
              <a:buNone/>
            </a:pPr>
            <a:r>
              <a:rPr lang="zh-TW" altLang="en-US" b="1">
                <a:latin typeface="標楷體" panose="03000509000000000000" pitchFamily="49" charset="-120"/>
                <a:ea typeface="標楷體" panose="03000509000000000000" pitchFamily="49" charset="-120"/>
              </a:rPr>
              <a:t>用風做</a:t>
            </a:r>
            <a:r>
              <a:rPr lang="zh-TW" altLang="en-US" b="1" u="sng">
                <a:latin typeface="標楷體" panose="03000509000000000000" pitchFamily="49" charset="-120"/>
                <a:ea typeface="標楷體" panose="03000509000000000000" pitchFamily="49" charset="-120"/>
              </a:rPr>
              <a:t>翼</a:t>
            </a:r>
            <a:r>
              <a:rPr lang="zh-TW" altLang="en-US" sz="3200" b="1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b="1" u="sng">
                <a:latin typeface="標楷體" panose="03000509000000000000" pitchFamily="49" charset="-120"/>
                <a:ea typeface="標楷體" panose="03000509000000000000" pitchFamily="49" charset="-120"/>
              </a:rPr>
              <a:t>行</a:t>
            </a:r>
            <a:r>
              <a:rPr lang="en-US" altLang="zh-TW" sz="3200" b="1">
                <a:ea typeface="標楷體" panose="03000509000000000000" pitchFamily="49" charset="-120"/>
                <a:cs typeface="Arial" panose="020B0604020202020204" pitchFamily="34" charset="0"/>
              </a:rPr>
              <a:t>(si̍t  kiâⁿ).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58F60D1C-702B-2927-A306-2A41BE5837AC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400">
                <a:latin typeface="標楷體" panose="03000509000000000000" pitchFamily="49" charset="-120"/>
                <a:ea typeface="標楷體" panose="03000509000000000000" pitchFamily="49" charset="-120"/>
              </a:rPr>
              <a:t>36:</a:t>
            </a:r>
            <a:r>
              <a:rPr lang="zh-TW" altLang="en-US" sz="4400">
                <a:latin typeface="標楷體" panose="03000509000000000000" pitchFamily="49" charset="-120"/>
                <a:ea typeface="標楷體" panose="03000509000000000000" pitchFamily="49" charset="-120"/>
              </a:rPr>
              <a:t>我主耶和華</a:t>
            </a:r>
            <a:r>
              <a:rPr lang="en-US" altLang="zh-TW" sz="440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sz="4400">
                <a:latin typeface="標楷體" panose="03000509000000000000" pitchFamily="49" charset="-120"/>
                <a:ea typeface="標楷體" panose="03000509000000000000" pitchFamily="49" charset="-120"/>
              </a:rPr>
              <a:t>祢名是至聖 </a:t>
            </a:r>
            <a:r>
              <a:rPr lang="en-US" altLang="zh-TW" sz="4400">
                <a:latin typeface="標楷體" panose="03000509000000000000" pitchFamily="49" charset="-120"/>
                <a:ea typeface="標楷體" panose="03000509000000000000" pitchFamily="49" charset="-120"/>
              </a:rPr>
              <a:t>(2/4)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6507AD0E-8715-5355-ABA6-C374049E685C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風做祢使者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火做祢差用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地永無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搖泏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(iô-choah)</a:t>
            </a:r>
            <a:r>
              <a:rPr lang="en-US" altLang="zh-TW" sz="320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置</a:t>
            </a:r>
            <a:r>
              <a:rPr lang="zh-TW" altLang="en-US" sz="320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(hē  tī)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地基頂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2F066184-56E5-7285-C758-A43E4AAB4A52}"/>
              </a:ext>
            </a:extLst>
          </p:cNvPr>
          <p:cNvSpPr>
            <a:spLocks noGrp="1" noRot="1" noChangeArrowheads="1"/>
          </p:cNvSpPr>
          <p:nvPr>
            <p:ph type="title" idx="4294967295"/>
          </p:nvPr>
        </p:nvSpPr>
        <p:spPr>
          <a:xfrm>
            <a:off x="0" y="-152400"/>
            <a:ext cx="9144000" cy="1143000"/>
          </a:xfrm>
        </p:spPr>
        <p:txBody>
          <a:bodyPr/>
          <a:lstStyle/>
          <a:p>
            <a:r>
              <a:rPr lang="en-US" altLang="zh-TW" b="1" u="sng">
                <a:solidFill>
                  <a:srgbClr val="66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36:</a:t>
            </a:r>
            <a:r>
              <a:rPr lang="zh-TW" altLang="en-US" b="1" u="sng">
                <a:solidFill>
                  <a:srgbClr val="66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我主耶和華</a:t>
            </a:r>
            <a:r>
              <a:rPr lang="en-US" altLang="zh-TW" b="1" u="sng">
                <a:solidFill>
                  <a:srgbClr val="66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b="1" u="sng">
                <a:solidFill>
                  <a:srgbClr val="66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祢名是至聖 </a:t>
            </a:r>
            <a:r>
              <a:rPr lang="en-US" altLang="zh-TW" b="1" u="sng">
                <a:solidFill>
                  <a:srgbClr val="66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(2/4)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044C324F-8ED8-E6FB-78BF-522E83B397FB}"/>
              </a:ext>
            </a:extLst>
          </p:cNvPr>
          <p:cNvSpPr>
            <a:spLocks noGrp="1" noRot="1" noChangeArrowheads="1"/>
          </p:cNvSpPr>
          <p:nvPr>
            <p:ph type="body" idx="4294967295"/>
          </p:nvPr>
        </p:nvSpPr>
        <p:spPr>
          <a:xfrm>
            <a:off x="0" y="990600"/>
            <a:ext cx="9144000" cy="5867400"/>
          </a:xfrm>
        </p:spPr>
        <p:txBody>
          <a:bodyPr/>
          <a:lstStyle/>
          <a:p>
            <a:pPr algn="ctr">
              <a:buFontTx/>
              <a:buNone/>
            </a:pPr>
            <a:r>
              <a:rPr lang="zh-TW" altLang="en-US" b="1">
                <a:latin typeface="標楷體" panose="03000509000000000000" pitchFamily="49" charset="-120"/>
                <a:ea typeface="標楷體" panose="03000509000000000000" pitchFamily="49" charset="-120"/>
              </a:rPr>
              <a:t>祢</a:t>
            </a:r>
            <a:r>
              <a:rPr lang="zh-TW" altLang="en-US" b="1" u="sng">
                <a:latin typeface="標楷體" panose="03000509000000000000" pitchFamily="49" charset="-120"/>
                <a:ea typeface="標楷體" panose="03000509000000000000" pitchFamily="49" charset="-120"/>
              </a:rPr>
              <a:t>使</a:t>
            </a:r>
            <a:r>
              <a:rPr lang="en-US" altLang="zh-TW" sz="3200" b="1">
                <a:ea typeface="標楷體" panose="03000509000000000000" pitchFamily="49" charset="-120"/>
              </a:rPr>
              <a:t>(hō͘ )</a:t>
            </a:r>
            <a:r>
              <a:rPr lang="zh-TW" altLang="en-US" b="1">
                <a:latin typeface="標楷體" panose="03000509000000000000" pitchFamily="49" charset="-120"/>
                <a:ea typeface="標楷體" panose="03000509000000000000" pitchFamily="49" charset="-120"/>
              </a:rPr>
              <a:t>水泉</a:t>
            </a:r>
            <a:r>
              <a:rPr lang="zh-TW" altLang="en-US" b="1" u="sng">
                <a:latin typeface="標楷體" panose="03000509000000000000" pitchFamily="49" charset="-120"/>
                <a:ea typeface="標楷體" panose="03000509000000000000" pitchFamily="49" charset="-120"/>
              </a:rPr>
              <a:t>湧</a:t>
            </a:r>
            <a:r>
              <a:rPr lang="en-US" altLang="zh-TW" sz="3200" b="1">
                <a:ea typeface="標楷體" panose="03000509000000000000" pitchFamily="49" charset="-120"/>
              </a:rPr>
              <a:t>(chhèng)</a:t>
            </a:r>
            <a:r>
              <a:rPr lang="zh-TW" altLang="en-US" b="1">
                <a:latin typeface="標楷體" panose="03000509000000000000" pitchFamily="49" charset="-120"/>
                <a:ea typeface="標楷體" panose="03000509000000000000" pitchFamily="49" charset="-120"/>
              </a:rPr>
              <a:t>出</a:t>
            </a:r>
            <a:r>
              <a:rPr lang="en-US" altLang="zh-TW" b="1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ctr">
              <a:buFontTx/>
              <a:buNone/>
            </a:pPr>
            <a:r>
              <a:rPr lang="zh-TW" altLang="en-US" b="1">
                <a:latin typeface="標楷體" panose="03000509000000000000" pitchFamily="49" charset="-120"/>
                <a:ea typeface="標楷體" panose="03000509000000000000" pitchFamily="49" charset="-120"/>
              </a:rPr>
              <a:t>流落</a:t>
            </a:r>
            <a:r>
              <a:rPr lang="zh-TW" altLang="en-US" b="1" u="sng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en-US" altLang="zh-TW" sz="3200" b="1">
                <a:ea typeface="標楷體" panose="03000509000000000000" pitchFamily="49" charset="-120"/>
              </a:rPr>
              <a:t>(tī)</a:t>
            </a:r>
            <a:r>
              <a:rPr lang="zh-TW" altLang="en-US" b="1">
                <a:latin typeface="標楷體" panose="03000509000000000000" pitchFamily="49" charset="-120"/>
                <a:ea typeface="標楷體" panose="03000509000000000000" pitchFamily="49" charset="-120"/>
              </a:rPr>
              <a:t>山脚</a:t>
            </a:r>
            <a:r>
              <a:rPr lang="en-US" altLang="zh-TW" b="1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ctr">
              <a:buFontTx/>
              <a:buNone/>
            </a:pPr>
            <a:r>
              <a:rPr lang="zh-TW" altLang="en-US" b="1" u="sng">
                <a:latin typeface="標楷體" panose="03000509000000000000" pitchFamily="49" charset="-120"/>
                <a:ea typeface="標楷體" panose="03000509000000000000" pitchFamily="49" charset="-120"/>
              </a:rPr>
              <a:t>野獸</a:t>
            </a:r>
            <a:r>
              <a:rPr lang="en-US" altLang="zh-TW" sz="3200" b="1">
                <a:ea typeface="標楷體" panose="03000509000000000000" pitchFamily="49" charset="-120"/>
              </a:rPr>
              <a:t>(iá-siù)</a:t>
            </a:r>
            <a:r>
              <a:rPr lang="zh-TW" altLang="en-US" b="1">
                <a:latin typeface="標楷體" panose="03000509000000000000" pitchFamily="49" charset="-120"/>
                <a:ea typeface="標楷體" panose="03000509000000000000" pitchFamily="49" charset="-120"/>
              </a:rPr>
              <a:t>有水</a:t>
            </a:r>
            <a:r>
              <a:rPr lang="zh-TW" altLang="en-US" b="1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zh-TW" altLang="en-US" sz="3200" b="1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b="1" u="sng">
                <a:latin typeface="標楷體" panose="03000509000000000000" pitchFamily="49" charset="-120"/>
                <a:ea typeface="標楷體" panose="03000509000000000000" pitchFamily="49" charset="-120"/>
              </a:rPr>
              <a:t>飲</a:t>
            </a:r>
            <a:r>
              <a:rPr lang="en-US" altLang="zh-TW" sz="3200" b="1">
                <a:ea typeface="標楷體" panose="03000509000000000000" pitchFamily="49" charset="-120"/>
              </a:rPr>
              <a:t>(thang  lim)</a:t>
            </a:r>
            <a:r>
              <a:rPr lang="en-US" altLang="zh-TW" sz="3200" b="1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ctr">
              <a:buFontTx/>
              <a:buNone/>
            </a:pPr>
            <a:r>
              <a:rPr lang="zh-TW" altLang="en-US" b="1">
                <a:latin typeface="標楷體" panose="03000509000000000000" pitchFamily="49" charset="-120"/>
                <a:ea typeface="標楷體" panose="03000509000000000000" pitchFamily="49" charset="-120"/>
              </a:rPr>
              <a:t>野驢得</a:t>
            </a:r>
            <a:r>
              <a:rPr lang="zh-TW" altLang="en-US" b="1" u="sng">
                <a:latin typeface="標楷體" panose="03000509000000000000" pitchFamily="49" charset="-120"/>
                <a:ea typeface="標楷體" panose="03000509000000000000" pitchFamily="49" charset="-120"/>
              </a:rPr>
              <a:t>止渴</a:t>
            </a:r>
            <a:r>
              <a:rPr lang="en-US" altLang="zh-TW" sz="3200" b="1">
                <a:ea typeface="標楷體" panose="03000509000000000000" pitchFamily="49" charset="-120"/>
              </a:rPr>
              <a:t>(chí-khoah)</a:t>
            </a:r>
            <a:r>
              <a:rPr lang="en-US" altLang="zh-TW" sz="3200" b="1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84F2201F-75D6-5B8E-64B7-11DF3E63E044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400">
                <a:latin typeface="標楷體" panose="03000509000000000000" pitchFamily="49" charset="-120"/>
                <a:ea typeface="標楷體" panose="03000509000000000000" pitchFamily="49" charset="-120"/>
              </a:rPr>
              <a:t>36:</a:t>
            </a:r>
            <a:r>
              <a:rPr lang="zh-TW" altLang="en-US" sz="4400">
                <a:latin typeface="標楷體" panose="03000509000000000000" pitchFamily="49" charset="-120"/>
                <a:ea typeface="標楷體" panose="03000509000000000000" pitchFamily="49" charset="-120"/>
              </a:rPr>
              <a:t>我主耶和華</a:t>
            </a:r>
            <a:r>
              <a:rPr lang="en-US" altLang="zh-TW" sz="440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sz="4400">
                <a:latin typeface="標楷體" panose="03000509000000000000" pitchFamily="49" charset="-120"/>
                <a:ea typeface="標楷體" panose="03000509000000000000" pitchFamily="49" charset="-120"/>
              </a:rPr>
              <a:t>祢名是至聖 </a:t>
            </a:r>
            <a:r>
              <a:rPr lang="en-US" altLang="zh-TW" sz="4400">
                <a:latin typeface="標楷體" panose="03000509000000000000" pitchFamily="49" charset="-120"/>
                <a:ea typeface="標楷體" panose="03000509000000000000" pitchFamily="49" charset="-120"/>
              </a:rPr>
              <a:t>(3/4)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BC1518E4-3702-A99D-3705-D3A9A7B7A3B1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祢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使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(hō͘ 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地發草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精牲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(cheng-siⁿ)</a:t>
            </a:r>
            <a:r>
              <a:rPr lang="zh-TW" altLang="en-US">
                <a:latin typeface="Arial" panose="020B0604020202020204" pitchFamily="34" charset="0"/>
                <a:ea typeface="標楷體" panose="03000509000000000000" pitchFamily="49" charset="-120"/>
              </a:rPr>
              <a:t>喫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有夠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使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(hō͘ 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菜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蔬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(soe)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大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欉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(châng)</a:t>
            </a:r>
            <a:r>
              <a:rPr lang="en-US" altLang="zh-TW" sz="320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zh-TW" altLang="en-US" sz="320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供給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(thang  kiong-kip)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眾人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439C7372-EEAA-1043-284D-73791D65D1B3}"/>
              </a:ext>
            </a:extLst>
          </p:cNvPr>
          <p:cNvSpPr>
            <a:spLocks noGrp="1" noRot="1" noChangeArrowheads="1"/>
          </p:cNvSpPr>
          <p:nvPr>
            <p:ph type="title" idx="4294967295"/>
          </p:nvPr>
        </p:nvSpPr>
        <p:spPr>
          <a:xfrm>
            <a:off x="0" y="-152400"/>
            <a:ext cx="9144000" cy="1143000"/>
          </a:xfrm>
        </p:spPr>
        <p:txBody>
          <a:bodyPr/>
          <a:lstStyle/>
          <a:p>
            <a:r>
              <a:rPr lang="en-US" altLang="zh-TW" b="1" u="sng">
                <a:solidFill>
                  <a:srgbClr val="66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36:</a:t>
            </a:r>
            <a:r>
              <a:rPr lang="zh-TW" altLang="en-US" b="1" u="sng">
                <a:solidFill>
                  <a:srgbClr val="66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我主耶和華</a:t>
            </a:r>
            <a:r>
              <a:rPr lang="en-US" altLang="zh-TW" b="1" u="sng">
                <a:solidFill>
                  <a:srgbClr val="66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b="1" u="sng">
                <a:solidFill>
                  <a:srgbClr val="66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祢名是至聖 </a:t>
            </a:r>
            <a:r>
              <a:rPr lang="en-US" altLang="zh-TW" b="1" u="sng">
                <a:solidFill>
                  <a:srgbClr val="66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(3/4)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26641D59-0344-7196-80F0-9A83668DF5A3}"/>
              </a:ext>
            </a:extLst>
          </p:cNvPr>
          <p:cNvSpPr>
            <a:spLocks noGrp="1" noRot="1" noChangeArrowheads="1"/>
          </p:cNvSpPr>
          <p:nvPr>
            <p:ph type="body" idx="4294967295"/>
          </p:nvPr>
        </p:nvSpPr>
        <p:spPr>
          <a:xfrm>
            <a:off x="0" y="990600"/>
            <a:ext cx="9144000" cy="5867400"/>
          </a:xfrm>
        </p:spPr>
        <p:txBody>
          <a:bodyPr/>
          <a:lstStyle/>
          <a:p>
            <a:pPr algn="ctr">
              <a:buFontTx/>
              <a:buNone/>
            </a:pPr>
            <a:r>
              <a:rPr lang="zh-TW" altLang="en-US" b="1">
                <a:latin typeface="標楷體" panose="03000509000000000000" pitchFamily="49" charset="-120"/>
                <a:ea typeface="標楷體" panose="03000509000000000000" pitchFamily="49" charset="-120"/>
              </a:rPr>
              <a:t>祢用月定時期</a:t>
            </a:r>
            <a:r>
              <a:rPr lang="en-US" altLang="zh-TW" b="1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ctr">
              <a:buFontTx/>
              <a:buNone/>
            </a:pPr>
            <a:r>
              <a:rPr lang="zh-TW" altLang="en-US" b="1" u="sng">
                <a:latin typeface="標楷體" panose="03000509000000000000" pitchFamily="49" charset="-120"/>
                <a:ea typeface="標楷體" panose="03000509000000000000" pitchFamily="49" charset="-120"/>
              </a:rPr>
              <a:t>使</a:t>
            </a:r>
            <a:r>
              <a:rPr lang="en-US" altLang="zh-TW" sz="3200" b="1">
                <a:ea typeface="標楷體" panose="03000509000000000000" pitchFamily="49" charset="-120"/>
              </a:rPr>
              <a:t>(hō͘ )</a:t>
            </a:r>
            <a:r>
              <a:rPr lang="zh-TW" altLang="en-US" b="1">
                <a:latin typeface="標楷體" panose="03000509000000000000" pitchFamily="49" charset="-120"/>
                <a:ea typeface="標楷體" panose="03000509000000000000" pitchFamily="49" charset="-120"/>
              </a:rPr>
              <a:t>日頭落海</a:t>
            </a:r>
            <a:r>
              <a:rPr lang="en-US" altLang="zh-TW" b="1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ctr">
              <a:buFontTx/>
              <a:buNone/>
            </a:pPr>
            <a:r>
              <a:rPr lang="zh-TW" altLang="en-US" b="1">
                <a:latin typeface="標楷體" panose="03000509000000000000" pitchFamily="49" charset="-120"/>
                <a:ea typeface="標楷體" panose="03000509000000000000" pitchFamily="49" charset="-120"/>
              </a:rPr>
              <a:t>祢</a:t>
            </a:r>
            <a:r>
              <a:rPr lang="zh-TW" altLang="en-US" b="1" u="sng">
                <a:latin typeface="標楷體" panose="03000509000000000000" pitchFamily="49" charset="-120"/>
                <a:ea typeface="標楷體" panose="03000509000000000000" pitchFamily="49" charset="-120"/>
              </a:rPr>
              <a:t>使</a:t>
            </a:r>
            <a:r>
              <a:rPr lang="zh-TW" altLang="en-US" sz="3200" b="1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b="1" u="sng">
                <a:latin typeface="標楷體" panose="03000509000000000000" pitchFamily="49" charset="-120"/>
                <a:ea typeface="標楷體" panose="03000509000000000000" pitchFamily="49" charset="-120"/>
              </a:rPr>
              <a:t>暗</a:t>
            </a:r>
            <a:r>
              <a:rPr lang="en-US" altLang="zh-TW" sz="3200" b="1">
                <a:ea typeface="標楷體" panose="03000509000000000000" pitchFamily="49" charset="-120"/>
              </a:rPr>
              <a:t>(hō͘   àm)</a:t>
            </a:r>
            <a:r>
              <a:rPr lang="zh-TW" altLang="en-US" b="1">
                <a:latin typeface="標楷體" panose="03000509000000000000" pitchFamily="49" charset="-120"/>
                <a:ea typeface="標楷體" panose="03000509000000000000" pitchFamily="49" charset="-120"/>
              </a:rPr>
              <a:t>做冥時</a:t>
            </a:r>
            <a:r>
              <a:rPr lang="en-US" altLang="zh-TW" b="1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ctr">
              <a:buFontTx/>
              <a:buNone/>
            </a:pPr>
            <a:r>
              <a:rPr lang="zh-TW" altLang="en-US" b="1">
                <a:latin typeface="標楷體" panose="03000509000000000000" pitchFamily="49" charset="-120"/>
                <a:ea typeface="標楷體" panose="03000509000000000000" pitchFamily="49" charset="-120"/>
              </a:rPr>
              <a:t>百獸就出來</a:t>
            </a:r>
            <a:r>
              <a:rPr lang="en-US" altLang="zh-TW" b="1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E4A88FC7-CA0A-2B9B-6EB2-A5CF76965B29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400">
                <a:latin typeface="標楷體" panose="03000509000000000000" pitchFamily="49" charset="-120"/>
                <a:ea typeface="標楷體" panose="03000509000000000000" pitchFamily="49" charset="-120"/>
              </a:rPr>
              <a:t>36:</a:t>
            </a:r>
            <a:r>
              <a:rPr lang="zh-TW" altLang="en-US" sz="4400">
                <a:latin typeface="標楷體" panose="03000509000000000000" pitchFamily="49" charset="-120"/>
                <a:ea typeface="標楷體" panose="03000509000000000000" pitchFamily="49" charset="-120"/>
              </a:rPr>
              <a:t>我主耶和華</a:t>
            </a:r>
            <a:r>
              <a:rPr lang="en-US" altLang="zh-TW" sz="440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sz="4400">
                <a:latin typeface="標楷體" panose="03000509000000000000" pitchFamily="49" charset="-120"/>
                <a:ea typeface="標楷體" panose="03000509000000000000" pitchFamily="49" charset="-120"/>
              </a:rPr>
              <a:t>祢名是至聖 </a:t>
            </a:r>
            <a:r>
              <a:rPr lang="en-US" altLang="zh-TW" sz="4400">
                <a:latin typeface="標楷體" panose="03000509000000000000" pitchFamily="49" charset="-120"/>
                <a:ea typeface="標楷體" panose="03000509000000000000" pitchFamily="49" charset="-120"/>
              </a:rPr>
              <a:t>(4/4)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A4319BDC-27D2-434B-AA91-991FFA0D7D60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日頭一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下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(ē)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出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百獸就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躲</a:t>
            </a:r>
            <a:r>
              <a:rPr lang="zh-TW" altLang="en-US" sz="320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穴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(bih  khang)</a:t>
            </a:r>
            <a:r>
              <a:rPr lang="en-US" altLang="zh-TW" sz="320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人出去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服勞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(tio̍h-bôa)</a:t>
            </a:r>
            <a:r>
              <a:rPr lang="en-US" altLang="zh-TW" sz="320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通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(thong)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日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(teh)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做工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A701891B-6B4C-E4A2-1A18-6202172C630F}"/>
              </a:ext>
            </a:extLst>
          </p:cNvPr>
          <p:cNvSpPr>
            <a:spLocks noGrp="1" noRot="1" noChangeArrowheads="1"/>
          </p:cNvSpPr>
          <p:nvPr>
            <p:ph type="title" idx="4294967295"/>
          </p:nvPr>
        </p:nvSpPr>
        <p:spPr>
          <a:xfrm>
            <a:off x="0" y="-152400"/>
            <a:ext cx="9144000" cy="1143000"/>
          </a:xfrm>
        </p:spPr>
        <p:txBody>
          <a:bodyPr/>
          <a:lstStyle/>
          <a:p>
            <a:r>
              <a:rPr lang="en-US" altLang="zh-TW" b="1" u="sng">
                <a:solidFill>
                  <a:srgbClr val="66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36:</a:t>
            </a:r>
            <a:r>
              <a:rPr lang="zh-TW" altLang="en-US" b="1" u="sng">
                <a:solidFill>
                  <a:srgbClr val="66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我主耶和華</a:t>
            </a:r>
            <a:r>
              <a:rPr lang="en-US" altLang="zh-TW" b="1" u="sng">
                <a:solidFill>
                  <a:srgbClr val="66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b="1" u="sng">
                <a:solidFill>
                  <a:srgbClr val="66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祢名是至聖 </a:t>
            </a:r>
            <a:r>
              <a:rPr lang="en-US" altLang="zh-TW" b="1" u="sng">
                <a:solidFill>
                  <a:srgbClr val="66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(4/4)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47817A15-AE2D-A1B2-CF9D-4BD29FCF7A20}"/>
              </a:ext>
            </a:extLst>
          </p:cNvPr>
          <p:cNvSpPr>
            <a:spLocks noGrp="1" noRot="1" noChangeArrowheads="1"/>
          </p:cNvSpPr>
          <p:nvPr>
            <p:ph type="body" idx="4294967295"/>
          </p:nvPr>
        </p:nvSpPr>
        <p:spPr>
          <a:xfrm>
            <a:off x="0" y="990600"/>
            <a:ext cx="9144000" cy="5867400"/>
          </a:xfrm>
        </p:spPr>
        <p:txBody>
          <a:bodyPr/>
          <a:lstStyle/>
          <a:p>
            <a:pPr algn="ctr">
              <a:buFontTx/>
              <a:buNone/>
            </a:pPr>
            <a:r>
              <a:rPr lang="zh-TW" altLang="en-US" b="1">
                <a:latin typeface="標楷體" panose="03000509000000000000" pitchFamily="49" charset="-120"/>
                <a:ea typeface="標楷體" panose="03000509000000000000" pitchFamily="49" charset="-120"/>
              </a:rPr>
              <a:t>全能上帝所造</a:t>
            </a:r>
          </a:p>
          <a:p>
            <a:pPr algn="ctr">
              <a:buFontTx/>
              <a:buNone/>
            </a:pPr>
            <a:r>
              <a:rPr lang="zh-TW" altLang="en-US" b="1" u="sng">
                <a:latin typeface="標楷體" panose="03000509000000000000" pitchFamily="49" charset="-120"/>
                <a:ea typeface="標楷體" panose="03000509000000000000" pitchFamily="49" charset="-120"/>
              </a:rPr>
              <a:t>怎樣</a:t>
            </a:r>
            <a:r>
              <a:rPr lang="en-US" altLang="zh-TW" sz="3200" b="1">
                <a:ea typeface="標楷體" panose="03000509000000000000" pitchFamily="49" charset="-120"/>
              </a:rPr>
              <a:t>(cháiⁿ-iūⁿ)</a:t>
            </a:r>
          </a:p>
          <a:p>
            <a:pPr algn="ctr">
              <a:buFontTx/>
              <a:buNone/>
            </a:pPr>
            <a:r>
              <a:rPr lang="zh-TW" altLang="en-US" b="1">
                <a:latin typeface="標楷體" panose="03000509000000000000" pitchFamily="49" charset="-120"/>
                <a:ea typeface="標楷體" panose="03000509000000000000" pitchFamily="49" charset="-120"/>
              </a:rPr>
              <a:t>能</a:t>
            </a:r>
            <a:r>
              <a:rPr lang="zh-TW" altLang="en-US" b="1" u="sng">
                <a:latin typeface="標楷體" panose="03000509000000000000" pitchFamily="49" charset="-120"/>
                <a:ea typeface="標楷體" panose="03000509000000000000" pitchFamily="49" charset="-120"/>
              </a:rPr>
              <a:t>許</a:t>
            </a:r>
            <a:r>
              <a:rPr lang="zh-TW" altLang="en-US" sz="3200" b="1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b="1" u="sng">
                <a:latin typeface="標楷體" panose="03000509000000000000" pitchFamily="49" charset="-120"/>
                <a:ea typeface="標楷體" panose="03000509000000000000" pitchFamily="49" charset="-120"/>
              </a:rPr>
              <a:t>多</a:t>
            </a:r>
            <a:r>
              <a:rPr lang="en-US" altLang="zh-TW" sz="3200" b="1">
                <a:ea typeface="標楷體" panose="03000509000000000000" pitchFamily="49" charset="-120"/>
              </a:rPr>
              <a:t>(hiah  chōe)</a:t>
            </a:r>
            <a:r>
              <a:rPr lang="en-US" altLang="zh-TW" sz="3200" b="1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ctr">
              <a:buFontTx/>
              <a:buNone/>
            </a:pPr>
            <a:r>
              <a:rPr lang="zh-TW" altLang="en-US" b="1">
                <a:latin typeface="標楷體" panose="03000509000000000000" pitchFamily="49" charset="-120"/>
                <a:ea typeface="標楷體" panose="03000509000000000000" pitchFamily="49" charset="-120"/>
              </a:rPr>
              <a:t>祢用智慧造</a:t>
            </a:r>
            <a:r>
              <a:rPr lang="zh-TW" altLang="en-US" b="1" u="sng">
                <a:latin typeface="標楷體" panose="03000509000000000000" pitchFamily="49" charset="-120"/>
                <a:ea typeface="標楷體" panose="03000509000000000000" pitchFamily="49" charset="-120"/>
              </a:rPr>
              <a:t>成</a:t>
            </a:r>
            <a:r>
              <a:rPr lang="en-US" altLang="zh-TW" sz="3200" b="1">
                <a:ea typeface="標楷體" panose="03000509000000000000" pitchFamily="49" charset="-120"/>
              </a:rPr>
              <a:t>(chiâⁿ)</a:t>
            </a:r>
            <a:r>
              <a:rPr lang="en-US" altLang="zh-TW" sz="3200" b="1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ctr">
              <a:buFontTx/>
              <a:buNone/>
            </a:pPr>
            <a:r>
              <a:rPr lang="zh-TW" altLang="en-US" b="1">
                <a:latin typeface="標楷體" panose="03000509000000000000" pitchFamily="49" charset="-120"/>
                <a:ea typeface="標楷體" panose="03000509000000000000" pitchFamily="49" charset="-120"/>
              </a:rPr>
              <a:t>遍滿</a:t>
            </a:r>
            <a:r>
              <a:rPr lang="zh-TW" altLang="en-US" b="1" u="sng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en-US" altLang="zh-TW" sz="3200" b="1">
                <a:ea typeface="標楷體" panose="03000509000000000000" pitchFamily="49" charset="-120"/>
              </a:rPr>
              <a:t>(tī)</a:t>
            </a:r>
            <a:r>
              <a:rPr lang="zh-TW" altLang="en-US" b="1">
                <a:latin typeface="標楷體" panose="03000509000000000000" pitchFamily="49" charset="-120"/>
                <a:ea typeface="標楷體" panose="03000509000000000000" pitchFamily="49" charset="-120"/>
              </a:rPr>
              <a:t>全地</a:t>
            </a:r>
            <a:r>
              <a:rPr lang="en-US" altLang="zh-TW" b="1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ctr">
              <a:buFontTx/>
              <a:buNone/>
            </a:pPr>
            <a:r>
              <a:rPr lang="zh-TW" altLang="en-US" b="1">
                <a:latin typeface="標楷體" panose="03000509000000000000" pitchFamily="49" charset="-120"/>
                <a:ea typeface="標楷體" panose="03000509000000000000" pitchFamily="49" charset="-120"/>
              </a:rPr>
              <a:t>阿們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9465</TotalTime>
  <Words>382</Words>
  <Application>Microsoft Macintosh PowerPoint</Application>
  <PresentationFormat>On-screen Show (4:3)</PresentationFormat>
  <Paragraphs>44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標楷體</vt:lpstr>
      <vt:lpstr>新細明體</vt:lpstr>
      <vt:lpstr>Default Design</vt:lpstr>
      <vt:lpstr>1_Default Design</vt:lpstr>
      <vt:lpstr>36:我主耶和華,祢名是至聖 (1/4)</vt:lpstr>
      <vt:lpstr>36:我主耶和華,祢名是至聖 (1/4)</vt:lpstr>
      <vt:lpstr>36:我主耶和華,祢名是至聖 (2/4)</vt:lpstr>
      <vt:lpstr>36:我主耶和華,祢名是至聖 (2/4)</vt:lpstr>
      <vt:lpstr>36:我主耶和華,祢名是至聖 (3/4)</vt:lpstr>
      <vt:lpstr>36:我主耶和華,祢名是至聖 (3/4)</vt:lpstr>
      <vt:lpstr>36:我主耶和華,祢名是至聖 (4/4)</vt:lpstr>
      <vt:lpstr>36:我主耶和華,祢名是至聖 (4/4)</vt:lpstr>
    </vt:vector>
  </TitlesOfParts>
  <Company>The Reformed Church of Newtown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taiwanese</dc:creator>
  <cp:lastModifiedBy>Joseph Chen</cp:lastModifiedBy>
  <cp:revision>374</cp:revision>
  <dcterms:created xsi:type="dcterms:W3CDTF">2007-02-04T16:15:54Z</dcterms:created>
  <dcterms:modified xsi:type="dcterms:W3CDTF">2026-08-22T01:09:14Z</dcterms:modified>
</cp:coreProperties>
</file>