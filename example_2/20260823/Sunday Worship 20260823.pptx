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6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930" r:id="rId49"/>
    <p:sldId id="2931" r:id="rId50"/>
    <p:sldId id="2932" r:id="rId51"/>
    <p:sldId id="2933" r:id="rId52"/>
    <p:sldId id="2934" r:id="rId53"/>
    <p:sldId id="2935" r:id="rId54"/>
    <p:sldId id="2936" r:id="rId55"/>
    <p:sldId id="2904" r:id="rId56"/>
    <p:sldId id="2897" r:id="rId57"/>
    <p:sldId id="2937" r:id="rId58"/>
    <p:sldId id="2938" r:id="rId59"/>
    <p:sldId id="2939" r:id="rId60"/>
    <p:sldId id="2905" r:id="rId61"/>
    <p:sldId id="2906" r:id="rId62"/>
    <p:sldId id="2907" r:id="rId63"/>
    <p:sldId id="2908" r:id="rId64"/>
    <p:sldId id="2909" r:id="rId65"/>
    <p:sldId id="2910" r:id="rId66"/>
    <p:sldId id="2911" r:id="rId67"/>
    <p:sldId id="2912" r:id="rId68"/>
    <p:sldId id="2913" r:id="rId69"/>
    <p:sldId id="2914" r:id="rId70"/>
    <p:sldId id="2915" r:id="rId71"/>
    <p:sldId id="2916" r:id="rId72"/>
    <p:sldId id="2917" r:id="rId73"/>
    <p:sldId id="2918" r:id="rId74"/>
    <p:sldId id="2919" r:id="rId75"/>
    <p:sldId id="2920" r:id="rId76"/>
    <p:sldId id="2921" r:id="rId77"/>
    <p:sldId id="2922" r:id="rId78"/>
    <p:sldId id="2923" r:id="rId79"/>
    <p:sldId id="2924" r:id="rId80"/>
    <p:sldId id="2925" r:id="rId81"/>
    <p:sldId id="2926" r:id="rId82"/>
    <p:sldId id="2927" r:id="rId83"/>
    <p:sldId id="2928" r:id="rId84"/>
    <p:sldId id="2929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757" autoAdjust="0"/>
    <p:restoredTop sz="94660"/>
  </p:normalViewPr>
  <p:slideViewPr>
    <p:cSldViewPr snapToGrid="0">
      <p:cViewPr varScale="1">
        <p:scale>
          <a:sx n="58" d="100"/>
          <a:sy n="58" d="100"/>
        </p:scale>
        <p:origin x="208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viewProps" Target="viewProp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90" Type="http://schemas.openxmlformats.org/officeDocument/2006/relationships/theme" Target="theme/them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commentAuthors" Target="commentAuthor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716B6767-98E2-6B73-9C70-6A697021F0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AF599900-8B13-7D80-5505-E847192B7CD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祢名是至聖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(ke̍k)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尊榮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威嚴來穿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 sz="60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FE80593-D2AF-EBE7-9784-011D9D9449C1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0E171CDF-11FD-A5E5-7273-2859E9A848B0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 b="1">
                <a:ea typeface="標楷體" panose="03000509000000000000" pitchFamily="49" charset="-120"/>
              </a:rPr>
              <a:t>(kiong-chhong)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如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帳幅</a:t>
            </a:r>
            <a:r>
              <a:rPr lang="en-US" altLang="zh-TW" sz="3200" b="1">
                <a:ea typeface="標楷體" panose="03000509000000000000" pitchFamily="49" charset="-120"/>
              </a:rPr>
              <a:t>(ná  tiùⁿ-pak)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用雲來做車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水中安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樓閣</a:t>
            </a:r>
            <a:r>
              <a:rPr lang="en-US" altLang="zh-TW" sz="3200" b="1">
                <a:ea typeface="標楷體" panose="03000509000000000000" pitchFamily="49" charset="-120"/>
              </a:rPr>
              <a:t>(tì  lâu-koh)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用風做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翼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 b="1">
                <a:ea typeface="標楷體" panose="03000509000000000000" pitchFamily="49" charset="-120"/>
                <a:cs typeface="Arial" panose="020B0604020202020204" pitchFamily="34" charset="0"/>
              </a:rPr>
              <a:t>(si̍t  kiâⁿ).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F60D1C-702B-2927-A306-2A41BE5837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507AD0E-8715-5355-ABA6-C374049E685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風做祢使者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火做祢差用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地永無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搖泏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(iô-choah)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(hē  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地基頂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066184-56E5-7285-C758-A43E4AAB4A52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44C324F-8ED8-E6FB-78BF-522E83B397FB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>
                <a:ea typeface="標楷體" panose="03000509000000000000" pitchFamily="49" charset="-120"/>
              </a:rPr>
              <a:t>(hō͘ 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水泉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湧</a:t>
            </a:r>
            <a:r>
              <a:rPr lang="en-US" altLang="zh-TW" sz="3200" b="1">
                <a:ea typeface="標楷體" panose="03000509000000000000" pitchFamily="49" charset="-120"/>
              </a:rPr>
              <a:t>(chhèng)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出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流落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>
                <a:ea typeface="標楷體" panose="03000509000000000000" pitchFamily="49" charset="-120"/>
              </a:rPr>
              <a:t>(tī)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山脚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野獸</a:t>
            </a:r>
            <a:r>
              <a:rPr lang="en-US" altLang="zh-TW" sz="3200" b="1">
                <a:ea typeface="標楷體" panose="03000509000000000000" pitchFamily="49" charset="-120"/>
              </a:rPr>
              <a:t>(iá-siù)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有水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飲</a:t>
            </a:r>
            <a:r>
              <a:rPr lang="en-US" altLang="zh-TW" sz="3200" b="1">
                <a:ea typeface="標楷體" panose="03000509000000000000" pitchFamily="49" charset="-120"/>
              </a:rPr>
              <a:t>(thang  lim)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野驢得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止渴</a:t>
            </a:r>
            <a:r>
              <a:rPr lang="en-US" altLang="zh-TW" sz="3200" b="1">
                <a:ea typeface="標楷體" panose="03000509000000000000" pitchFamily="49" charset="-120"/>
              </a:rPr>
              <a:t>(chí-khoah)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4F2201F-75D6-5B8E-64B7-11DF3E63E04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C1518E4-3702-A99D-3705-D3A9A7B7A3B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地發草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精牲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(cheng-siⁿ)</a:t>
            </a:r>
            <a:r>
              <a:rPr lang="zh-TW" altLang="en-US">
                <a:latin typeface="Arial" panose="020B0604020202020204" pitchFamily="34" charset="0"/>
                <a:ea typeface="標楷體" panose="03000509000000000000" pitchFamily="49" charset="-120"/>
              </a:rPr>
              <a:t>喫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蔬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(soe)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(châng)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供給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  kiong-kip)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39C7372-EEAA-1043-284D-73791D65D1B3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6641D59-0344-7196-80F0-9A83668DF5A3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祢用月定時期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>
                <a:ea typeface="標楷體" panose="03000509000000000000" pitchFamily="49" charset="-120"/>
              </a:rPr>
              <a:t>(hō͘ 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日頭落海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暗</a:t>
            </a:r>
            <a:r>
              <a:rPr lang="en-US" altLang="zh-TW" sz="3200" b="1">
                <a:ea typeface="標楷體" panose="03000509000000000000" pitchFamily="49" charset="-120"/>
              </a:rPr>
              <a:t>(hō͘   àm)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做冥時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百獸就出來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A88FC7-CA0A-2B9B-6EB2-A5CF76965B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4319BDC-27D2-434B-AA91-991FFA0D7D6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日頭一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百獸就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躲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(bih  khang)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人出去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(tio̍h-bôa)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(thong)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做工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701891B-6B4C-E4A2-1A18-6202172C630F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524000" y="-152400"/>
            <a:ext cx="9144000" cy="1143000"/>
          </a:xfrm>
        </p:spPr>
        <p:txBody>
          <a:bodyPr/>
          <a:lstStyle/>
          <a:p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 dirty="0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7817A15-AE2D-A1B2-CF9D-4BD29FCF7A20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全能上帝所造</a:t>
            </a:r>
          </a:p>
          <a:p>
            <a:pPr algn="ctr">
              <a:buFontTx/>
              <a:buNone/>
            </a:pP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怎樣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chái</a:t>
            </a:r>
            <a:r>
              <a:rPr lang="en-US" altLang="zh-TW" sz="3200" b="1" dirty="0">
                <a:ea typeface="標楷體" panose="03000509000000000000" pitchFamily="49" charset="-120"/>
              </a:rPr>
              <a:t>ⁿ-</a:t>
            </a:r>
            <a:r>
              <a:rPr lang="en-US" altLang="zh-TW" sz="3200" b="1" dirty="0" err="1">
                <a:ea typeface="標楷體" panose="03000509000000000000" pitchFamily="49" charset="-120"/>
              </a:rPr>
              <a:t>iū</a:t>
            </a:r>
            <a:r>
              <a:rPr lang="en-US" altLang="zh-TW" sz="3200" b="1" dirty="0">
                <a:ea typeface="標楷體" panose="03000509000000000000" pitchFamily="49" charset="-120"/>
              </a:rPr>
              <a:t>ⁿ)</a:t>
            </a:r>
          </a:p>
          <a:p>
            <a:pPr algn="ctr"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許</a:t>
            </a:r>
            <a:r>
              <a:rPr lang="zh-TW" altLang="en-US" sz="32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多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hiah</a:t>
            </a:r>
            <a:r>
              <a:rPr lang="en-US" altLang="zh-TW" sz="3200" b="1" dirty="0">
                <a:ea typeface="標楷體" panose="03000509000000000000" pitchFamily="49" charset="-120"/>
              </a:rPr>
              <a:t>  </a:t>
            </a:r>
            <a:r>
              <a:rPr lang="en-US" altLang="zh-TW" sz="3200" b="1" dirty="0" err="1">
                <a:ea typeface="標楷體" panose="03000509000000000000" pitchFamily="49" charset="-120"/>
              </a:rPr>
              <a:t>chōe</a:t>
            </a:r>
            <a:r>
              <a:rPr lang="en-US" altLang="zh-TW" sz="3200" b="1" dirty="0">
                <a:ea typeface="標楷體" panose="03000509000000000000" pitchFamily="49" charset="-120"/>
              </a:rPr>
              <a:t>)</a:t>
            </a:r>
            <a:r>
              <a:rPr lang="en-US" altLang="zh-TW" sz="32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祢用智慧造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成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chiâ</a:t>
            </a:r>
            <a:r>
              <a:rPr lang="en-US" altLang="zh-TW" sz="3200" b="1" dirty="0">
                <a:ea typeface="標楷體" panose="03000509000000000000" pitchFamily="49" charset="-120"/>
              </a:rPr>
              <a:t>ⁿ)</a:t>
            </a:r>
            <a:r>
              <a:rPr lang="en-US" altLang="zh-TW" sz="3200" b="1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遍滿</a:t>
            </a:r>
            <a:r>
              <a:rPr lang="zh-TW" altLang="en-US" b="1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 dirty="0">
                <a:ea typeface="標楷體" panose="03000509000000000000" pitchFamily="49" charset="-120"/>
              </a:rPr>
              <a:t>(</a:t>
            </a:r>
            <a:r>
              <a:rPr lang="en-US" altLang="zh-TW" sz="3200" b="1" dirty="0" err="1">
                <a:ea typeface="標楷體" panose="03000509000000000000" pitchFamily="49" charset="-120"/>
              </a:rPr>
              <a:t>tī</a:t>
            </a:r>
            <a:r>
              <a:rPr lang="en-US" altLang="zh-TW" sz="3200" b="1" dirty="0">
                <a:ea typeface="標楷體" panose="03000509000000000000" pitchFamily="49" charset="-120"/>
              </a:rPr>
              <a:t>)</a:t>
            </a: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 b="1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ctr">
              <a:buFontTx/>
              <a:buNone/>
            </a:pPr>
            <a:r>
              <a:rPr lang="zh-TW" altLang="en-US" b="1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B8FB1AD-99D3-6B77-75A6-D59D6C12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606791A-264A-397B-9024-BF6B14CFA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902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過失得着赦免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罪過得着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遮蓋者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(jia-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khàm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--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 u="sng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這人有福氣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127627-9AFD-AA33-F896-49C5E5F8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81F4FDE-256F-E603-532B-256A2270E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耶和華無算他有罪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他的心無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奸詐者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kan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chà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--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這人有福氣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3ADB4DC-61C7-4A3D-3B80-400A8223B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E5D13F4-7841-CAC8-00E8-B7BA0F9B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5400"/>
            <a:ext cx="12192000" cy="525780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我靜靜的時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我的骨頭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枯焦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(ko-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tâ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,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因為我通日大聲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我對祢排列我的罪過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隱瞞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ún-môa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我的罪惡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0E0DCFE-0563-469E-ECB0-7BC5D78A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E8E6349-8580-75DB-9107-7A63F8FE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我要對耶和華承認我的過失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祢就赦免我犯法的罪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16CE62E-7597-B909-5240-13801633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7251B1-928A-FFDE-AF8F-607058AA0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因為如此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凡若虔誠的人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在可尋着祢 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當祈禱祢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大水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氾濫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hoàn-lām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的確不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tek-khak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bōe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到他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處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hia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51F1C70-00F0-0EBC-7C2E-58BC364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9FE1F-A85D-3BCC-D948-D1598FD24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祢是我閃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匿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bih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的所在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庇佑我脫離艱苦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A03B982-9679-3C4E-9F26-F562600B2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EFD073B-EA05-F7AD-C99B-0C0F67E8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祢必用得救的歌四面圍我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我要教示你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指示你應該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kiâ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6C8FC0D-072B-6249-D226-D94BC28E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C0B37E1-CD60-327F-8106-C5FEA53A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7150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我要注目看你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來勸戒你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親像馬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騾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(lô)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600"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無智識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36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着用馬咬韁馬勒索約束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600">
                <a:latin typeface="Arial" panose="020B0604020202020204" pitchFamily="34" charset="0"/>
                <a:ea typeface="標楷體" panose="03000509000000000000" pitchFamily="49" charset="-120"/>
              </a:rPr>
              <a:t>(in)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倚近你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8E62F31-870F-B3A7-0290-34463A8F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361789A-B65F-648C-2185-035AFF835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惡人受多多苦難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獨獨倚靠耶和華的人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有慈愛四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面圍他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6948881-1913-F93C-FD23-B1B0D7B6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26533FE-11E4-AD8E-E27D-74A35C0E9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" y="968566"/>
            <a:ext cx="12192000" cy="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恁義人啊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當因為耶和華來歡喜快樂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心正直的人啊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出歡喜的聲</a:t>
            </a: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我要一生服事主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我要一生服事主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佇每一日懇求主相同行</a:t>
            </a:r>
          </a:p>
          <a:p>
            <a:r>
              <a:t>我欲跟隨祂腳步</a:t>
            </a:r>
          </a:p>
          <a:p>
            <a:r>
              <a:t>來行天路。</a:t>
            </a:r>
          </a:p>
          <a:p>
            <a:r>
              <a:t>主會牽我手憐憫我軟弱</a:t>
            </a:r>
          </a:p>
          <a:p>
            <a:r>
              <a:t>夠額恩典祂賞賜。</a:t>
            </a:r>
          </a:p>
          <a:p>
            <a:r>
              <a:t>佇每一日懇求主教示我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我要一生服事主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我虔誠祈禱</a:t>
            </a:r>
          </a:p>
          <a:p>
            <a:r>
              <a:t>跪落主面前敬拜。</a:t>
            </a:r>
          </a:p>
          <a:p>
            <a:r>
              <a:t>主會聽祈求主會安慰我;</a:t>
            </a:r>
          </a:p>
          <a:p>
            <a:r>
              <a:t>夠額慈愛祂賞賜。</a:t>
            </a:r>
          </a:p>
          <a:p>
            <a:r>
              <a:t>哈利路亞﹐哈利路亞﹗</a:t>
            </a:r>
          </a:p>
          <a:p>
            <a:r>
              <a:t>讚美祂來榮耀主無息。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我要一生服事主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哈利路亞﹐哈利路亞﹗</a:t>
            </a:r>
          </a:p>
          <a:p>
            <a:r>
              <a:t>服事主盡我的一生。</a:t>
            </a:r>
          </a:p>
          <a:p>
            <a:r>
              <a:t>佇每一日懇求主俯落聽,</a:t>
            </a:r>
          </a:p>
          <a:p>
            <a:r>
              <a:t>大聲報揚主榮光至尊聖名。</a:t>
            </a:r>
          </a:p>
          <a:p>
            <a:r>
              <a:t>著出聲吟詩讚美稱呼祂。</a:t>
            </a:r>
          </a:p>
          <a:p>
            <a:r>
              <a:t>奇妙愛疼祂賞賜﹗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我要一生服事主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哈利路亞﹐哈利路亞﹗</a:t>
            </a:r>
          </a:p>
          <a:p>
            <a:r>
              <a:t>讚美祂來榮耀主無息。</a:t>
            </a:r>
          </a:p>
          <a:p>
            <a:r>
              <a:t>哈利路亞﹐哈利路亞﹗</a:t>
            </a:r>
          </a:p>
          <a:p>
            <a:r>
              <a:t>我一生的確服事主。</a:t>
            </a:r>
          </a:p>
          <a:p>
            <a:r>
              <a:t>我會一生盡忠服事主﹗</a:t>
            </a:r>
          </a:p>
          <a:p>
            <a:r>
              <a:t>服事主﹗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dirty="0" err="1">
                <a:solidFill>
                  <a:srgbClr val="66FFFF"/>
                </a:solidFill>
                <a:latin typeface="DFKai-SB"/>
              </a:rPr>
              <a:t>經文</a:t>
            </a:r>
            <a:endParaRPr sz="6600" b="1" dirty="0">
              <a:solidFill>
                <a:srgbClr val="66FFFF"/>
              </a:solidFill>
              <a:latin typeface="DFKai-SB"/>
            </a:endParaRPr>
          </a:p>
          <a:p>
            <a:pPr algn="ctr"/>
            <a:r>
              <a:rPr lang="zh-TW" altLang="en-US" sz="7200" b="1" dirty="0">
                <a:latin typeface="DFKai-SB"/>
              </a:rPr>
              <a:t>詩篇 </a:t>
            </a:r>
            <a:r>
              <a:rPr lang="en-US" altLang="zh-TW" sz="7200" b="1" dirty="0">
                <a:latin typeface="DFKai-SB"/>
              </a:rPr>
              <a:t>90</a:t>
            </a:r>
            <a:endParaRPr sz="7200" b="1" dirty="0">
              <a:latin typeface="DFKai-SB"/>
            </a:endParaRPr>
          </a:p>
          <a:p>
            <a:pPr algn="ctr"/>
            <a:r>
              <a:rPr sz="5400" b="1" dirty="0">
                <a:latin typeface="標楷體"/>
              </a:rPr>
              <a:t>(</a:t>
            </a:r>
            <a:r>
              <a:rPr lang="en-US" sz="5400" b="1" dirty="0">
                <a:latin typeface="標楷體"/>
              </a:rPr>
              <a:t>舊</a:t>
            </a:r>
            <a:r>
              <a:rPr sz="5400" b="1" dirty="0">
                <a:latin typeface="標楷體"/>
              </a:rPr>
              <a:t>約第</a:t>
            </a:r>
            <a:r>
              <a:rPr lang="en-US" altLang="zh-TW" sz="5400" b="1" dirty="0">
                <a:solidFill>
                  <a:srgbClr val="FFFF00"/>
                </a:solidFill>
                <a:latin typeface="標楷體"/>
              </a:rPr>
              <a:t>725</a:t>
            </a:r>
            <a:r>
              <a:rPr sz="5400" b="1" dirty="0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1.</a:t>
            </a:r>
            <a:r>
              <a:rPr lang="zh-TW" altLang="en-US" sz="5400" b="1" dirty="0">
                <a:latin typeface="DFKai-SB"/>
              </a:rPr>
              <a:t>（　神人摩西的祈禱）主啊，你世世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代代作我們的居所。</a:t>
            </a:r>
          </a:p>
          <a:p>
            <a:r>
              <a:rPr lang="en-US" altLang="zh-TW" sz="5400" b="1" dirty="0">
                <a:latin typeface="DFKai-SB"/>
              </a:rPr>
              <a:t>2.</a:t>
            </a:r>
            <a:r>
              <a:rPr lang="zh-TW" altLang="en-US" sz="5400" b="1" dirty="0">
                <a:latin typeface="DFKai-SB"/>
              </a:rPr>
              <a:t>諸山未曾生出，地與世界你未曾造成，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從亙古到永遠，你是神。</a:t>
            </a:r>
          </a:p>
          <a:p>
            <a:r>
              <a:rPr lang="en-US" altLang="zh-TW" sz="5400" b="1" dirty="0">
                <a:latin typeface="DFKai-SB"/>
              </a:rPr>
              <a:t>3.</a:t>
            </a:r>
            <a:r>
              <a:rPr lang="zh-TW" altLang="en-US" sz="5400" b="1" dirty="0">
                <a:latin typeface="DFKai-SB"/>
              </a:rPr>
              <a:t>你使人歸於塵土，說：你們世人要歸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回。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D5002-8DD0-B4DB-1353-E5A59DADF47B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312B-D650-61D2-9B99-72700BF9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48BB56-4D30-47FF-7272-09255B6D3B24}"/>
              </a:ext>
            </a:extLst>
          </p:cNvPr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4.</a:t>
            </a:r>
            <a:r>
              <a:rPr lang="zh-TW" altLang="en-US" sz="5400" b="1" dirty="0">
                <a:latin typeface="DFKai-SB"/>
              </a:rPr>
              <a:t>在你看來，千年如已過的昨日，又如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夜間的一更。</a:t>
            </a:r>
          </a:p>
          <a:p>
            <a:r>
              <a:rPr lang="en-US" altLang="zh-TW" sz="5400" b="1" dirty="0">
                <a:latin typeface="DFKai-SB"/>
              </a:rPr>
              <a:t>5.</a:t>
            </a:r>
            <a:r>
              <a:rPr lang="zh-TW" altLang="en-US" sz="5400" b="1" dirty="0">
                <a:latin typeface="DFKai-SB"/>
              </a:rPr>
              <a:t>你叫他們如水沖去；他們如睡一覺。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早晨，他們如生長的草，</a:t>
            </a:r>
          </a:p>
          <a:p>
            <a:r>
              <a:rPr lang="en-US" altLang="zh-TW" sz="5400" b="1" dirty="0">
                <a:latin typeface="DFKai-SB"/>
              </a:rPr>
              <a:t>6.</a:t>
            </a:r>
            <a:r>
              <a:rPr lang="zh-TW" altLang="en-US" sz="5400" b="1" dirty="0">
                <a:latin typeface="DFKai-SB"/>
              </a:rPr>
              <a:t>早晨發芽生長，晚上割下枯乾。</a:t>
            </a:r>
          </a:p>
          <a:p>
            <a:r>
              <a:rPr lang="en-US" altLang="zh-TW" sz="5400" b="1" dirty="0">
                <a:latin typeface="DFKai-SB"/>
              </a:rPr>
              <a:t>7.</a:t>
            </a:r>
            <a:r>
              <a:rPr lang="zh-TW" altLang="en-US" sz="5400" b="1" dirty="0">
                <a:latin typeface="DFKai-SB"/>
              </a:rPr>
              <a:t>我們因你的怒氣而消滅，因你的忿怒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而驚惶。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9DCAA-0C28-BF41-4325-48F8C3294DFC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869452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2BCE-95EB-4B8A-551E-3B15F16D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7AD46B-1435-56FF-8A8C-F524B0650E4C}"/>
              </a:ext>
            </a:extLst>
          </p:cNvPr>
          <p:cNvSpPr txBox="1"/>
          <p:nvPr/>
        </p:nvSpPr>
        <p:spPr>
          <a:xfrm>
            <a:off x="-22035" y="815926"/>
            <a:ext cx="125371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8.</a:t>
            </a:r>
            <a:r>
              <a:rPr lang="zh-TW" altLang="en-US" sz="5400" b="1" dirty="0">
                <a:latin typeface="DFKai-SB"/>
              </a:rPr>
              <a:t>你將我們的罪孽擺在你面前，將我們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的隱惡擺在你面光之中。</a:t>
            </a:r>
          </a:p>
          <a:p>
            <a:r>
              <a:rPr lang="en-US" altLang="zh-TW" sz="5400" b="1" dirty="0">
                <a:latin typeface="DFKai-SB"/>
              </a:rPr>
              <a:t>9.</a:t>
            </a:r>
            <a:r>
              <a:rPr lang="zh-TW" altLang="en-US" sz="5400" b="1" dirty="0">
                <a:latin typeface="DFKai-SB"/>
              </a:rPr>
              <a:t>我們經過的日子都在你震怒之下；我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們度盡的年歲好像一聲歎息。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CC627-9501-27B3-EEA0-3BAA17C51DFE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1513859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7190-7751-F43B-043C-9D2020179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746CC7-B304-AD7A-C9A6-2397C02F4962}"/>
              </a:ext>
            </a:extLst>
          </p:cNvPr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10.</a:t>
            </a:r>
            <a:r>
              <a:rPr lang="zh-TW" altLang="en-US" sz="5400" b="1" dirty="0">
                <a:latin typeface="DFKai-SB"/>
              </a:rPr>
              <a:t>我們一生的年日是七十歲，若是強壯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可到八十歲；但其中所矜誇的不過是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勞苦愁煩，轉眼成空，我們便如飛而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去。</a:t>
            </a:r>
          </a:p>
          <a:p>
            <a:r>
              <a:rPr lang="en-US" altLang="zh-TW" sz="5400" b="1" dirty="0">
                <a:latin typeface="DFKai-SB"/>
              </a:rPr>
              <a:t>11.</a:t>
            </a:r>
            <a:r>
              <a:rPr lang="zh-TW" altLang="en-US" sz="5400" b="1" dirty="0">
                <a:latin typeface="DFKai-SB"/>
              </a:rPr>
              <a:t>誰曉得你怒氣的權勢？誰按著你該受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的敬畏曉得你的忿怒呢？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C74B6-F45D-E6C7-EFA9-1D57876DDC86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37263506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FC86-8835-7945-8C00-FE6AC384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53574-D9AF-7E90-3599-3878E2E04A8D}"/>
              </a:ext>
            </a:extLst>
          </p:cNvPr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12.</a:t>
            </a:r>
            <a:r>
              <a:rPr lang="zh-TW" altLang="en-US" sz="5400" b="1" dirty="0">
                <a:latin typeface="DFKai-SB"/>
              </a:rPr>
              <a:t>求你指教我們怎樣數算自己的日子，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好叫我們得著智慧的心。</a:t>
            </a:r>
          </a:p>
          <a:p>
            <a:r>
              <a:rPr lang="en-US" altLang="zh-TW" sz="5400" b="1" dirty="0">
                <a:latin typeface="DFKai-SB"/>
              </a:rPr>
              <a:t>13.</a:t>
            </a:r>
            <a:r>
              <a:rPr lang="zh-TW" altLang="en-US" sz="5400" b="1" dirty="0">
                <a:latin typeface="DFKai-SB"/>
              </a:rPr>
              <a:t>耶和華啊，我們要等到幾時呢？求你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轉回，為你的僕人後悔。</a:t>
            </a:r>
          </a:p>
          <a:p>
            <a:r>
              <a:rPr lang="en-US" altLang="zh-TW" sz="5400" b="1" dirty="0">
                <a:latin typeface="DFKai-SB"/>
              </a:rPr>
              <a:t>14.</a:t>
            </a:r>
            <a:r>
              <a:rPr lang="zh-TW" altLang="en-US" sz="5400" b="1" dirty="0">
                <a:latin typeface="DFKai-SB"/>
              </a:rPr>
              <a:t>求你使我們早早飽得你的慈愛，好叫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我們一生一世歡呼喜樂。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67CF9-0E12-7D2C-BB33-090BC23039F3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195832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CB90-37CE-5A1F-E9B6-B0BED98E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FF25C0-8A6D-184F-E364-AE23F956D63E}"/>
              </a:ext>
            </a:extLst>
          </p:cNvPr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5400" b="1" dirty="0">
                <a:latin typeface="DFKai-SB"/>
              </a:rPr>
              <a:t>15.</a:t>
            </a:r>
            <a:r>
              <a:rPr lang="zh-TW" altLang="en-US" sz="5400" b="1" dirty="0">
                <a:latin typeface="DFKai-SB"/>
              </a:rPr>
              <a:t>求你照著你使我們受苦的日子，和我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們遭難的年歲，叫我們喜樂。</a:t>
            </a:r>
          </a:p>
          <a:p>
            <a:r>
              <a:rPr lang="en-US" altLang="zh-TW" sz="5400" b="1" dirty="0">
                <a:latin typeface="DFKai-SB"/>
              </a:rPr>
              <a:t>16.</a:t>
            </a:r>
            <a:r>
              <a:rPr lang="zh-TW" altLang="en-US" sz="5400" b="1" dirty="0">
                <a:latin typeface="DFKai-SB"/>
              </a:rPr>
              <a:t>願你的作為向你僕人顯現；願你的榮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耀向他們子孫顯明。</a:t>
            </a:r>
          </a:p>
          <a:p>
            <a:r>
              <a:rPr lang="en-US" altLang="zh-TW" sz="5400" b="1" dirty="0">
                <a:latin typeface="DFKai-SB"/>
              </a:rPr>
              <a:t>17.</a:t>
            </a:r>
            <a:r>
              <a:rPr lang="zh-TW" altLang="en-US" sz="5400" b="1" dirty="0">
                <a:latin typeface="DFKai-SB"/>
              </a:rPr>
              <a:t>願主─我們神的榮美歸於我們身上。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願你堅立我們手所做的工；我們手所</a:t>
            </a:r>
            <a:br>
              <a:rPr lang="en-US" altLang="zh-TW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做的工，願你堅立。</a:t>
            </a:r>
            <a:endParaRPr sz="5400" b="1" dirty="0">
              <a:latin typeface="DFKai-SB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0FFF5-1A51-CB63-9643-8648D7B652EF}"/>
              </a:ext>
            </a:extLst>
          </p:cNvPr>
          <p:cNvSpPr txBox="1"/>
          <p:nvPr/>
        </p:nvSpPr>
        <p:spPr>
          <a:xfrm>
            <a:off x="4336544" y="0"/>
            <a:ext cx="35189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詩篇 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90</a:t>
            </a:r>
            <a:r>
              <a:rPr lang="zh-TW" altLang="en-US" sz="4000" b="1" u="sng" dirty="0">
                <a:solidFill>
                  <a:srgbClr val="66FFFF"/>
                </a:solidFill>
                <a:latin typeface="標楷體"/>
              </a:rPr>
              <a:t>：</a:t>
            </a:r>
            <a:r>
              <a:rPr lang="en-US" altLang="zh-TW" sz="4000" b="1" u="sng" dirty="0">
                <a:solidFill>
                  <a:srgbClr val="66FFFF"/>
                </a:solidFill>
                <a:latin typeface="標楷體"/>
              </a:rPr>
              <a:t>1-17</a:t>
            </a:r>
            <a:endParaRPr sz="4000" b="1" u="sng" dirty="0">
              <a:solidFill>
                <a:srgbClr val="66FFFF"/>
              </a:solidFill>
              <a:latin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335523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0" dirty="0"/>
          </a:p>
          <a:p>
            <a:r>
              <a:rPr sz="8000" dirty="0" err="1"/>
              <a:t>人生之詩</a:t>
            </a:r>
            <a:r>
              <a:rPr sz="5000" b="1" dirty="0">
                <a:latin typeface="DFKai-SB"/>
              </a:rPr>
              <a:t>                                </a:t>
            </a:r>
            <a:br>
              <a:rPr lang="en-US" sz="5000" b="1" dirty="0">
                <a:latin typeface="DFKai-SB"/>
              </a:rPr>
            </a:br>
            <a:r>
              <a:rPr lang="zh-TW" altLang="en-US" sz="5000" b="1" dirty="0">
                <a:latin typeface="DFKai-SB"/>
              </a:rPr>
              <a:t>      </a:t>
            </a:r>
            <a:r>
              <a:rPr sz="4400" b="1" dirty="0" err="1">
                <a:latin typeface="標楷體"/>
              </a:rPr>
              <a:t>蘇桂村牧師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一、始於信仰的告白</a:t>
            </a:r>
            <a:r>
              <a:rPr lang="en-US" altLang="zh-TW" dirty="0"/>
              <a:t>(1-2)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zh-TW" altLang="en-US" dirty="0"/>
              <a:t>有主的人</a:t>
            </a:r>
            <a:r>
              <a:rPr lang="en-US" altLang="zh-TW" dirty="0"/>
              <a:t>(1</a:t>
            </a:r>
            <a:r>
              <a:rPr lang="en-US" dirty="0"/>
              <a:t>a)</a:t>
            </a:r>
          </a:p>
          <a:p>
            <a:pPr algn="l"/>
            <a:r>
              <a:rPr lang="zh-TW" altLang="en-US" dirty="0"/>
              <a:t> </a:t>
            </a:r>
            <a:r>
              <a:rPr lang="en-US" dirty="0"/>
              <a:t>2.</a:t>
            </a:r>
            <a:r>
              <a:rPr lang="zh-TW" altLang="en-US" dirty="0"/>
              <a:t>有家的人</a:t>
            </a:r>
            <a:r>
              <a:rPr lang="en-US" altLang="zh-TW" dirty="0"/>
              <a:t>(1</a:t>
            </a:r>
            <a:r>
              <a:rPr lang="en-US" dirty="0"/>
              <a:t>b)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2F79-8B89-CF04-C05C-9B19D8C00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8045-4864-82C1-0E75-BE2B07569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二、中間是人生轉折</a:t>
            </a:r>
            <a:r>
              <a:rPr lang="en-US" altLang="zh-TW" dirty="0"/>
              <a:t>(3-11)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zh-TW" altLang="en-US" dirty="0"/>
              <a:t>離棄神的陰暗面</a:t>
            </a:r>
            <a:r>
              <a:rPr lang="en-US" altLang="zh-TW" dirty="0"/>
              <a:t>(3-10)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2.</a:t>
            </a:r>
            <a:r>
              <a:rPr lang="zh-TW" altLang="en-US" dirty="0"/>
              <a:t>轉回神的新局面</a:t>
            </a:r>
            <a:r>
              <a:rPr lang="en-US" altLang="zh-TW" dirty="0"/>
              <a:t>(11)</a:t>
            </a:r>
          </a:p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35614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52741-04C0-F40A-0BB1-5E588C96C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D8289-B9ED-8E9C-BFC3-11A5B5D15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zh-TW" altLang="en-US" dirty="0"/>
              <a:t>三、終於向主祈願</a:t>
            </a:r>
            <a:r>
              <a:rPr lang="en-US" altLang="zh-TW" dirty="0"/>
              <a:t>(12-17)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1.</a:t>
            </a:r>
            <a:r>
              <a:rPr lang="zh-TW" altLang="en-US" dirty="0"/>
              <a:t>求主指教</a:t>
            </a:r>
            <a:r>
              <a:rPr lang="en-US" altLang="zh-TW" dirty="0"/>
              <a:t>(12)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2.</a:t>
            </a:r>
            <a:r>
              <a:rPr lang="zh-TW" altLang="en-US" dirty="0"/>
              <a:t>早嘗主愛</a:t>
            </a:r>
            <a:r>
              <a:rPr lang="en-US" altLang="zh-TW" dirty="0"/>
              <a:t>(14)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3.</a:t>
            </a:r>
            <a:r>
              <a:rPr lang="zh-TW" altLang="en-US" dirty="0"/>
              <a:t>補償年日</a:t>
            </a:r>
            <a:r>
              <a:rPr lang="en-US" altLang="zh-TW" dirty="0"/>
              <a:t>(15; </a:t>
            </a:r>
            <a:r>
              <a:rPr lang="zh-TW" altLang="en-US" dirty="0"/>
              <a:t>珥 </a:t>
            </a:r>
            <a:r>
              <a:rPr lang="en-US" altLang="zh-TW" dirty="0"/>
              <a:t>2:25)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4.</a:t>
            </a:r>
            <a:r>
              <a:rPr lang="zh-TW" altLang="en-US" dirty="0"/>
              <a:t>有主顯現</a:t>
            </a:r>
            <a:r>
              <a:rPr lang="en-US" altLang="zh-TW" dirty="0"/>
              <a:t>(16)</a:t>
            </a:r>
          </a:p>
          <a:p>
            <a:pPr algn="l"/>
            <a:r>
              <a:rPr lang="zh-TW" altLang="en-US" dirty="0"/>
              <a:t> </a:t>
            </a:r>
            <a:r>
              <a:rPr lang="en-US" altLang="zh-TW" dirty="0"/>
              <a:t>5.</a:t>
            </a:r>
            <a:r>
              <a:rPr lang="zh-TW" altLang="en-US" dirty="0"/>
              <a:t>事工常存</a:t>
            </a:r>
            <a:r>
              <a:rPr lang="en-US" altLang="zh-TW" dirty="0"/>
              <a:t>(17)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9562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8535-4023-3049-4953-479331DD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79B2F-E66E-F689-DFDD-9E3DF93A3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lang="en-US" altLang="zh-TW" dirty="0"/>
              <a:t>※</a:t>
            </a:r>
            <a:r>
              <a:rPr lang="zh-TW" altLang="en-US" dirty="0"/>
              <a:t>補償案例─神人摩西</a:t>
            </a:r>
          </a:p>
          <a:p>
            <a:pPr algn="l"/>
            <a:r>
              <a:rPr lang="en-US" altLang="zh-TW" dirty="0"/>
              <a:t>1.</a:t>
            </a:r>
            <a:r>
              <a:rPr lang="zh-TW" altLang="en-US" dirty="0"/>
              <a:t>臨終前：神為他導覽聖地</a:t>
            </a:r>
            <a:r>
              <a:rPr lang="en-US" altLang="zh-TW" dirty="0"/>
              <a:t>(</a:t>
            </a:r>
            <a:r>
              <a:rPr lang="zh-TW" altLang="en-US" dirty="0"/>
              <a:t>申</a:t>
            </a:r>
            <a:r>
              <a:rPr lang="en-US" altLang="zh-TW" dirty="0"/>
              <a:t>34:1-4)</a:t>
            </a:r>
            <a:endParaRPr lang="zh-TW" altLang="en-US" dirty="0"/>
          </a:p>
          <a:p>
            <a:pPr algn="l"/>
            <a:r>
              <a:rPr lang="en-US" altLang="zh-TW" dirty="0"/>
              <a:t>2.</a:t>
            </a:r>
            <a:r>
              <a:rPr lang="zh-TW" altLang="en-US" dirty="0"/>
              <a:t>去世時：神為他主持葬禮</a:t>
            </a:r>
            <a:r>
              <a:rPr lang="en-US" altLang="zh-TW" dirty="0"/>
              <a:t>(</a:t>
            </a:r>
            <a:r>
              <a:rPr lang="zh-TW" altLang="en-US" dirty="0"/>
              <a:t>申</a:t>
            </a:r>
            <a:r>
              <a:rPr lang="en-US" altLang="zh-TW" dirty="0"/>
              <a:t>34:5-6)</a:t>
            </a:r>
            <a:endParaRPr lang="zh-TW" altLang="en-US" dirty="0"/>
          </a:p>
          <a:p>
            <a:pPr algn="l"/>
            <a:r>
              <a:rPr lang="en-US" altLang="zh-TW" dirty="0"/>
              <a:t>3.</a:t>
            </a:r>
            <a:r>
              <a:rPr lang="zh-TW" altLang="en-US" dirty="0"/>
              <a:t>去世後：神讓他降臨聖地</a:t>
            </a:r>
            <a:r>
              <a:rPr lang="en-US" altLang="zh-TW" dirty="0"/>
              <a:t>(</a:t>
            </a:r>
            <a:r>
              <a:rPr lang="zh-TW" altLang="en-US" dirty="0"/>
              <a:t>太</a:t>
            </a:r>
            <a:r>
              <a:rPr lang="en-US" altLang="zh-TW" dirty="0"/>
              <a:t>17:1-8)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3900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1FA55CB-44F8-6534-5FAD-36E4290BA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6C475E8-346E-492D-EBA3-D9C168C45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(iàu-sài)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堅固盾牌與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器械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(khì-hâi)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艱難困苦迫近目前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助咱大得勝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F9FAC03-0074-8E8E-A4A3-FD1793417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AE51513-F776-2881-BA87-483D4CB9D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暗世君王興起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靠他戰甲計智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勢力雖然兇猛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罩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(tà  óa)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到咱面前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救主助咱大得勝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8ADC407-930A-6C21-9BBB-C1DB2355F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7F723B6-DAFF-10DF-3252-73141058A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倚靠自己能力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臨邊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(liâm-piⁿ)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失敗無利益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佳哉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(kai-chài)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人子為咱交戰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天父吩咐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nl-NL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21F2293-7E42-FF24-7484-04B337715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2CA7224-7CAC-E41E-3ABF-70950BCCD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(jîn-chú)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到底是誰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耶穌基督祂名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萬軍的主聖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祂是獨一無二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交戰得著大勝利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9339F90-CA8E-5985-C3FF-9D589700F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933A1AE-D5D6-9C63-F85D-F6A6A2075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魔鬼雖然遍滿世間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四處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(sì-kòe)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行遊吞咬咱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咱心自在決斷無驚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救主助咱穩當贏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EB5D878-F21C-329B-234A-B01420917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ECC36B5-52F7-FF1B-5E60-473FC4600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君惡毒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勢面實在兇惡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他要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何奈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(siáⁿ-tāi)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到尾他就能知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聖道寶劍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共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(thâi)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330AC00-7030-02F6-6BAD-AA84B1694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69DE828-5BA9-6307-2D88-799F7E048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上帝親手所寫的話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打滅魔鬼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奸詐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(kan-chà)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暗世君王雖然弄權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分毫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准他侵犯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58433FB-DD93-CDC7-9B61-82990EBFC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320: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上帝是咱安全要塞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3B8DEE9-7DAA-81A9-14CE-39BC71DD6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雖莽咱的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妻子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(bó͘-kiáⁿ)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貨物錢財生命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以及地位名聲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被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魔鬼搶去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上帝聖城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滅去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新城中文學校徵求新學年度青年義</a:t>
            </a:r>
            <a:br>
              <a:rPr lang="en-US" dirty="0"/>
            </a:br>
            <a:r>
              <a:rPr dirty="0" err="1"/>
              <a:t>工。有負擔或希望了解詳情的弟兄姐妹</a:t>
            </a:r>
            <a:br>
              <a:rPr lang="en-US" dirty="0"/>
            </a:br>
            <a:r>
              <a:rPr dirty="0"/>
              <a:t>請與逸如姐妹連絡：347-337-1559或微</a:t>
            </a:r>
            <a:br>
              <a:rPr lang="en-US" dirty="0"/>
            </a:br>
            <a:r>
              <a:rPr dirty="0" err="1"/>
              <a:t>信</a:t>
            </a:r>
            <a:r>
              <a:rPr dirty="0"/>
              <a:t>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今天11:30在交誼廳,謝其瀛長老和傅柏</a:t>
            </a:r>
            <a:br>
              <a:rPr lang="en-US" dirty="0"/>
            </a:br>
            <a:r>
              <a:rPr dirty="0" err="1"/>
              <a:t>璋弟兄帶領</a:t>
            </a:r>
            <a:r>
              <a:rPr lang="en-US" altLang="zh-TW" dirty="0"/>
              <a:t>:</a:t>
            </a:r>
            <a:r>
              <a:rPr lang="en-US" dirty="0"/>
              <a:t>「</a:t>
            </a:r>
            <a:r>
              <a:rPr dirty="0" err="1"/>
              <a:t>聖經末世預言（啟示錄</a:t>
            </a:r>
            <a:r>
              <a:rPr lang="en-US" altLang="zh-TW" dirty="0"/>
              <a:t>)</a:t>
            </a:r>
            <a:br>
              <a:rPr lang="en-US" altLang="zh-TW" dirty="0"/>
            </a:br>
            <a:r>
              <a:rPr dirty="0" err="1"/>
              <a:t>的今日運用</a:t>
            </a:r>
            <a:r>
              <a:rPr dirty="0"/>
              <a:t>」。</a:t>
            </a:r>
            <a:r>
              <a:rPr dirty="0" err="1"/>
              <a:t>歡迎大家參加。線上</a:t>
            </a:r>
            <a:r>
              <a:rPr dirty="0"/>
              <a:t>: </a:t>
            </a:r>
            <a:br>
              <a:rPr lang="en-US" dirty="0"/>
            </a:br>
            <a:r>
              <a:rPr dirty="0"/>
              <a:t>https://</a:t>
            </a:r>
            <a:r>
              <a:rPr dirty="0" err="1"/>
              <a:t>zoom.us</a:t>
            </a:r>
            <a:r>
              <a:rPr dirty="0"/>
              <a:t>/j/99429704298, 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br>
              <a:rPr lang="en-US" dirty="0"/>
            </a:b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邀請您參加8/26晚上8點禱告會,所有事</a:t>
            </a:r>
            <a:br>
              <a:rPr lang="en-US" dirty="0"/>
            </a:br>
            <a:r>
              <a:rPr dirty="0" err="1"/>
              <a:t>工都需要禱告求上帝扶持祝福。zoom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連結如同主日學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宣教組為回應大使命,今年將籌組</a:t>
            </a:r>
            <a:br>
              <a:rPr lang="en-US" dirty="0"/>
            </a:br>
            <a:r>
              <a:rPr dirty="0"/>
              <a:t>短宣隊到緬甸宣教,短宣時間</a:t>
            </a:r>
            <a:r>
              <a:rPr lang="en-US" dirty="0"/>
              <a:t>：</a:t>
            </a:r>
            <a:r>
              <a:rPr dirty="0"/>
              <a:t>11/4~11/16,有福音負擔的兄姐,請與</a:t>
            </a:r>
            <a:br>
              <a:rPr lang="en-US" dirty="0"/>
            </a:br>
            <a:r>
              <a:rPr dirty="0"/>
              <a:t>溫媺執事聯繫,報名截止日為今日8/23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</a:t>
            </a:r>
            <a:r>
              <a:rPr dirty="0"/>
              <a:t>, </a:t>
            </a:r>
            <a:br>
              <a:rPr lang="en-US" dirty="0"/>
            </a:br>
            <a:r>
              <a:rPr dirty="0" err="1"/>
              <a:t>家人信主,年輕會友立業成家,紐約治</a:t>
            </a:r>
            <a:br>
              <a:rPr lang="en-US" dirty="0"/>
            </a:br>
            <a:r>
              <a:rPr dirty="0" err="1"/>
              <a:t>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6745</TotalTime>
  <Words>2442</Words>
  <Application>Microsoft Macintosh PowerPoint</Application>
  <PresentationFormat>Widescreen</PresentationFormat>
  <Paragraphs>341</Paragraphs>
  <Slides>77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77</vt:i4>
      </vt:variant>
    </vt:vector>
  </HeadingPairs>
  <TitlesOfParts>
    <vt:vector size="90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36:我主耶和華,祢名是至聖 (1/4)</vt:lpstr>
      <vt:lpstr>36:我主耶和華,祢名是至聖 (1/4)</vt:lpstr>
      <vt:lpstr>36:我主耶和華,祢名是至聖 (2/4)</vt:lpstr>
      <vt:lpstr>36:我主耶和華,祢名是至聖 (2/4)</vt:lpstr>
      <vt:lpstr>36:我主耶和華,祢名是至聖 (3/4)</vt:lpstr>
      <vt:lpstr>36:我主耶和華,祢名是至聖 (3/4)</vt:lpstr>
      <vt:lpstr>36:我主耶和華,祢名是至聖 (4/4)</vt:lpstr>
      <vt:lpstr>36:我主耶和華,祢名是至聖 (4/4)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啟應文9:詩篇32</vt:lpstr>
      <vt:lpstr>PowerPoint Presentation</vt:lpstr>
      <vt:lpstr>PowerPoint Presentation</vt:lpstr>
      <vt:lpstr>我要一生服事主</vt:lpstr>
      <vt:lpstr>我要一生服事主</vt:lpstr>
      <vt:lpstr>我要一生服事主</vt:lpstr>
      <vt:lpstr>我要一生服事主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320:上帝是咱安全要塞(1/4)</vt:lpstr>
      <vt:lpstr>320:上帝是咱安全要塞(1/4)</vt:lpstr>
      <vt:lpstr>320:上帝是咱安全要塞(2/4)</vt:lpstr>
      <vt:lpstr>320:上帝是咱安全要塞(2/4)</vt:lpstr>
      <vt:lpstr>320:上帝是咱安全要塞(3/4)</vt:lpstr>
      <vt:lpstr>320:上帝是咱安全要塞(3/4)</vt:lpstr>
      <vt:lpstr>320:上帝是咱安全要塞(4/4)</vt:lpstr>
      <vt:lpstr>320:上帝是咱安全要塞(4/4)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2026-08-22T01:29:33Z</dcterms:modified>
</cp:coreProperties>
</file>